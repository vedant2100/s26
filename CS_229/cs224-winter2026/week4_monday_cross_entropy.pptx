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8.xml" ContentType="application/vnd.openxmlformats-officedocument.presentationml.notesSlide+xml"/>
  <Override PartName="/ppt/ink/ink11.xml" ContentType="application/inkml+xml"/>
  <Override PartName="/ppt/notesSlides/notesSlide9.xml" ContentType="application/vnd.openxmlformats-officedocument.presentationml.notesSlide+xml"/>
  <Override PartName="/ppt/ink/ink12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ink/ink13.xml" ContentType="application/inkml+xml"/>
  <Override PartName="/ppt/ink/ink14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29"/>
  </p:notesMasterIdLst>
  <p:sldIdLst>
    <p:sldId id="953" r:id="rId4"/>
    <p:sldId id="257" r:id="rId5"/>
    <p:sldId id="278" r:id="rId6"/>
    <p:sldId id="954" r:id="rId7"/>
    <p:sldId id="986" r:id="rId8"/>
    <p:sldId id="956" r:id="rId9"/>
    <p:sldId id="957" r:id="rId10"/>
    <p:sldId id="958" r:id="rId11"/>
    <p:sldId id="949" r:id="rId12"/>
    <p:sldId id="951" r:id="rId13"/>
    <p:sldId id="950" r:id="rId14"/>
    <p:sldId id="959" r:id="rId15"/>
    <p:sldId id="961" r:id="rId16"/>
    <p:sldId id="962" r:id="rId17"/>
    <p:sldId id="963" r:id="rId18"/>
    <p:sldId id="988" r:id="rId19"/>
    <p:sldId id="964" r:id="rId20"/>
    <p:sldId id="965" r:id="rId21"/>
    <p:sldId id="952" r:id="rId22"/>
    <p:sldId id="966" r:id="rId23"/>
    <p:sldId id="341" r:id="rId24"/>
    <p:sldId id="265" r:id="rId25"/>
    <p:sldId id="967" r:id="rId26"/>
    <p:sldId id="931" r:id="rId27"/>
    <p:sldId id="96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327"/>
  </p:normalViewPr>
  <p:slideViewPr>
    <p:cSldViewPr snapToGrid="0">
      <p:cViewPr varScale="1">
        <p:scale>
          <a:sx n="128" d="100"/>
          <a:sy n="128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</c:v>
                </c:pt>
                <c:pt idx="1">
                  <c:v>DOG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EA-0742-A8AC-888F30E0F4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433442640"/>
        <c:axId val="1371316528"/>
      </c:barChart>
      <c:catAx>
        <c:axId val="1433442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1316528"/>
        <c:crosses val="autoZero"/>
        <c:auto val="1"/>
        <c:lblAlgn val="ctr"/>
        <c:lblOffset val="100"/>
        <c:noMultiLvlLbl val="0"/>
      </c:catAx>
      <c:valAx>
        <c:axId val="1371316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442640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</c:v>
                </c:pt>
                <c:pt idx="1">
                  <c:v>DOG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76-2F49-A420-F857BC0F39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433442640"/>
        <c:axId val="1371316528"/>
      </c:barChart>
      <c:catAx>
        <c:axId val="1433442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1316528"/>
        <c:crosses val="autoZero"/>
        <c:auto val="1"/>
        <c:lblAlgn val="ctr"/>
        <c:lblOffset val="100"/>
        <c:noMultiLvlLbl val="0"/>
      </c:catAx>
      <c:valAx>
        <c:axId val="137131652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442640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9322 12806 8416,'-6'14'-277,"0"-5"1,-6-1 0,3-1 134,-2-4 0,3-1 380,-2-2 0,7-2 0,-2-3-158,4-4 0,9-4 1,4-1-1,6 1-29,-1 3 1,4-3 0,0 4 0,0-4-17,0-1 0,4 1 0,-2 2 0,1 3-135,0 1 0,1-2 0,7 4 0,3 0 71,2-1 1,1 4 0,7-3 120,3 4 0,3 2 0,7 2 0,-2 2 1,-2 0 103,-1 1 0,-2-2 0,2 4 0,-5-2-127,-4-3 0,-8 4 0,-8-3 1,-8 1-116,-9 2 0,-6-6 1,-12 4-1,-9-3-28,-11-2 1,-15 0 0,-12 0-1,-7 0 157,-6 0 0,-10 0 0,-4-2 0,39 1 0,-1-1 51,0-1 1,0 1-1,0-1 1,1 1 0,0 1-1,1 1 1,-37-4 57,4 0 0,1-6 0,14 5 0,9 0 9,15-1 1,17 3-1,17-7-132,9-1 1,9 5-1,15 1 1,3 3-373,2 2 0,1 0 1,6 0-1,0 0 303,4 0 0,23 13 0,-31-5 0,1 0 0</inkml:trace>
  <inkml:trace contextRef="#ctx0" brushRef="#br0">11308 12777 8314,'-56'0'0,"2"0"-142,1 0 1,2 0 0,-1 0 0,9 0 347,8 0 1,5 1 0,1 3 0,2 2 56,3 2 1,8-5 0,8 4-1,1-1-59,4 4 0,3-3 0,5 1 0,6 0-61,7 0 0,6-3 1,9 3-1,7 0-64,7 0 1,4-5 0,8 2 0,3-3-122,6-2 0,7 0 1,3 0-1,0 0-16,1 0 0,-37-1 0,0 0 0,1 0 0,1-1 0,2-1 1,0 0-164,2-1 1,-1 0 0,-1-1 0,-1 0 0,-3-1 0,-1-1 0,39-4 220,-2 1 0,2 3 0,-8-3 0,-6 5 0,-6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10891 16359 7769,'9'-4'566,"1"-1"0,-7-2 635,2 3-118,-4 2-26,-1-4 21,0-1-677,0 6-503,0-6 0,-1 9-101,-4 3 0,3-2 213,-2 6 1,0-5 500,0 0-399,2-2 1,-3-4 0,8-2-154,2-6 1,0-3 0,-3-1 0,1-1-22,2 1 1,-1 4-1,-2 2 1,1 0-1561,2 1 756,0 3 1,-5 4 865,0 10 0,6-4 0,2 1 0</inkml:trace>
  <inkml:trace contextRef="#ctx0" brushRef="#br0">11567 16546 8101,'8'0'1103,"5"0"0,-10 0 0,5-1-732,-2-4 1,4 2 0,-4-5 364,2 1-988,-5 3 0,5 4-377,-3 0 0,-3 1-618,3 4 0,-4-2 1247,-1 7 0,-6-20 0,-2 1 0</inkml:trace>
  <inkml:trace contextRef="#ctx0" brushRef="#br0">10790 17064 8101,'10'8'-521,"-1"-3"1,-6-2 882,2 2 589,-3-3-462,-2 4 1,0-7 0,1-3 475,4 0 1,-3-3 263,2 2-761,-2 4 0,-2-7-83,0 3-1273,0 3-563,0-4 1,2 6-1543,2 0 2993,4 0 0,39-2 0,17-2 0,3 0 0,0 0 0</inkml:trace>
  <inkml:trace contextRef="#ctx0" brushRef="#br0">11337 17036 8054,'12'1'362,"0"2"397,-3 2 0,-4 0 455,5-5-972,-7 0-135,10 0-809,-12 0 1,6 2 701,-7 2 0,0 4 0,0 7 0</inkml:trace>
  <inkml:trace contextRef="#ctx0" brushRef="#br0">11394 15669 8052,'-14'0'-4,"-1"0"133,1 0 1,0 0 0,-1 0 189,1 0 0,4 0 0,1 0 750,-3 0-51,6 0-1015,-7 0 0,12 1-117,-4 4 0,3 3 1,2 7-268,0-1 0,0-4 0,0-1-178,0 2 1,0-3 0,0 2-940,0 1 1498,0-5 0,19-25 0,5-13 0</inkml:trace>
  <inkml:trace contextRef="#ctx0" brushRef="#br0">11682 15338 8052,'8'-7'173,"3"4"0,-6-6 478,-2-3 0,3 4 1,-1-1 693,-2-2-1449,-1 4 1,-2 2 0,0 10-338,0 5 0,0 3 0,0 1 0,2 0 441,2 1 0,30 18 0,12 6 0</inkml:trace>
  <inkml:trace contextRef="#ctx0" brushRef="#br0">12200 15640 8132,'8'0'1013,"-2"0"1,-6 2-1672,0 2 0,0 0 658,0 5 0,-6 26 0,-2 12 0</inkml:trace>
  <inkml:trace contextRef="#ctx0" brushRef="#br0">11869 16230 8052,'-14'0'0,"-1"0"297,1 0 0,-1-2 0,3-2 484,2-6 1,-1 2 0,6-2-364,2-1 0,1-2-651,2-1 0,2 1-802,3 4 1,3 2 1034,6 7 0,20 32 0,4 8 0</inkml:trace>
  <inkml:trace contextRef="#ctx0" brushRef="#br0">11106 15841 10860,'13'-14'0,"-2"1"93,-1 4 0,0-4 0,4 3 0,0-3-646,1-1 1,-1 5 0,1 1-231,-1 1 0,0 2 0,1 5 783,-1 0 0,7 13 0,1 3 0</inkml:trace>
  <inkml:trace contextRef="#ctx0" brushRef="#br0">11754 15439 7966,'-15'0'205,"1"0"-182,0 0 0,6-2-772,3-3 749,10 4 0,54-12 0,19 5 0</inkml:trace>
  <inkml:trace contextRef="#ctx0" brushRef="#br0">12401 15913 7966,'-14'10'0,"-1"-2"0,1-2 757,0-2-554,6-3 1,3-1-204,10 0 0,60-32 0,-22 12 0,1 0 0</inkml:trace>
  <inkml:trace contextRef="#ctx0" brushRef="#br0">11826 16331 7966,'-10'0'0,"1"0"0,31-45 0,4-11 0</inkml:trace>
  <inkml:trace contextRef="#ctx0" brushRef="#br0">11869 15252 9012,'8'-7'335,"-3"7"1,-5 5 0,-5 6-1,-3-1-389,0 1 0,-5 6 1,5 3-1,-1-3-1336,-1-1 1390,7 5 0,-4 21 0,7 10 0</inkml:trace>
  <inkml:trace contextRef="#ctx0" brushRef="#br0">11178 15611 8200,'0'-9'-345,"0"-1"768,0-1 1,0 3 198,0-2 1,0 1-193,0-6 0,2 7 1,3 2 108,4-1 1,4 6 0,2-4-172,-1 3 1,5 2-1,0 2 1,-1 3-244,-2 4 1,-7 4 0,-1 2 0,0 1-381,0 3 0,-4-2 1,-1 6-1,-5-1 52,-3 1 0,-6-1 1,2 2-1,-4-3 76,-2-1 1,-4-4 0,0 4 0,2-4 330,1-2 1,1-4-1,1-2 1,-1-2 368,1-3 0,1 0 0,2 1 171,1 0 1,2 3-843,-1-2 1,2-2 0,9 5 0,3 0-355,4 0 0,11-3 0,4 3 0,3 0-340,2 0 1,1 0-1,2 3 1,3-2-2480,2 3 3271,1-6 0,6-2 0,6-2 0,4-2 0,0 0 0</inkml:trace>
  <inkml:trace contextRef="#ctx0" brushRef="#br0">11739 15957 8190,'-6'8'-1740,"3"3"2521,-7-6 1,5 4 431,-4-4 0,6-2-670,-2-8 1,3 2 0,4-5-1,1 0-41,2 0 0,6 3 1,-1-3 40,2 2 1,3-4-465,-1 6 1,1-1-1111,-1 5 84,-6 0 1,-2 1 612,-6 4 1,0-2 0,-1 5 306,-4-1 0,3 4 457,-2-1 1,4-2-190,4 1 0,3 1 0,4 2-165,-1-2 0,-6 3 1,4-4-231,-1 4 1,-2 2 0,-7-1 134,-3 0 0,-3 1 0,-6-1 1,-2 1-9,-3-1 0,1 0 1,-6-1-1,0-2-68,2-1 1,-4-5-1,7 3 1,1-2-792,2-3 1,7 4-165,-1-2 1,9-1 0,1-4 1049,8 0 0,43-30 0,19-16 0,-20 14 0,0 0 0,0 0 0</inkml:trace>
  <inkml:trace contextRef="#ctx0" brushRef="#br0">12387 15582 7968,'-15'10'0,"1"-2"92,0-2 0,-1 6 1,1-4-1,0 1 473,-1 1 0,2-1 0,2 6-152,2-1 0,5 1 1,0-1-1,4 0-207,4 1 1,0-1 0,5 0 0,2 1-317,2-1 1,3-1 0,2-2 0,3-1-687,1 1 0,2 0 0,3 0 0,-3-3-488,-5-1 0,2-2 1284,-2-5 0,13-26 0,-1-6 0</inkml:trace>
  <inkml:trace contextRef="#ctx0" brushRef="#br0">12588 15640 7968,'8'-8'1017,"-1"3"0,-9 12 0,-4 7-703,-9 8 0,1 12 0,-7 4 1,0 5-693,-3 5 0,4 4 1,0 5-1,6-1 378,4-3 0,23-4 0,11-5 0</inkml:trace>
  <inkml:trace contextRef="#ctx0" brushRef="#br0">11034 16244 8017,'7'15'-46,"-4"-6"236,7 1 1,-2-5-1,3 3 1194,-2-2-238,-5-1-698,2-5 1,-8 0 0,-2 0-8,-6 0 0,-8 0 1,-1-2-1,2-1-144,1-2 0,-3 0 0,-2 5 1,0 0-187,0 0 1,-4 0-1,1 0 1,-2 0-100,2 0 1,-1 0 0,5 0-208,3 0 0,2 2 30,6 3 0,9 1 1,9 4-1,6-4 51,4 1 1,2-6 0,4 6-1,-2-3-9,-3 1 1,0 0 0,-6-3 226,0 2 0,-1 0 14,-3 5 0,-5-6 1,-10 2-1,-6-3-65,-7-2 1,0 0 0,-6 0 0,-1 0-128,-2 0 0,3 0 1,0 0-1,-2 0-133,-1 0 1,-2-5 0,0 0 0,1 0-397,-1-1 1,5 4-1,2-2 1,1 2-1766,3 2 1882,2 0 1,10 6 0,6 2 101,8 0 0,11 5 0,5-5 384,3 0 0,47-1 0,-32-7 0,0 0 0</inkml:trace>
  <inkml:trace contextRef="#ctx0" brushRef="#br0">11624 16446 15906,'-14'22'1319,"0"4"0,-1-6 1,1 1-1553,-1 0 1,1 3 0,1-3 0,4 0 210,4-1 1,3 0 0,2-6-134,0 0 1,7-6 0,2-3 0,6-3 482,4-2 1,-3 0 0,3-2-1,-5-3 330,-4-4 0,1 1 1,-4 0-1,-1 0 170,0 0 0,-1-2-628,-5-4 1,-1 4-1,-4 2 1,-5 2-810,-3 3 0,-1 1 0,0 2 0,-2 0-407,-4 0 0,0 0 1,-6 2-1,4 2 380,1 6 1,2-2 0,4 2 0,1-1 843,0-1 1,18 11 0,6-3-1</inkml:trace>
  <inkml:trace contextRef="#ctx0" brushRef="#br0">10646 17036 8630,'-8'0'1398,"3"-2"0,10-1-926,5-2 0,2-1 1,3 2-341,-1 0 1,5-6 0,1 5 0,-1 0 0,2 1-82,3-1 1,-4 0 0,1 5-86,0 0 1,-5 0 0,3 0 0,-5 2-77,-4 2 1,1 4 0,-6 7-1,-2-1-44,-1 1 1,-9-1 0,-2 0 0,-4 2-75,-1 4 1,-6-4 0,1 3 0,3-2-255,5 3 0,-2-4 0,5 3-1018,0-3 0,4-4 1500,8-2 0,43-29 0,15-13 0</inkml:trace>
  <inkml:trace contextRef="#ctx0" brushRef="#br0">11480 17050 8212,'-9'5'0,"-1"0"0,1-1 17,1 3 0,-5-6 0,5 6 1,-2-2 678,1-1 0,1 3-135,-2-2 0,4-2-309,6 6 1,6-1 0,5 4 0,5-3-57,4 2 0,5 2 1,-3 2-1,1-1-180,-4 0 1,0 1 0,-3-1 0,-3 0-308,0 1 1,-7-1-1,-1 1 1,-3-1 70,-2 0 0,-2-4 0,-3-2 0,-4-2 192,-4-2 1,-2-3-1,1-1 1,0 0 305,-1 0 1,2-6-1,2-4 1,3-3 197,2-1 0,1 0 0,5-1 0,0 1-107,0-1 1,2 1 0,2 0-1,6-2-248,3-3 1,1 3 0,1-2 0,-1 5-414,0 4 0,1-1 0,-1-4 0,1-1 7,-1 1 0,-1 4 0,-4 1 0,-2-1 43,-1 2 1,-6-5 0,0 5 42,-8 0 1,-11 2 0,-5 6 0,-3 0 25,-2 0 1,2 0 0,3 0 0,5 0-85,3 0 257,1 0 0,20-7 0,5-1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5668 17223 8100,'7'14'-1406,"1"-6"1221,6-2 0,-4-6 125,-1 0 1,-6-6-24,2-4 0,2 2 0,-3-1 3,0-2 1,-3 3 79,-1-2 0,0-25 0,0-11 0</inkml:trace>
  <inkml:trace contextRef="#ctx0" brushRef="#br0">5697 17093 7460,'-6'8'-138,"4"-1"490,-11-7 60,12 0-254,-6 0 1,12-2 0,3-1 0,3-2-31,5 2 1,8 1 0,0 2-1,3 0-64,2 0 1,1 0 0,2 0 0,4 0-68,0 0 0,-4 5 0,0 0 0,-6-2 122,-7-1 1,-3-2 227,-2 0 1,-7 0 0,-9-2-125,-11-3 1,-3-1-1,-8-5 1,-1 1 8,-2-1 0,-7 3 1,1 0-151,1 1 0,1-2 0,2 2 1,1 1-1,-1 0 139,0 2 0,7 3 0,3 1 1,3 0 509,1 0-508,1 0 0,7 0-443,7 0 1,2 5 0,8 1-133,1 2 1,2 2 0,-1 4 0,0 0-585,-3 1 936,-6-1 0,42-44 0,3-12 0</inkml:trace>
  <inkml:trace contextRef="#ctx0" brushRef="#br0">1251 12374 7892,'15'-5'-90,"-1"0"0,1-6 0,-1 1 172,0-2 0,-6-3 0,-3 1 325,-3 0 1,-2 4-1,-2 0-144,-3-1 1,-3-2 0,-6-1 0,0 1-2,-1 4 0,6-4 0,-1 3 0,-1-3 52,-2-1 0,-1 1 0,-1 2 0,1 3-107,-1 2 0,1-4 0,0 4 1,-1-1-47,1 1 0,4 1 0,1 5-90,-2 0 1,4 2 0,2 2-89,4 6 1,7 1 0,4 0 0,4-3 22,5-1 0,-1 2 0,6-4 0,1-2 21,3-1 1,0 3 0,1 0 0,0-2 181,0-2 0,-2-1 0,-1 0 0,-4 0 1,-1 0 0,-9 2-261,-7 3 0,-6 3 0,-7 5 0,-10-2 13,-8-2 1,1-4-1,-10 5 1,0-1-161,-4-1 1,-1 5-1,0-5 1,4 2-555,0-1 1,4 1 751,8 4 0,23-31 0,10-9 0</inkml:trace>
  <inkml:trace contextRef="#ctx0" brushRef="#br0">7898 16144 6947,'-24'4'-167,"0"1"1,7 2 0,-3-4 1056,4 2 1,7 1-180,-1-1 1,9-4-346,1 4 1,1-5-1,9-3 1,1-2-134,2 2 1,1 0 0,1 0-1,-1-2-87,0 2 1,6 1 0,0 0 0,3-1-7,2-2 0,2 1 0,2 2 0,0-1-140,0-2 0,0-1 0,-1 2 0,1-2-54,0-2 1,-2 3 0,-3-3-1,-5 0 65,-3 0 1,-3 3-1,-3-4 34,-6-2 1,-8 3 0,-6 0 0,-4 1-21,-6 4 0,-2 1 0,-7 1 0,-1-2 41,-4-2 1,4 0 0,-4 5 0,4 0 98,1 0 0,0 5 1,1 0-1,2-1-179,7 3 1,1-4 0,15 7-2188,5 1 2201,17-5 0,25-20 0,18-17 0,3 0 0,8-4 0,0 0 0,0 1 0</inkml:trace>
  <inkml:trace contextRef="#ctx0" brushRef="#br0">27421 3755 8431,'-6'-8'-69,"3"0"1,-7 5 0,-1-3-184,-2-2 1,3 3 0,-1-3-1,-3 0 507,-4 0 1,-1 3 0,5-3 0,-1 0-66,1 0 0,-1 0 0,3-3 0,2 1 285,5-1-347,4 5 0,1-7 0,0 3 106,0-2 0,6 2 0,5 2 1,8 0 80,10 0 1,6 5 0,12-2 147,6 4-481,6 1 1,-18 0 0,4 0-1,4 0 1,1 0 0,9 0 0,2 0-147,9-1 0,2 2 0,-16 0 1,2 1-1,1 1 0,7 0 0,3 0 1,1 0-1,3 1 0,2 1 1,0-1-321,4 1 0,-1 0 0,2 0 484,-19-2 0,1 1 0,0 0 0,-1-1 0,19 2 0,0-1 0,0 0 0</inkml:trace>
  <inkml:trace contextRef="#ctx0" brushRef="#br0">7812 16028 7894,'-23'-1'0,"4"-2"-100,3-2 1,8-6 0,5 3 375,6 0 0,10-5 0,8 5 0,3 0-181,6 3 0,1 4 0,7 1 0,0 0-108,-1 0 1,5 0 0,-4 0 0,5 0 65,5 0 0,2 0 0,4 1 0,-1 2-64,1 2 1,-4 5 0,-1-4 0,-2 1-6,-4-1 0,-5 3 1,-15-2-21,-9 1 1,-9-3 0,-16 3 0,-15 0 72,-14 0 0,-10 0 0,-9 3 0,-3-2-38,-5 3 1,3-1-1,1 0 1,4-1 0,2 1 0,51-51 0,12-16 0,1-5 0,0 0 0</inkml:trace>
  <inkml:trace contextRef="#ctx0" brushRef="#br0">1798 5338 7879,'2'14'71,"3"1"1,-2-7 0,6-3 199,3-4 1,0-1 0,3 0 0,-1 0-99,0 0 1,7 2-1,3 1 1,3 2-322,2-2 1,2-1-1,2-1 1,5 2 147,4 2 0,8-15 0,7-7 0,5-3 0,-1 0 0</inkml:trace>
  <inkml:trace contextRef="#ctx0" brushRef="#br0">2589 5165 8086,'-6'8'-222,"4"0"1,-4-3 458,0 5 1,2 7 0,-4 4 0,0 1 331,0 4 0,4 1 0,-4 4-519,1 2 1,-4 2 0,1 5 0,-2-3-1,-1-3 180,3-7 0,-1 0 0,5-9 60,-2-6 1,5-5 0,-2-14-279,3-7 0,2-7 1,2-8-1,3-1-127,4-3 0,4-4 1,3-6-1,1-1-113,3 1 0,4 0 1,-4 2-1,3 1 121,2 1 1,3 2 0,2 1 0,2 5 234,1 6 0,1 12 0,-7 0 0,-3 5 2,-5 5 1,-3 3-1,-1 5 1,-2 4-125,-4 4 1,-2 1 0,-9 2 0,-3 2-41,-4 1 0,-6 7 0,-4-2 1,-5 1-32,-3-1 1,-2 2-1,0-7 1,1 0-46,-1 2 1,0-10 0,2 2-1,1-3-175,2-2 1,7-5 0,-3 2 0,6-5-89,4-5 0,-1 2 0,6-7 1,2-1-335,2-2 1,1-1 706,0-1 0,57-31 0,-21 19 0,0 0 0</inkml:trace>
  <inkml:trace contextRef="#ctx0" brushRef="#br0">3079 4906 7834,'-2'-9'-350,"-3"1"422,-4 1 1,1-2 0,-2 4 0,0 3 258,2 6 1,-4 10 0,2 10 0,-4 5-206,-6 4 1,4 6 0,-4 7 0,1 5-74,-1 5 0,-4-1 0,5 7 0,2-3-61,1-1 1,3-2 0,3-4 0,5-5-460,4-7 0,14-12 0,6-10 0,8-7 467,7-6 0,7-22 0,5-9 0,8-2 0,0 0 0</inkml:trace>
  <inkml:trace contextRef="#ctx0" brushRef="#br0">3280 5050 7741,'0'-14'218,"-2"6"288,-2 3 0,0 10 1,-5 6-1,-2 7-415,-2 6 0,-3 11 0,-3 6 0,-4 6-242,1-1 0,-4 5 1,6 0-1,-1 2-266,0 0 0,2-8 0,6-2 0,3-10-373,6-7 1,2-10 789,2-6 0,32-52 0,8-8 0</inkml:trace>
  <inkml:trace contextRef="#ctx0" brushRef="#br0">3179 5021 7834,'15'-14'52,"-1"0"1,0 1 184,1 3 1,-6 6-1,-1 10 1,-1 10 3,-4 11 1,-1 8-1,-2 8 1,0 2-192,0 3 0,-7 3 0,-1 7 1,-1-2-463,-1-3 1,0 3 0,-2-5 0,0 0-72,3-3 1,6-10-1,-4-6 1,2-6 482,1-7 0,-1-29 0,5-7 0</inkml:trace>
  <inkml:trace contextRef="#ctx0" brushRef="#br0">3050 5482 7834,'9'-8'-70,"1"2"118,1-1 0,2 6 0,3-4 0,3 3-507,5 2 1,3 0 0,2 0 458,0 0 0,38-19 0,10-5 0</inkml:trace>
  <inkml:trace contextRef="#ctx0" brushRef="#br0">3568 4748 7834,'0'10'0,"0"-1"509,0 2 0,0 4 1,0 4-1,0 5 86,0 3 0,-2 12 1,-3 7-1,-4 12-493,-4 5 0,-6 5 0,-2 4 0,0-1-549,0 1 0,1-6 0,2-5 447,-1-7 0,-13 2 0,2-5 0</inkml:trace>
  <inkml:trace contextRef="#ctx0" brushRef="#br0">3726 4748 7838,'-14'0'-731,"4"3"0,2 7 800,2 9 0,-1 19 1,4 12-1,-3 9-88,-2 8 0,-2 10 0,4-36 1,-1 0-1,1 0 0,1 1 19,0-1 0,0-1 0,-3 37 0,-1-10 0,6-8 0,6-9 0,50-21 0,17-17 0</inkml:trace>
  <inkml:trace contextRef="#ctx0" brushRef="#br0">3899 5295 7838,'-15'21'-219,"-4"1"0,0 7 0,1 0-77,2-1 0,4 1 0,0 0 0,4 0 296,2-1 0,1-5 0,5-4 0,0-3 0,7-3 0,2-5 0,6-7 19,4-4 0,-3-13 0,4 0 0,0-6 48,-1-9 1,0 3 0,-5-6 0,1 4-124,-1 1 0,1-5 1,-3 1-1,-2 1-15,-5 1 1,-4 4-1,-1 2 1,0 2 70,0 3 0,0 0 0,0 14 0,0 6 0,0 8 0,0 5 0,2 3 0,3 1 0,4 3 0,4-1 0,1-5 0,1-1 0,-1-4 0,1 4 0,-1-3 0,0 3 0,-1-4 0,-2-1 0,-1-1 0,-7-3 0,2-4 0,-10 0 0,-3 0 0,-5 2 0,2 3 0,2 4 0,5 6 0,0 2 0,2 3 0,2-3 0,0-1 0,0-1 0,0-1 0,0 0 0,6 1 0,2-1 0,2-1 68,0-4 1,-1-2 0,6-7 380,-1 0 0,-4 0 46,-1 0-369,-6 0 1,4 1 0,-9 6 0,-1 6 106,-2 4 1,-11 9-1,2-2 1,-4 3-72,-3 2 0,4 0 1,-7 1-1,-2 2-96,-1 1 1,3-4-1,2-6 1,1-3-521,3-2 0,2-2 1,2-3-228,0-4 1,4-2 0,2-9 680,2-3 0,1-3 0,5-6 0,0 0 0,23-50 0,11-21 0,-10 24 0,0 0 0,0 1 0</inkml:trace>
  <inkml:trace contextRef="#ctx0" brushRef="#br0">4517 5151 6348,'-6'14'0,"4"2"0,-4 5 0,1 8 0,0 8 0,-6 6 0,1 3 0,-2 4 0,-3 1 0,-4 0 0,2 0 0,2-8 0,4-7 0,3-12 0,-2-5-54,6-3 0,2-10 0,4-7 0,1-12 32,2-10 1,6-4 0,-2-3 0,4-4-13,2-4 0,1-4 0,3-1 0,3 0-3,0 0 1,6 0 0,-4-1-1,4 1 37,6 0 0,3 2 0,4 2 0,-2 6 0,-6 2 0,-4 10 0,-5 7 0,-5 8 0,-9 6 0,-7 6 19,-6 8 1,-5 7 0,-8 8 0,-3-2 0,-5-1-3,-4-2 1,0 0 0,-1 5 0,0-1-18,0 1 1,1-5 0,0-2-1,3-1-47,1-3 0,1 1 0,-1-3 0,5-5 47,3-3 0,8-3 0,2-11 0,6-4 0,45-35 0,11-9 0</inkml:trace>
  <inkml:trace contextRef="#ctx0" brushRef="#br0">5064 4834 7838,'10'-6'-263,"-2"-4"-461,-2-2 1,-3-1 723,-8 3 0,-3 4 0,-6 7 0,0 4 0,-1 5 0,-4 9 0,-2 7 0,0 6 17,1 6 1,-4 5 0,3 5-1,0 5 71,0 3 0,2 6 0,6 2 1,4 2-182,4 2 1,3-5-1,4-6 1,3-7-49,4-5 0,11-10 1,4-8 140,3-11 0,13-31 0,6-13 0,4-4 0,1 0 0</inkml:trace>
  <inkml:trace contextRef="#ctx0" brushRef="#br0">5165 5021 6348,'-8'7'-184,"-5"7"0,2 12 0,-5 7 171,-3 11 0,-5 5 0,3 9 0,0-1 12,0 1 0,-3 3 1,5-4-1,1-7 1,2-9 0,8-6 0,4-7 0,2-4 0,4-10 0,2-11 0,6-6 0,1-5 0,0-8 0,-3-2 0,-1-1 0,-1-6 0,-3 1 0,2-4 0,-2 0 0,4-1 0,-2 0 0,-2 0 0,-2 1 0,4-6 0,0 0 0,0 1 0,1-2 0,-3 4 0,5-2 0,-1 2 0,-4 3 0,3 0 0,-1 4 0,-2 5 0,-1 3 0,4 2 0,-4 12 0,3 9 0,-2 9 0,2 8 0,-4 8 0,4 4 0,-2 4 0,2 5 0,-3 1 0,4-1 0,-1 2 0,0 1 0,4 0 0,-2-5 0,-1-2 0,0-2 0,1-1 0,-4-8 0,2-4 0,-2-4 0,0-4 0,2-8 0,-29-62 0,-2-20 0</inkml:trace>
  <inkml:trace contextRef="#ctx0" brushRef="#br0">4934 5396 7838,'2'8'-1118,"1"-2"1118,2 0 0,6-4 0,-1 3 0,4-4 0,5-1 0,-1 0 0,8 0 0,4 0 0,15-15 0,9-8 0,8-1 0,-1 0 0</inkml:trace>
  <inkml:trace contextRef="#ctx0" brushRef="#br0">5352 4719 7802,'9'0'-87,"1"0"75,1 0 1,-3 2-1,2 4 1,1 10 340,2 11 0,1 13 0,-1 18 0,-2 14-494,-6-32 0,0 1 0,-3 3 1,-1 0-1,1 0 0,-1 0 0,-1 1 1,-2 0-254,1 0 0,-2-1 0,-12 30 0,4 1 418,0-8 0,-20 8 0,12-38 0,0 0 0</inkml:trace>
  <inkml:trace contextRef="#ctx0" brushRef="#br0">3323 6590 7812,'0'8'436,"3"3"0,5-6 1,10-2-519,7-1 0,7-2 82,12 0 0,20-3 0,11-1 0,-21 2 0,0-1 0,1 0 0</inkml:trace>
  <inkml:trace contextRef="#ctx0" brushRef="#br0">4186 6417 7753,'-4'-9'249,"-1"-1"0,-2 5 92,3-4 0,-3 7 1,-2 2-1,2 8-228,1 5 0,4 8 0,-4 4 1,1 5-289,0 4 1,-1 0 0,3-6 0,-2 1-64,2 0 0,-4-2 0,2-3 1,2-5 210,2-3 157,1-8 1,6-24 0,4-12-31,2-4 0,3-7 1,-1 1-1,2-4-59,3-1 1,-1 0 0,6 0 0,1 0-11,3-1 0,2 8 0,2 2 0,2 5 40,-2 5 0,-2 5 0,-3 10 0,-3 4 54,-5 3 0,-9 4 0,-5 3 1,-4 6-147,-1 6 0,-6 1 0,-5 4 0,-5 1 45,-4-1 1,-5-3-1,1 4 1,-3-1-9,-2 0 1,0-2 0,0 2-1,2-1-115,3-4 1,-3-1-1,3 0 1,-1 2-462,1 1 0,3-1 1,6-7-449,1-2 0,8-5 1008,6 0 0,51-47 0,-16 15 0,0 0 0</inkml:trace>
  <inkml:trace contextRef="#ctx0" brushRef="#br0">4747 5942 7795,'0'-14'0,"0"0"132,0-1 0,-6 7 0,-5 5 0,-5 8 161,-3 9 1,-7 9-1,2 10 1,-1 7-4,1 6 0,-4 7 0,6 10 0,0 2-255,2 1 0,4 2 0,4-5 0,2-3-324,5 0 0,4-16 1,2-5-1,4-7-331,5-3 0,7-7 1,2-3-1,-1-5 620,-2-4 0,30-48 0,9-18 0</inkml:trace>
  <inkml:trace contextRef="#ctx0" brushRef="#br0">4834 6201 8316,'0'15'485,"-2"5"0,-1 4 0,-3 4-477,-2 0 0,3 8 0,-5 2 0,1 4-129,1 1 1,-4-7 0,6-2 0,0-5-35,-1-5 1,2-8 0,5-10 123,0-4 0,5-5 0,2-13 1,1-5 120,3-8 1,-3 0 0,1-6-1,3 2-44,0-1 0,3-6 1,-1 3-1,1 0 11,-1 4 1,0-2-1,1 1 1,1 2 95,3 2 0,-3 7 1,3 4-136,-3 3 1,-3 10 0,-4 7-93,-4 12 0,-10 6 0,-3 7 0,-3 0 18,-3 4 0,4-1 1,-6 3-1,7-5-4,2-3 0,-2 0 1,4 3-1,2-3 23,1-5 0,8 2 1,4-2-1,4-1 130,6-2 0,0-7 0,6 1 0,-4 1 67,-1 2 1,-3 1-1,-9 1 13,-4-1 1,-5 0 0,-6 1 0,-9-1 88,-7 1 1,-7-1-1,-4 0 1,-6 1-150,-2-1 0,-4 1 0,-1-1 0,-2 0-118,1 1 0,3-6 0,2 1 0,4-1 246,4-1-614,10-1 0,22-7 1,17 0-1,10-2-575,9-3 1,4-4-1,10-9 1,5-3 947,3-1 0,-9-5 0,9-9 0,1-2 0,5-3 0,-1-1 0,1 1 0</inkml:trace>
  <inkml:trace contextRef="#ctx0" brushRef="#br0">5237 5928 7795,'9'10'149,"-1"-1"1,-1 2 231,-4 2 0,3-3 0,-1-1 0,0 4 140,1 5 0,-4 6 0,4 9 0,-1 6-171,0 2 0,-2 10 0,-8 5 1,-4 7-312,-4 2 1,-2 1 0,-1 1 0,-1-5-611,-2-3 1,-2-7-1,5-6 1,0-8-2362,3-9 2932,8-7 0,24-71 0,13-17 0</inkml:trace>
  <inkml:trace contextRef="#ctx0" brushRef="#br0">5711 5985 7779,'0'-14'-267,"0"0"2821,0-1-1979,0 7 0,-1 4 1,-2 8-327,-2 6 0,-2 11 1,4 7-1,-3 9-110,-2 5 1,-2 7 0,-4 4 0,-1 1-104,1-1 0,0 3 0,-2-5 1,-2 1-109,-1-5 0,5-8 1,6-7-1,1-7-116,4-5 1,1-4-1,6-4-69,5-2 1,2-4 0,13-7-1,3-2-435,5-2 1,0-6 0,7 1 691,1-3 0,-2-5 0,4-4 0,3-1 0,1 0 0</inkml:trace>
  <inkml:trace contextRef="#ctx0" brushRef="#br0">6258 5914 8223,'-14'0'531,"-1"1"1,1 2 0,0 4-290,-1 1 1,1 1 0,-1 7-1,1 2-277,0 1 1,-1 5 0,2-3 0,2 1-1290,2 4 0,5-1 1324,0-1 0,-4-3 0,0-6 0</inkml:trace>
  <inkml:trace contextRef="#ctx0" brushRef="#br0">6229 6144 7842,'-14'-10'285,"0"1"81,-1-3 1,1 6-1,-1 1 1,1 4 127,0 1 0,-6 6 1,1 4-1,2 4-298,1 5 0,1 8 0,2 9 0,4 0-84,4 4 1,-1-3 0,1 0 0,2-2-107,1-3 1,8-3-1,6-7 1,4-8 152,3-7 1,6-6 0,-1-2 0,4-6 404,0-7 0,1-7 1,0-9-1,0-2-360,-1-2 1,-5-4 0,-4 3 0,-5 0-194,-4 0 1,1-4-1,-6 6 1,-3 1-13,-6 1 0,-8 7 0,-9 2 0,-2 3-607,-2 6 0,-2 0 0,-2 8 0,2 4-253,3 4 1,-2 6-1,7 9 1,1 3 258,2 1 1,8 2 0,4 5 0,2 0-40,2 0 0,8-1 1,5-1 640,4-3 0,42-2 0,17-4 0,3 2 0,0-1 0</inkml:trace>
  <inkml:trace contextRef="#ctx0" brushRef="#br0">6675 6403 7842,'-14'0'0,"0"0"132,-1 0 1,1 1 0,-1 3 0,1 2 225,0 2 0,-1-3 0,1 4 1,-1 3-224,1 0 0,0 3 0,1 1 0,3 1-93,5 2 1,4 1 0,1-6 27,0 0 1,1-6-1,4-3 1,5-3 141,3-2 1,1-2 0,0-3 0,1-4-107,-1-4 1,1-1 0,-3-1-1,0 1-48,-3-1 0,-6 1 1,4 1-1,-2 2 82,-1 2 1,3 5 6,-2 0 0,-4 4 0,4 4 0,-3 8-57,-2 5 0,0 7 0,0 8 1,-2 3 51,-3 2 1,-3 1 0,-6 6 0,-1-1 47,1 0 0,0-2 0,-2-1 0,-2-3-144,-1-2 1,0-1 0,3-5 0,-2-2-968,-1-3 1,0-5-221,4-9 0,3-6 0,2-10-91,5-8 1,4-2 1231,1-8 0,-6-16 0,-1-8 0,-1-7 0,0 1 0</inkml:trace>
  <inkml:trace contextRef="#ctx0" brushRef="#br0">7222 6201 7842,'-14'-4'-255,"-1"-1"-101,1 2 0,-1 7 1,1 8-1,0 5 558,-1 7 1,1 10 0,-2 6 0,-2 4-172,-1 4 1,-5 12 0,5-5-113,1 0 0,2-6 1,4-10-1,2-6 74,5-2 1,4-17 263,1-9 1,4-16 0,3-13 0,-1-5-64,1-5 1,4 2 0,-2-8 0,4-3-130,2-3 0,-1-2 1,2 3-1,2-1 2,1-2 0,11-5 0,-1 5 0,3 2 86,3 1 0,-3 3 0,6 4 0,1 6 61,-3 7 0,-2 5 1,-8 11-233,-2 4 0,-8 11 0,-2 7 1,-8 6-117,-4 4 0,-8 1 0,-4 6 1,-4 2-43,-6 2 1,3 4 0,-7-4-1,-2-1-4,-1 2 0,-2-3 0,1 5 38,-1-2 0,0-3 0,0-6 0,0-4 1,2-1-400,3-4 1,3-2 298,7-6 1,1-4-1,5-10 242,8-4 0,2-4 0,8-1 0,1-1 0,30-25 0,14-11 0,4-4 0,0 0 0</inkml:trace>
  <inkml:trace contextRef="#ctx0" brushRef="#br0">7812 5957 7842,'0'-15'-1,"0"-1"0,1-1 0,3-4 80,0-1 0,1 4 0,-5-3 0,0 2 223,0 0 1,0 0-1,-1 6-77,-4 3 0,-3 4 0,-7 7 0,-1 6 36,-3 7 1,-3 9 0,-8 12 0,-2 10 127,-2 11 1,0 7-1,7 11 1,3 1-429,5 2 0,11-36 1,2 1-1,-4 36 1,5-1-772,4-5 0,9-14 1,4-4-1,8-6 810,2-7 0,53-45 0,-28-3 0,-1 1 0</inkml:trace>
  <inkml:trace contextRef="#ctx0" brushRef="#br0">7855 6086 7819,'8'-6'673,"-2"4"1,-7 4 0,-2 12 0,-4 10-550,-1 8 0,5 7 0,-3 7 0,-1 3-263,-2 3 1,1-4 0,-2 1 0,0-3-14,2-4 0,-4-10 1,4-3 198,0-8 0,0-12 1,4-7 248,0-10 0,-1-3 0,5-15 0,2-3-70,2-3 1,4-8 0,7 2-1,-1-4-135,0-1 1,7 2 0,2 1 0,1 1 54,0-1 0,0 7 0,3 4 1,-3 8-234,-5 5 1,-3 3-1,-3 5-108,-4 8 0,-2 7 1,-9 9-1,-3 1 49,-4 3 1,-6 5 0,-2-2 0,-2-1 79,1-3 1,7-1 0,3-1 0,0 2 20,0-1 0,5-2 0,-2-2 76,3 1 1,4-1-1,3 1 1,3-1 12,0 0 1,4 1 0,-2-1 0,1 1-38,-1-1 1,-4 0 0,-4 2 0,1 3 52,2 5 1,-1-1 0,-5-1 0,-4 1-45,-5-1 1,-2-3 0,-3 5 0,1 0-27,0-1 1,-1-3 0,1-5 0,-2-1-505,-3 0 0,3-6 0,-4-3-259,4-3 0,2-9 0,1-4 773,4-6 0,-1-22 0,1-9 0,1-6 0,0 0 0</inkml:trace>
  <inkml:trace contextRef="#ctx0" brushRef="#br0">8128 6000 7819,'13'-15'117,"-2"1"1,-1 1 371,1 4 1,2 2-1,1 7 1,2 4 140,3 5 1,-3 9 0,4 17 0,-3 10-162,2 11 1,-7 8 0,0 9 0,-4 4-583,-5-37 1,-2 1-1,-6 2 1,-2-1-1,-2 1 1,-2 0 0,-4 1-1,-2 0-804,-4 2 1,-2-1 0,2-1 0,-1-1 916,0 1 0,-4-2 0,-7-4 0,-4-2 0,-1-4 0,1 0 0</inkml:trace>
  <inkml:trace contextRef="#ctx0" brushRef="#br0">4920 7813 7855,'-8'6'-342,"-5"2"0,5 7 160,-6-1 1,6-4-1,2-2 332,-1-2 1,4-1 60,-7-5 0,1 5 399,-6-1 0,7 3 414,4-2 0,2-2-440,2 6 1,2-1-1,4 2 1,7-4-316,4 1 0,14-4 0,1 5 0,6 0-383,7 0 114,8-5 0,-1-11 0,14-7 0,1 0 0,8-4 0,0 0 0,0 1 0</inkml:trace>
  <inkml:trace contextRef="#ctx0" brushRef="#br0">6013 7914 7752,'-9'-13'0,"1"2"86,2 1 0,-1 2 0,4-3 729,-2 1 1,-1 2-543,1-1 0,2 9 0,-5 11 0,1 8-108,4 10 1,-3 1 0,-1 8 0,-1 4-214,-3 4 0,0-2 0,0 0 0,1-5 9,-1-4 0,3-3 1,0-8 241,2-5 1,1-13-1,5-12 1,0-16 32,0-14 0,6-7 0,4-5 0,4-4-65,5-4 0,-1 1 0,6 1 0,2 0-13,1 4 0,1 5 0,1 7 0,2 4-136,2 4 1,-2 14 0,1 6 0,-5 7-201,-3 3 0,-7 2 1,1 3-1,-5 4-39,-4 4 0,-6 6 1,1 0-1,-8-1 270,-5-2 1,-4-2 0,-3 1-1,-3-3 31,-5-2 0,-5 3 0,-3-4 1,-3 4-87,-2 2 1,4-6 0,-4 1 0,0 1-233,0 2 1,1 1 0,-3 1 0,6-3-674,2-2 0,7 3 0,4-4 399,4 4 1,12-5 0,19-3 0,9-4-193,8-1 1,11-11 699,10-3 0,-10-6 0,7-7 0,2-1 0,5-1 0,-1 0 0,1 0 0</inkml:trace>
  <inkml:trace contextRef="#ctx0" brushRef="#br0">6632 7424 7752,'0'-27'1,"0"3"0,0-3 1,0 3-1,-1-2 150,-4 2 1,2 4 0,-7 5 0,-3 2 206,-4 4 1,-1 2 0,-4 9 0,-1 3 118,1 4 1,-2 12 0,-5 10 0,2 10-12,3 10 0,-3 7 1,4 4-1,-1 5-396,0 4 1,12 1-1,-1 0 1,5-2-640,5-3 1,9-3-1,8-8 1,10-6-2502,8-12 3070,-1-9 0,22-38 0,12-13 0,1 2 0,1-1 0</inkml:trace>
  <inkml:trace contextRef="#ctx0" brushRef="#br0">6877 7496 7752,'-16'-1'-139,"-2"-3"1,-1 0 330,1 0 0,1 3 0,-2 2 1,-4 6 417,1 7 0,-1 7 0,6 9 0,-4 4-178,-1 4 0,6 9 0,0 1 0,6-2-299,4-1 1,1-2 0,5 0 0,2-3-318,2-6 1,11-2 0,9-13 0,4-3-1211,6-5 1,1-5 1393,4-6 0,-1-15 0,4-8 0,0-1 0,0 0 0</inkml:trace>
  <inkml:trace contextRef="#ctx0" brushRef="#br0">7150 7396 7735,'0'-15'55,"0"6"1,0-1-1,0-1 339,0-2 1,2 0-1,2 4 119,6 4 0,3 5 0,1 6 1,1 9 110,-1 7 0,-1 18 1,-2 8-1,-3 8-497,-2 6 1,-1 4 0,-5 4 0,-3-1-709,-7-2 1,-1-5 0,-13 4 0,0-4 580,2-6 0,-37-49 0,-4-20 0</inkml:trace>
  <inkml:trace contextRef="#ctx0" brushRef="#br0">7927 7338 7718,'0'-14'0,"0"-1"0,0 1 833,0-1-260,0 1 0,0 9 0,0 12 0,0 17-222,0 16 1,-6 16-1,-4 12 1,-3 7-416,6-34 0,0 0 1,-3 2-1,-1 0 0,-1 3 1,0 1-1,-1 2 0,-1 1-69,-1 2 0,1 0 1,0 2-1,1-1 0,1-4 1,0-2 132,-4-1 0,13-7 0,57-14 0,20-17 0</inkml:trace>
  <inkml:trace contextRef="#ctx0" brushRef="#br0">8243 7525 7826,'-14'0'338,"0"2"0,-1 4 114,1 8 0,-2 14 0,-2 10 0,-1 5-249,2 5 1,5-3-1,4 1 1,2-6-224,3-6 1,8-5 0,4-7-1,4-8-10,1-7 0,2-6 0,2-2 0,1-4 340,-1-5 1,-2-7 0,-2-4 0,-1 0-147,-4 0 1,3-4 0,-8 2 0,0 1-81,-3 3 0,-1-2 1,-1 2-1,-4 0-445,-5-2 1,-3 5 0,-1-3 0,0 3-750,-1 1 0,1 6 0,0 1 96,-1 1 1,9 4 1013,6 8 0,13 3 0,40 3 0,18-1 0,8 1 0,-1 0 0</inkml:trace>
  <inkml:trace contextRef="#ctx0" brushRef="#br0">8704 7611 7728,'-24'15'0,"0"-1"138,-2 1 0,6 4 0,-1 0 0,2 0 212,-1 2 0,3 0 0,6 3 1,3-4-158,1 1 0,4-10 0,8 2 1,4-5-15,4-5 0,3-1 0,2-2 0,3-2 60,1-2 1,-5-3 0,3-4-1,-4 1 71,-2-1 1,-4-2 0,-2-1 103,-2 0 1,0 6-274,-1 3 1,-2 5-1,5 6 1,-1 9-4,-4 7 0,-1 13 0,-1 8 1,2 9 55,2 3 1,0 3-1,-7 0 1,-2-2 64,-6-4 0,-3 3 1,-1-9-1,-2-4 15,-3-7 1,-4-5 0,-5-3 0,-1-3-205,0-5-1,-5-4 1,1-6 0,1-2-201,1-1 1,0-4-1,0 3 1,6-5-545,2-5 1,4 2 0,5-7 0,-1-1-728,1-2 1,6-1 0,3-2 0,3-2 1401,2-1 0,39-9 0,18-2 0,3-1 0,0 0 0</inkml:trace>
  <inkml:trace contextRef="#ctx0" brushRef="#br0">9193 7698 7755,'-14'-7'62,"6"7"1,3 2 214,3 11 1,2 9 0,0 13-1,0 8-138,0 9 1,-1 5 0,-4 7 0,-3 6-155,0 6 0,-5 3 0,3-7 0,-4-8-68,-5-8 0,8-8 1,-4-11-1,3-10-112,-1-11 1,3-11 0,2-13 356,2-6 1,1-15 0,5-2-1,0-4 105,0-5 1,0-3 0,0-5-1,2-5-36,2-2 1,6-3 0,8 0 0,1 1-142,-2-1 0,7-2 0,3 0 0,5 4-76,0 0 0,5 9 0,2 2 0,2 8 67,2 7 1,-1 6 0,-4 14 0,-6 7-88,-6 6 0,-2 7 0,-10 9 1,-6 5-140,-5 3 1,-3 7 0,-1 1 0,-4 1-34,-5 4 0,-9-3 1,-3 0-1,-2-2 27,0-3 1,-2 3 0,-6-3 0,-1-3-6,1-3 0,1-9 0,1 2 0,-2-4-74,-2-6 1,1-2 0,4-7-1,2-2-172,3-3 0,5-3 0,9-6 0,5-2 402,4-3 0,1-4 0,26-13 0,12-7 0,2-4 0,0 1 0</inkml:trace>
  <inkml:trace contextRef="#ctx0" brushRef="#br0">9912 7338 7755,'-12'-14'90,"2"-1"1,-3 1 0,4-1 0,-4 1 295,-2 0 1,1 6 0,0 3 0,-1 6-42,1 9 0,-2 9 0,-3 20 1,-5 10-197,-3 10 0,-2 8 1,14-29-1,1 1 1,0 2-1,1 0-153,0 1 0,2 0 0,0 3 0,3 0 0,2-2 0,2 0 0,-1 37-843,4-5 1,9-14 0,6-6 846,8-9 0,44-25 0,11-17 0</inkml:trace>
  <inkml:trace contextRef="#ctx0" brushRef="#br0">10128 7726 7755,'-14'0'329,"-1"2"0,1 3 0,-2 4 128,-3 4 1,3 8 0,-5 5 0,2 4-188,0 4 0,-1 6 1,8-2-1,2 2-300,5-2 1,4-3 0,4-6-1,6-2-166,11-3 1,5-4-1,4-9 1,1-3-284,4-2 1,3-1-1,6-7 1,-2-4 478,-2-8 0,3-34 0,2-15 0,-13 16 0,0 0 0,0 1 0</inkml:trace>
  <inkml:trace contextRef="#ctx0" brushRef="#br0">10531 7439 9032,'8'6'1266,"0"12"1,-5 15 0,2 15-916,-2 11 1,-3 15 0,-2-32 0,-1 1 0,-1 2 0,-3 1-560,-1 1 0,-1 0 0,-1-1 0,-1-1 0,-2 2 0,0-1 0,1-2 0,0 0-173,0-3 1,-1-2 0,-15 10-1,0-9 1</inkml:trace>
  <inkml:trace contextRef="#ctx0" brushRef="#br0">6042 9626 7698,'-14'0'101,"-1"0"509,1 0 0,8 0 1,7 0-438,12 0 1,8 0 0,11 0 0,6 0-776,10 0 1,8 0 601,6 0 0,-5-14 0,10-7 0,3-2 0,7-1 0,0 0 0,1 0 0</inkml:trace>
  <inkml:trace contextRef="#ctx0" brushRef="#br0">7049 9367 7685,'-1'-10'0,"-4"1"1130,-5-3 1,2 6-646,-1 1 1,4 16 0,-3 10 0,2 11-264,2 11 1,-2 4 0,0 9-1,-1 4-227,1 4 0,-5-1 0,1 4 0,-3-2-20,-1-4 0,-1-5 0,3-16 0,0-5-50,3-6 1,6-18-1,-2-6 150,3-11 1,2-14 0,0-5 0,2-7 52,3-7 0,3-2 1,6-4-1,0-1-93,1-2 1,1-5 0,3 5 0,5 0 33,3-1 1,4 4 0,2-2-1,4 7 199,0 7 0,4 4 1,-4 7-1,0 6-188,-4 5 1,-4 9-1,-7 2 1,-7 8-290,-9 5 1,-4 6 0,-2 2 0,-3 1 80,-7 4 0,-1 1 0,-12 0 0,1-1-31,0-2 1,-2-2-1,-5 4 1,0-4-111,0-1 1,-4-1-1,-1-2 1,1 1-183,-2-1 0,4-4 1,-2-3-1,2-1-503,2 1 0,7-4 954,3-3 0,28-47 0,9-13 0</inkml:trace>
  <inkml:trace contextRef="#ctx0" brushRef="#br0">7913 8791 7685,'-24'0'0,"1"0"0,1 0 510,-1 0 0,-2 11 0,-6 5 0,1 7 114,3 7 0,1 5 0,-2 10 0,0 5-211,4 7 1,4 6 0,5 5 0,2-1-493,4 2 0,2 2 0,9-1 0,3-5-734,4-7 0,9-7 1,3-8-1,0-1-1352,-1-4 2165,6-9 0,41-21 0,-25-9 0,1 0 0</inkml:trace>
  <inkml:trace contextRef="#ctx0" brushRef="#br0">7970 9208 7685,'5'-19'192,"0"0"1,-1 0 501,-4 5 1,0 7 0,0 10-1,0 13-448,0 11 0,0 13 0,-1 2 0,-2 6-293,-2 3 1,-2 0-1,4 2 1,-3-5-11,-2-3 0,5-2 0,-4-1 0,3-4-405,-1-5 0,0-13 699,5-6 1,0-22-1,0-6 1,0-10 253,0-5 0,0-8 0,2-4 0,2-7-126,6-4 1,3 1 0,1-1 0,2 4-139,3 3 1,-1 2 0,6 3 0,1 6-18,3 10 0,0 8 1,1 7-1,-2 7-186,-3 10 1,-3 8-1,-8 14 1,-4 4-251,-4 4 1,-3-1-1,-2 1 1,-2 2-77,-3 2 0,-4-4 0,-9-1 0,-3 0-26,-1 0 1,-3-5 0,-7 0 0,-4-5 18,0-3 0,2-7 1,-3 2-1,4-4-209,6-6 1,-1-2 0,9-7 0,2-2 517,1-3 0,14-28 0,4-14 0</inkml:trace>
  <inkml:trace contextRef="#ctx0" brushRef="#br0">8445 8892 7724,'14'0'529,"1"2"0,-1 2 0,2 8 151,3 5 0,-1 13 0,4 15 0,-1 11-495,-3 10 0,-11-26 0,0 1 1,-1 3-1,-3 0 0,-1 2 1,-2 1-438,-3 2 0,-2-1 0,-2-2 0,-2 0 0,-4-3 0,-3 0 0,2-4 0,-2-1-1735,-18 30 1,2-5 1986,-6-11 0,0-21 0,-5-12 0</inkml:trace>
  <inkml:trace contextRef="#ctx0" brushRef="#br0">9193 8849 10596,'-5'22'332,"0"7"1,-6 14 0,0 16 0,-5 13-448,7-30 0,-1 1 0,-2 3 0,0 1 0,1 2 0,1 1 0,0-2 0,-1 0-339,1-2 1,0-1-1,-8 33 454,8-11 0,-2-22 0,4-18 0</inkml:trace>
  <inkml:trace contextRef="#ctx0" brushRef="#br0">9351 9208 7840,'-14'29'142,"-1"2"0,1 2 177,0 6 0,1 9 0,3 3 0,6 1 13,2 1 0,10-8 0,5-2 0,6-8-393,3-4 1,2-14-1,5-4 1,0-7 432,0-7 0,-5-6 0,-4-9 0,-2-4 204,-5-9 0,-4-1 0,1-9 0,-5-1-635,-4-1 1,-2-3-1,-3 3 1,-2 1-89,-2 2 0,-2-1 1,-4-2-1,0 2-816,-1 6 1,-1 4-1,-1 3 1,-4 4 962,-1 1 0,10 60 0,0 18 0</inkml:trace>
  <inkml:trace contextRef="#ctx0" brushRef="#br0">9884 9266 7908,'-23'-2'0,"4"-1"390,3-2 1,2-4-1,-1 4-4,1 2 1,-1 4 0,3 9-199,2 9 0,4 7 0,6 3 1,0-1-89,0 1 1,0 0-1,1 0 1,2-1-124,2 1 0,6-6 1,-1-6-1,3-4 104,1-3 1,1-7-1,-1 0 86,0-6 0,-6-5 0,-3-8 1,-2-2 35,2-1 0,-3-5 1,3 5-1,-4 0 74,-1-2 0,0 5 0,2-2-124,3 7 1,3 5-1,6 6 1,0 3-166,1 7 1,-3 12 0,0 18 0,-3 6 86,2 7 1,-4 8 0,-2 3 0,-4 1 92,-1 4 1,-6-5 0,-4-2 0,-3-3-59,-1-1 1,-7-7-1,-3-5 1,-3-6-8,-2-6 0,-4-4 0,-1-2 0,2-4-415,2-5 1,8-10 0,1-4-537,0-3 1,10-4 0,-2-3 0,5-4-2710,5-4 3557,-5-8 0,22-20 0,9-11 0,-3-6 0,1 0 0</inkml:trace>
  <inkml:trace contextRef="#ctx0" brushRef="#br0">10401 9381 7750,'0'-8'582,"0"3"1,-1 12 140,-4 7 0,2 13 0,-7 12 0,-1 4-541,-2 5 0,-7 3 0,-3 5 1,-1-2-4,0-1 0,2-8 0,-2-2 0,5-9 113,3-9 1,6-11-1,2-10 1,2-9-174,2-10 0,4-12 0,5-11 0,5-5-146,3-5 1,3-2-1,3-4 1,5 1-188,3-1 0,2 4 0,1 1 0,4 1 137,4 0 1,4 6-1,-1 10 1,-1 7 230,-1 5 0,-9 11 0,-1 6 1,-10 6-194,-8 6 1,-5 11 0,-6 4 0,-1 3-5,-4 2 1,-3-1 0,-8 1-1,-2-2-137,-1-3 1,-1 2 0,2-5 0,-3-1-28,-1 1 1,3-2-1,-5-4 1,0-1-112,1 1 0,-2-6 0,5-1 0,3-1-2367,1-4 887,2-2 1798,6-13 0,41-29 0,23-11 0,-16 10 0,0 1 0,0-1 0</inkml:trace>
  <inkml:trace contextRef="#ctx0" brushRef="#br0">11250 8633 7750,'-22'-8'0,"-4"2"0,6 6 0,-1 0 566,0 0 0,-5 8 0,4 8 0,-2 11-47,0 9 1,2 12 0,-4 8 0,2 8-298,-1 8 0,4 3 0,2-3 0,4 0-349,6 0 1,2-3 0,7-7 0,0-9-351,0-7 0,8-9 1,5-3-1,5-7 477,-1-8 0,44-19 0,9-16 0</inkml:trace>
  <inkml:trace contextRef="#ctx0" brushRef="#br0">11193 9180 7799,'-5'-29'0,"0"0"677,2 0 1,-3 7 99,1 3 1,0 12-1,3 12 1,-1 13-506,-2 7 1,-1 15-1,3 5 1,-2 3-370,2 2 0,-4 2 0,1-4 0,0-1-122,-1-3 0,1 3 0,3-4 0,-2-6-1328,2-5 1559,1-10 0,2-16 1,0-15-1,0-13 405,0-10 1,2-5 0,2-6-1,4-1 7,0 1 0,5-5 0,-2 0 0,5 2-164,4 1 0,4 4 1,-4 2-1,3 6-88,2 2 1,2 9 0,1 4 0,-3 7-151,-1 6 0,-8 15 0,0 6 0,-6 6-91,-4 9 1,-1-1-1,-7 8 1,-4 2-164,-8 2 0,-2 1 1,-7-1-1,1-2 5,-1-2 1,-1-6 0,-4 2 0,-1-4 102,0-1 1,-4-7-1,-1-4 1,2-7-183,2-6 0,6 1 0,1-3-393,3-4 0,2-7 0,8-11 0,6-4 699,2 1 0,-4-38 0,-1-16 0,-1-3 0,0 0 0</inkml:trace>
  <inkml:trace contextRef="#ctx0" brushRef="#br0">11624 8892 7750,'23'0'530,"-1"0"0,-4 2 0,1 4 929,-2 8 1,-1 13 0,-1 15 0,-2 11-959,-4 14 1,-10 14-1,-5-34 1,-3 1 0,-2 0-1,-2 0-713,-2 1 1,-2-1 0,-3 1 0,-3-2-1,-2-3 1,-3-2 0,1 2 0,-2-1 211,3 7 0,-5-14 0,-15-39 0,-4-16 0,-3-6 0,0 0 0</inkml:trace>
  <inkml:trace contextRef="#ctx0" brushRef="#br0">10617 9971 7636,'-14'0'0,"0"-2"145,-1-2 1,1 2-1,-1-3 583,1 4 1,0-4-89,-1 0 1,7-1 68,3 1 0,4 2 731,1-7-636,0 7 1,1-4-363,4 7 1,-2 0 0,7 0 0,1 0 44,2 0 1,1 0-1,2 0 1,5 0-12,8 0 1,3 0 0,9 0 0,6 0-71,2 0 1,9 0 0,6-1 0,1-2-190,4-2 1,6-6 0,0 3-1,-4-2-66,-7 1 1,-12 4 0,-5-3 0,-9 1-240,-9 4 1,-15-3 33,-14 1 0,-6 2 1,-9 6-1,1 3 89,0 2 1,-5-3 0,-2 3 0,-2 0 54,-2 0 0,-7 2 0,-2 2 0,1 0-32,-2-3 0,1 1 1,-6 3-1,-2-2-96,2-2 1,5-4 0,-1 5 0,-1-1-120,0-1 1,0 4 0,-1-6 0,4 2-142,4 3 1,8-3-1,2 2 1,6 1-916,4 2 0,4 1 0,8 1 0,2-1 1213,6 0 0,39-45 0,17-26 0,-19 20 0,1-1 0,-1 0 0</inkml:trace>
  <inkml:trace contextRef="#ctx0" brushRef="#br0">3481 15180 7603,'-14'0'-718,"4"0"1114,1 0 1,4 0 671,-5 0-57,7 0 77,-10 0 296,12 0-835,-6 0 1,9 0-182,3 0 0,3 0 0,6 0-196,1 0 1,-6 0 0,1 0 0,3 0-3,4 0 1,-1 0-1,5 0 1,-2 0-46,0 0 1,7 4-1,-2 1 1,3-2-2,2-1 0,0-2 1,-1 0-1,1 0 92,0 0 0,4 0 0,1 0 1,0 0 37,1 0 1,-6 0 0,1 0 0,-4 0-139,-1 0 1,1 5 0,-2 0 0,-5-2-194,-3-2 0,-7 4 1,1 2-357,1 1 460,-4-5 0,-3 8 397,-8-6 0,0 0 291,-5-5 1,-1 0-186,-4 0 1,-1 0-659,1 0 1,0 0-662,-1 0 0,2 1-1657,4 4 1,2 3-1797,7 6 4242,0 1 0,0-46 0,0-10 0</inkml:trace>
  <inkml:trace contextRef="#ctx0" brushRef="#br0">5510 15237 7699,'-19'0'-307,"0"0"0,1 0 219,2 0 1,2 0 0,-1 0 0,1 0 984,-1 0 1,1-5 0,1-1 402,4-2 1,4 3-657,10-4 0,3 5 0,8 0 0,3 4-39,5 4 1,9 0 0,4 5 0,2 2-122,-1 2 0,5 3 0,5 2 0,0 1-688,2-2 0,1-1 1,6-3-1,2-2-3545,4-1 3749,2-7 0,-24-31 0,3-17 0,1-3 0,3-6 0,0 1 0,0 0 0</inkml:trace>
  <inkml:trace contextRef="#ctx0" brushRef="#br0">7654 15223 7809,'-10'0'883,"0"0"1,1 0 59,-6 0 1,1 0 18,0 0 1,4 0 1516,0 0-1721,7 0 1,10 5-1,12 1-173,6 2 0,6 0 0,2 3 0,7-1 52,7 1 0,10 3 1,10 4-1,2 1-491,-2-1 1,4-4-1,-6-3 1,2-3-1035,0-1 0,-11-3 0,0-4 888,-5 0 0,-36-41 0,-12-29 0,-4-14 0,0 4 0,2 12 0,0-1 0,-1 0 0,1 0 0,0 1 0</inkml:trace>
  <inkml:trace contextRef="#ctx0" brushRef="#br0">9970 15295 7669,'-15'0'0,"1"-2"-102,0-3 1,-1-1-1,1-5 1,0 1 1256,-1-1 0,6 0 0,1 0 469,1 1 0,4 2-920,8-2 1,3 4 0,8 6 0,3 2 109,5 2 1,9 4 0,7 7 0,7-1 25,6 1 1,4-1 0,5 0 0,9-1-758,9-3 0,-39-7 0,1 0 0,5-2 0,2-2 0,-1 1 1,0-2-2091,-1 0 1,0 0 2006,2 5 0,1-8 0,10-33 0,0-13 0,-16 16 0,0 0 0,1 1 0</inkml:trace>
  <inkml:trace contextRef="#ctx0" brushRef="#br0">7438 7108 8030,'-29'0'0,"0"0"0,-1-5 0,-2-1 0,-3-2 1,-2-4 1,-1 1 0,-6 0 0,1 3 374,0 2 0,-2-4 0,-1 4 0,-4-1 129,-1 1 1,3 1 0,-3 5 0,-2 0-240,-3 0 1,2 0-1,-10 0 1,2 0 43,-1 0 1,-5 2-1,2 2 1,-1 6-71,0 3 1,1 1-1,-2 1 1,-1 1-192,-5 3 1,4-2 0,-2 7 0,7 0-84,1-1 1,1 5 0,-5 0 0,-1 4-87,5 0 0,-3 0 0,1 0 1,-3 3-23,-2 2 0,7-4 1,-8 4-1,1 0 110,1-1 1,-2 1 0,36-17 0,0 0 0,-34 17 119,3-2 0,3-1 0,8-6 1,1 3 88,3 2 0,5-2 0,-1 2 0,5-2-55,5-3 0,3 1 0,6 0 0,2-2-104,3-3 0,3 3 0,8-4 0,4 1-45,4 0 0,3-7 0,2 4 0,2-2 8,3 0 1,9 2 0,8-3-1,2 3-10,0 1 1,5-4-1,6 2 1,2 0 5,3-1 0,3 5 0,3-5 0,4 0 25,1 2 1,4-5-1,7 3 1,5-5 21,3-4 1,10 1-1,-36-8 1,0-1 0,5 0-1,1-1-35,4 0 1,1 0 0,4-2 0,2 0 0,1-1-1,1-1 1,0-1 0,1-1-171,1-1 0,0-1 1,3-2-1,1-1 1,2 0-1,-1 1 1,1 0-1,0 0 40,-2 1 0,0 0 0,0 3 0,-1 0 0,0 1 0,0-1 105,1-1 1,0 1 0,2-1 0,0 0 0,1 1 0,0-1-1,-2 2 1,-1 0 0,0 0 0,-1 0 33,2 0 1,-1 0-1,3 2 1,0 0 0,1-2-1,0 0 1,0 0-1,-1 1 13,0 2 0,-2-1 0,-1-1 1,-2 0-1,2-1 0,0 1 0,0 0 1,1 0-15,1 0 1,0-1 0,-4-1-1,0 1 1,4 1 0,-1 1-1,-2 0 1,0 1 17,-1 0 0,0 0 0,4-1 0,1-1 1,-2 1-1,0 0 0,1 0 0,-1 0-70,-3 1 0,-1 1 0,-1 2 0,1 1 0,-4 0 0,0 0 0,2 1 0,0 0-94,1 2 0,0-1 0,-6-1 0,-2 0 1,0 0-1,-2 0 0,-1 0 0,-1-1-20,0-2 0,0 1 0,1 1 0,-1 0 0,-2 0 1,-1-1-1,-1 0 0,-1-1 64,-2 0 1,-2 0-1,34-3 1,-1-3 0,-2-6 183,2-6 0,-9-1 0,3-6 1,-7-2 445,-8-1 0,1-6 0,-6-1 0,0 2 219,-3 2 1,-3-4 0,-2 2 0,1 2-335,-1-1 0,-7 11 1,-4-8-1,-4 4-120,-4 2 0,-7 3 0,1-5 1,-7-2-151,-6-1 0,-7-8 0,-7-3 0,-12-4-18,-10-1 1,-7-7 0,-12-2 0,22 23 0,-3 0-53,-3-2 1,-2 0 0,-3-2 0,0 0 0,-4-3 0,-1 0 0,1 0-1,-2 0-46,0 0 1,-1 0-1,-1 2 1,-2 1-1,-3 0 1,-3 1-1,-2-1 1,-2 0-32,-5-1 0,0 3 1,-2 3-1,-1 3 0,-5-1 1,-1 2-1,-5 4 1,-1 2-87,23 7 1,0 1 0,-2 0 0,-5 0 0,-1-1 0,-2 2 0,-3 2 0,-1 1 0,0 2 0,-2-1 0,-1 0 0,0 2 108,0 0 1,0 1 0,0 0 0,-1 2 0,-1 0 0,0 0 0,0 1 0,-1 1 0,0 0-1,-1 1 1,-2 1 0,0 0-154,18 0 1,0 1 0,-1-1-1,2 1 1,-17 1 0,2 0-1,0 1 1,0 1 0,0 2 0,1-1-1,3 1 1,0 1 0,0 0 16,3 1 1,0-1 0,0 1 0,1 1 0,1-1 0,1 2 0,1 0 0,0 0 0,1 1 0,3-1-1,-1 1 1,2-1-396,2 0 0,2 0 0,1 1 0,-23 9 1,2 2-1,1 0 0,2 1 0,3 0 0,2 2-1406,4-1 1,2 1 1920,7 0 0,2 0 0,2-1 0,1 1 0,7 0 0,1 0 0,2-1 0,1 1 0,3 0 0</inkml:trace>
  <inkml:trace contextRef="#ctx0" brushRef="#br0">5050 8532 8330,'-21'-6'-130,"5"3"1,-3-7-186,3-1 0,3-2 0,2-1 1267,1-1 0,7 6-520,-2-1 1,10 7-1,4-4 1,4 3-132,2-1 1,7-1 0,7 2 0,9-2-76,9-2 0,7-2 1,15-6-1,-29 7 0,3-1-56,4-1 0,3-2 0,9-3 0,2-1 1,10-3-1,4 0-200,-20 5 1,2-1-1,2 0 1,3-1 0,2 0-1,1-1 1,5-3-1,1 0 1,1 0 0,2-1-1,2 0 1,-1-1 0,-16 6-1,1-1 1,0 0-1,0 1 147,1-1 0,1 0 0,1-1 1,-2 2-1,-1 0 0,0 0 0,-1 0 1,1 1-1,-1-1 0,1 1 0,-1-1 1,1 1-1,18-5 0,0-1 0,1 1-127,-19 6 1,0 0 0,1 0-1,-1-1 1,1 0 0,1 0-1,-1-1 1,1 1 0,2 0-1,-1 0 1,1 0 0,-1 0-1,1 0 1,-1 0 0,0 0-1,0 0 61,-1 0 0,-1 0 1,1 0-1,-1 2 1,-1 0-1,0 2 1,0-1-1,0 0 1,19-5-1,-1-1 1,0 0-1,-3 2 1,0 0-1,-1 0-19,-2 1 1,0 1-1,-2 0 1,-8 2-1,-1 0 1,-2 1-1,-4 0 1,-1 1-1,-1 0 1,20-4-1,-1 0-28,-4 0 0,-2 1 0,-6 0 0,-1-1 0,-4 1 0,-2 1 0,-3 1 0,-2 0 41,-4 2 1,-2 1-1,32-6 1,-13 4-1,-9 3-454,-9 2 1,-12 1-1,-12 5-4461,-3 0 2666,-8 0 2204,-10-6 0,-4-2 0</inkml:trace>
  <inkml:trace contextRef="#ctx0" brushRef="#br0">2762 5957 8151,'-29'8'0,"1"-3"-278,-1-4 1,0-1 0,0 0 0,2 0 747,3 0 0,-3 0 560,3 0 0,3 0-559,2 0 1,17 0 0,12 0-1,14 0-106,13 0 0,11-1 0,22-3 1,-28 1-1,2 0-186,6-1 0,3 0 0,6 0 0,1 0 0,6-2 0,1 1 0,6 0 0,3 0-233,-22 2 1,1-1 0,2 0 0,5 0 0,2-1 0,0 1 0,4 0 0,1-1 0,0 1-156,1 1 1,-1 1 0,5-2 0,0-3 0,4-1 0,2-1 0,0 1 0,-13 1 0,0 1 0,0 0-1,0-1 1,1 1 0</inkml:trace>
  <inkml:trace contextRef="#ctx0" brushRef="#br0">5035 18877 7927,'-14'0'46,"-1"-4"1,1-3 0,0 1 296,-1-1 0,6-2 0,-1 2 78,-1-1 1,3 0-1,0-3 135,1 2 1,3 4-285,4-5 1,1 7-111,4-2 1,3 4 0,6 1-1,2 1 1,4 2 259,4 2 1,4 6 0,6-3 0,6 2-106,6 0 0,9-7 1,12 2-1,11-4-161,-35-1 0,2 0 0,5 0 1,2 0-1,5 0 0,1-1 0,4-1 1,1-1 68,3-1 0,1-2 1,3-1-1,0 0 0,3-2 1,-2 0-1,-2 0 0,-2-1-121,-2 1 0,-2 0 0,-2-1 0,0 0 0,-4-1 0,1 1 0,-3 0 0,0-1-27,-4 1 0,-1-1 1,-6-1-1,-2 0 0,22-7 1,-5 2 58,-8 1 0,-12 1 0,-11 1 1,-7-1 208,-5 1 0,-8 4-244,-3 1 0,-10 1 0,-6-2 0,-7 5-312,-6 4 1,-6 1-1,-8 0 1,-10 0-162,-7 0 0,-9 6 0,-4 4 0,-9 4 209,34-4 0,0-1 1,-1 0-1,0 0 1,-4 2-1,0 0 1,-1 1-1,0-1-18,0 0 1,-1 0-1,-4-1 1,-1-1-1,0 3 1,-1 0-1,-1 0 1,0 0 199,2-1 1,1 1-1,3 1 1,0-1-1,4-2 1,1-1-1,4 0 1,1 0 291,-32 7 0,25-8 1,9-2 257,15 1 0,16-6 0,8 4-649,8-3 1,12-2-1,5 0 1,7 0-300,6 0 1,12 0-1,8 0 1,9 0 4,8 0 0,-32-1 0,2 0 0,4 0 0,1-1 0,2-1 0,0 0-981,-1-1 1,2 0 1354,4-1 0,1 0 0,-4-1 0,0-1 0,8 2 0,1 1 0,1 0 0,0 1 0</inkml:trace>
  <inkml:trace contextRef="#ctx0" brushRef="#br0">6129 18733 7776,'-24'0'3,"0"0"1,4 0 0,-2 0-1,1 0 237,4 0 1,1 0 0,1 0-93,1 0 0,4 0 0,1-1-54,-2-4 0,-2 3 1,-3-4-1,-2 1-289,-1 0 1,-7-1 0,1 3-1,-7-2-26,-6 2 0,1 1 1,0 2-1,0 0 304,0 0 1,5 0 0,-1 0 0,3 0 295,1 0 0,6 0 0,4 0 0,3 0 1293,2 0-919,-1 0 0,7-1-623,4-4 0,2 2 0,4-5 0,2 0-69,6 0 1,8 3 0,2-3 0,3 0 83,2 0 1,9 3-1,3-3 1,1 2-50,0 3 1,1 1 0,6 2 0,1 2-92,2 2 1,6 4 0,-3 7 0,2 1-127,0 3 1,0-2 0,1 6 0,-4-1 79,-7 1 1,-11-6-1,-4 1 1,-7-5 93,-5-4-262,-8-6 1,-9-1 0,-14-8 208,-7-2 0,-37-21 0,-10-10 0</inkml:trace>
  <inkml:trace contextRef="#ctx0" brushRef="#br0">24285 16187 8041,'-8'-2'-323,"3"-3"0,3 2 304,2-6 0,2 5 0,3-2 72,4 0 0,4 4 0,2-3 0,-1 2 21,0-2 0,1 4 0,-1-4 1,1 3-27,-1 2 0,-5 0 1,1 0-128,1 0 88,2 0 1,-5 7-7,-3 2 1,-10 2 0,-5 1-1,-2-4 41,-3-2 0,-1 4 0,-1-4 0,-2 0 84,1 1 0,-3 2 0,2-4 1,3 0 112,5 1 1,-2-4 0,5 4 193,0 1 0,3-6-258,10 4 1,9-3 0,10-2 0,5 0-9,5 0 0,4 0 0,12 0 0,7 0-54,9 0 0,10 4 0,-34-1 0,0-1 0,3 0 0,1-1-61,3 0 0,2 0 0,4 0 0,1 0 0,1 0 0,1 1 0,-3 0 1,0 1-173,0-2 0,-1 1 0,-4-1 0,1 1 1,1 0-1,-1-1 0,-1 2 0,-2-1-28,-1 0 0,-1-1 1,-4 2-1,-1 1 1,23 0-1,-5 1-48,-8 2 1,-6-6 0,-8 4 0,-9-3-321,-7-2 1,-5 4 513,-2 1 0,-6 0 0,-1-5 0</inkml:trace>
  <inkml:trace contextRef="#ctx0" brushRef="#br0">7553 17237 7720,'0'-14'0,"0"-1"0,0 1 354,0 0 0,0-1 1,0 1-1,0-1 3038,0 1-2926,0 6 1,0 11 0,0 15-1,0 12-443,0 10 1,-7 8 0,-1 13-1,-1 3-421,-1 1 0,1 2 0,-4 5 1,3-1-2184,6-4 2581,2-10 0,53-33 0,13-12 0</inkml:trace>
  <inkml:trace contextRef="#ctx0" brushRef="#br0">7999 17093 7720,'0'-29'0,"0"2"917,0 3 1,-2 5 0,-3 13 0,-4 10 0,-4 19 0,-3 20-618,-3 8 1,-3 16 0,-7 5 0,2 2-1,1 1-303,2 2 0,6-5 1,1 0-1,6-10-607,6-8 0,3-6 0,5-11 0,4-8-2662,2-8 3272,7-12 0,-20-41 0,2-16 0</inkml:trace>
  <inkml:trace contextRef="#ctx0" brushRef="#br0">7395 17453 8044,'1'8'1312,"4"-2"-968,5 1 1,6-4-1,8 6 1,11 3-669,9 0 0,11 3 0,12-2 0,10-2 324,-38-4 0,5-5 0,18-13 0,10-10 0,2-1 0,-15 6 0,1-1 0,-1 1 0,1 0 0</inkml:trace>
  <inkml:trace contextRef="#ctx0" brushRef="#br0">8474 16978 7776,'0'-14'0,"-2"-1"0,-1 1 415,-2 0 0,-6 4 0,1 2 77,-3 2 0,-1 2 0,-2 11 0,-1 9-72,-3 11 1,-5 16 0,1 16 0,-3 13-330,12-30 1,1 1 0,0 1 0,1 1 0,-1 4 0,2 2 0,1 0 0,0 1-141,0 2 1,1 0 0,0-3 0,2 0 0,3-1 0,1-1 0,1-6 0,3-1-967,3 26 1,11-12 0,12-19 1014,6-8 0,27-39 0,14-15 0,-18 6 0,-1-1 0,0 1 0</inkml:trace>
  <inkml:trace contextRef="#ctx0" brushRef="#br0">8445 17280 12285,'5'31'0,"-1"4"256,0 8 0,2 8 1,0 11-1,1 6-365,-1 2 0,5 7 1,-1-2-1,3-5-554,1-6 0,5-13 0,2-8 0,2-9 663,2-8 0,11-41 0,6-14 0,5-3 0,-1-1 0</inkml:trace>
  <inkml:trace contextRef="#ctx0" brushRef="#br0">8992 17266 7776,'-15'-15'83,"-4"6"0,-2 1 0,-3 1 331,-6 4 1,-2 10 0,-10 7-1,-4 10-352,-4 8 1,-2 5 0,-6 8 0,-1 3-123,28-22 0,0 0 1,-27 29-1,1-1 1,9-4-290,8-6 0,6 1 0,10-11-897,5-2 1246,9-15 0,29-42 0,13-23 0</inkml:trace>
  <inkml:trace contextRef="#ctx0" brushRef="#br0">9107 16921 8519,'-7'14'622,"-2"0"0,1 1 1,0 1-1,0 4 116,0 9 1,3 8 0,-5 11 0,-2 6-399,-6 7 1,-1 6-1,-8 8 1,12-36 0,-1 1-396,1 0 0,0 0 0,-3-3 0,-1 1 0,0 0 0,0 1 1,-1-3-1,0 1-824,-19 35 0,4-8 0,10-8 0,5-11-3344,11-10 4223,6-11 0,35-48 0,8-18 0</inkml:trace>
  <inkml:trace contextRef="#ctx0" brushRef="#br0">9063 17827 7749,'2'8'720,"1"-2"-37,2 1 0,8-6 1,1 4-1,9-3-388,4-2 0,13 0 0,6 0 0,7 0-624,6 0 0,8 0 1,-1-2-1,-2-1-2323,-7-2 2652,-6-6 0,-14-35 0,-2-17 0</inkml:trace>
  <inkml:trace contextRef="#ctx0" brushRef="#br0">9150 17482 7749,'-15'0'238,"1"0"1,1-2 0,4-3 521,4-4 1,5 2 0,6 1 0,9 1-806,7 0 1,12 1-1,4 4 1,5 1-680,5 4 1,3-2 0,8 7 0,5-1-1475,8-1 2198,7 5 0,-15-17 0,13-6 0,2 0 0,-15 4 0,-1-1 0,1 1 0,-1 0 0</inkml:trace>
  <inkml:trace contextRef="#ctx0" brushRef="#br0">10473 17266 7793,'-28'-10'0,"-1"1"204,0-3 0,-4 0 0,-3-1 0,1 3 156,0 6 0,-5 10 1,2 8-1,-4 12 197,-1 11 1,6 7 0,5 16-1,7 0 220,5 3 0,12 5 1,10-2-1,12-2-154,14-7 0,15-12 1,16-13-1,11-6-235,-30-16 0,0-1 1,2-3-1,1-2 1,0-2-1,0-1 1,0-3-1,-1-1 265,-1-3 0,-1-2 0,39-15 0,-10-10 0,-9-6-317,-12-2 1,-17-9 0,-19-1-1,-10-2-850,-10 0 1,-18 5 0,-9-3 0,-9 0-2874,-9 0 1,-5 3 3386,29 23 0,-4-3 0,-25-16 0,-7-3 0,17 12 0,0 0 0,0 0 0</inkml:trace>
  <inkml:trace contextRef="#ctx0" brushRef="#br0">24659 16244 7893,'0'-9'-421,"0"-1"0,0 5 346,0-4 1,0 4-9,0-5 1,0 6 0,1-6 42,4-1 0,-3 3 1,4 0-1,-1 0 77,0 0 1,6 0 0,-3-3 0,2 3 51,-1 1 1,1-4-1,4 3 1,2 0-64,3 3 1,-3-1 0,4 1 0,-3 2 13,2 1 0,-3 2 0,3 0 1,-3 0 124,-1 0 1,-1 2-1,1 1 204,-1 2 0,-1 6-258,-4-1 1,-9 1-1,-9 0 1,-6-1-77,-4 1 1,-3-3-1,-9 1 1,-2 3-27,-5 0 0,-4-2 0,-3 0 0,-1 1 107,-2 2 1,0 1 0,5-1 0,1-4 228,4-4 0,9 1-356,10-1 0,12-2 0,12-7 0,13-6-509,7-3 1,11 4 0,2-1 519,4-1 0,11-18 0,14-13 0,3-2 0,-13 8 0,-1 1 0,1-1 0,0 1 0</inkml:trace>
  <inkml:trace contextRef="#ctx0" brushRef="#br0">26515 15971 7999,'0'8'86,"6"-2"1,4-6-1,4 0 262,5 0 1,4 0 0,9 0 0,6 0-202,10 0 0,10 0 0,7 0-147,7 0 0,-11 0 0,4 0 0,3 0 0,0 0 0</inkml:trace>
  <inkml:trace contextRef="#ctx0" brushRef="#br0">28975 16043 8035,'-14'14'-79,"-1"1"-40,1-1 1,6 0-1,6-1 1,10-2 479,11-1 1,15-7 0,9 4 0,10-3-286,8 1 1,10 0 0,11-5-77,-42 2 0,5-4 0,20-13 0,12-9 0,1-1 0,-14 5 0,-1 0 0,1 0 0,0 0 0</inkml:trace>
  <inkml:trace contextRef="#ctx0" brushRef="#br0">30802 15899 8030,'-24'21'125,"0"-7"1,10-6-1,4-8 182,13 0 1,28 7 0,17 2 0,19 4 367,-25-6 0,2 0-675,5 4 0,11-1 0,4-6 0,13-3 0,9-2 0,4 0 0,-3 1 0,-5 1 0,-1 0 0,1 0 0,-1-1 0,1 1 0,-1 0 0</inkml:trace>
  <inkml:trace contextRef="#ctx0" brushRef="#br0">25277 8144 6364,'2'8'-172,"3"-3"547,-4 3 46,6-7-172,-7 12 1,-2-11 10,-3 2 1,2-2-129,-6-2 1,4 0 49,-5 0-165,7 0 1,-8-2 133,6-2-1,-6 2 0,3-4-36,-6 6 0,4 0 0,2-2 16,2-3 1,-1 4 0,2-4-9,-4 3 1,1 2-1,-2 0 1,-1 0 68,-2 0 0,-1-1 0,-1-3 0,-1 0-34,-3 0 1,-3 3 0,-7 1 0,0 0-20,1 0 0,-3 0 0,-1 0 0,-1 0-96,1 0 1,1 0-1,4 1 1,2 3-102,1 0 0,6 1 0,-1-5-260,3 0 32,8 0 0,3 0 0,8 2 96,2 3 0,1-4 0,-2 6 107,0-1 1,6 2 103,-5 6 1,1-1 0,-3-2 75,2-1 0,0-5-38,-5 4 1,2-6-31,2 2-15,-2-3-134,4-2-41,-6 0-586,0 0 0,-4 6-237,-1 4 985,0-4 0,5 7 0,0-5 0</inkml:trace>
  <inkml:trace contextRef="#ctx0" brushRef="#br0">24846 8201 7902,'16'-1'738,"1"-3"-546,3 0 1,5-6 0,1 4 0,6-1-103,6 1 0,2 0 1,0 2-1,-5 0-119,-4 0 0,-6 4 1,-12 5-1,-3 5 178,-6 3 1,-15 1-1,-10 0 1,-9 1 84,-8-1 0,-6 0 0,-2-1 0,-2-2-133,2-1 1,6-7 0,3 2 0,4-3 146,5-2-248,0 0 0,56-20 0,7-4 0</inkml:trace>
  <inkml:trace contextRef="#ctx0" brushRef="#br0">24270 12302 7786,'-6'18'-81,"-2"-1"0,-2-1-106,1 2 1,1 6 0,-3 1 0,1 6 422,-1 2 1,-2 12 0,-1-2 0,-1 2-219,1 0 0,-5 1 0,1-3 1,4-6 127,3-5 0,3-10 317,-2-3 0,2-11 1,5-9-1,-2-14 112,2-12 1,1-3 0,4-10 0,3-5-375,4-6 1,4 0 0,3-3 0,2-2-112,1 0 1,6 1 0,-1 12 0,3 0-42,2 0 1,6 3 0,2 6 0,2 12-138,-1 9 1,-1 7-1,1 9 1,-6 6-130,-6 11 0,-7 7 0,-10 6 1,-4 6 52,-3 2 0,-5 1 0,-5-2 0,-8-3 140,-5-2 1,-3-2-1,-7-5 1,-1-4 41,-1-5 1,-5-3 0,2-4 0,1-2-34,0-5 0,-3-4 1,6-2-1,3-4-222,3-5 1,9-2 0,-2-4 0,4-2-329,6-1 1,2-7 0,9 4 0,4-2-154,9 0 1,7 0 0,12-5 717,4 0 0,13-4 0,17-9 0,2-1 0,-14 8 0,1 0 0,0 0 0,0-1 0</inkml:trace>
  <inkml:trace contextRef="#ctx0" brushRef="#br0">24875 11971 7876,'-29'6'177,"0"-2"0,2 5 1,1 2 51,2 2 1,0 8 0,-6 5-1,-2 5 138,-2 8 1,-1 10 0,3 9-1,0 8-166,5 4 1,0 7 0,8-2 0,3-5-451,5-6 1,6-11-1,10-4 1,4-4-623,4-7 1,8-2 870,3-22 0,-3 4 0,-1-10 0</inkml:trace>
  <inkml:trace contextRef="#ctx0" brushRef="#br0">24947 12201 7876,'0'-22'71,"4"-4"0,0 9 349,-6 4 0,-4 13 0,-10 17 0,-2 15 6,-1 15 0,-8 15 0,-1 10 1,13-33-1,-1 0-465,-1 1 0,2 0 0,-1 5 1,1 0-1,1-3 0,1 1 1,1-2-1,0-1-744,-7 34 1,8-9 782,1-7 0,7-26 0,-4-7 0</inkml:trace>
  <inkml:trace contextRef="#ctx0" brushRef="#br0">24831 12288 7876,'15'-21'159,"-6"6"0,1-1 148,1 5 0,0 10 1,-1 2-1,-5 14-35,-4 12 1,-1 14-1,0 14 1,-1 4-179,-4 3 1,-3 7-1,-6-4 1,-1 3-523,1-1 0,-1-2 0,1 1 0,1-9-269,4-7 0,-2-12 697,6-4 0,-6-17 0,3-4 0</inkml:trace>
  <inkml:trace contextRef="#ctx0" brushRef="#br0">24601 12748 9116,'19'0'0,"4"0"-392,4 0 1,5 0 0,13-2 391,3-2 0,1-24 0,12-16 0,1-1 0,-9 7 0,-1 1 0,0-1 0,1 1 0</inkml:trace>
  <inkml:trace contextRef="#ctx0" brushRef="#br0">25177 12129 7840,'0'-19'0,"0"0"322,0 1 1,0-2 0,0 0 1225,0 3 1,1 10-752,4 12 1,-3 13 0,3 20-1,-4 13-628,-1 13 1,-8 10-1,2-30 1,-2 1 0,-2 1-1,-1 1-325,0 1 1,0 0 0,-3 3 0,0 0 0,2-3 0,0 0 0,-1 2 0,-1-1-2376,0 1 0,0 1 2531,-2 2 0,-4 1 0,-5-6 0,-6 1 0,-1 1 0,-3 5 0,-1-1 0,0 0 0</inkml:trace>
  <inkml:trace contextRef="#ctx0" brushRef="#br0">25277 12921 7764,'15'0'128,"4"1"1,3 2-1,4 2-47,4-2 1,9-1-1,1-2 1,6 2-1428,7 2 1346,3-2 0,8-40 0,-32 10 0,1 0 0</inkml:trace>
  <inkml:trace contextRef="#ctx0" brushRef="#br0">25393 12503 7865,'-13'-6'644,"3"-4"0,12 4 1,11 1-1,7 4-496,8 1 1,-1 6 0,9 2-1,1 2-424,0-1 0,1 6 0,6 5 0,-3 1-249,-3 0 0,2 3 1,-6-3-1,-4-1 93,-4 1 1,-2-2 0,-8-4-5,-3-1 984,-8-6 1,-1-3 154,-8-10 0,-4-1 0,-7-4-160,1 5 1,4 5 0,1 5-1,-1 6-351,2 7 1,-5 4-1,4 9 1,-4 1-107,-2 1 0,3 2 0,0-4 1,3-1-4,-2-3 1,4-7-1,1-1 1,1-3-165,0-2 0,0-7 0,5-9 275,0-11 1,7-9-1,2-12 1,4-4-106,2-4 0,1-6 0,3-3 0,3-3-107,1-5 0,9-2 0,-2 3 1,5 1-48,5-1 1,-3 7-1,0 6 1,-2 10-195,-3 11 0,-8 8 1,-5 7-1,-5 5-18,-4 8 1,-5 10-1,-10 12 1,-6 5 12,-7 8 0,-9 2 0,-8 3 1,-2-1 120,-3 0 1,-2 0-1,-2 2 1,-1 1 37,2 2 1,3-6-1,11-9 1,3-4-535,7-5 1,3-5-1,16-9 639,7-5 0,23-36 0,8-9 0</inkml:trace>
  <inkml:trace contextRef="#ctx0" brushRef="#br0">26644 11985 7898,'7'0'868,"-7"0"0,-8 8 0,-10 7 1,-3 9-527,-1 8 0,-2 11 0,-5 11 0,0 7-365,1 6 0,0 10 1,16-37-1,0 0 1,3 0-1,1 0-783,-3 36 1,4-5 0,7-7 805,0-7 0,13-22 0,3-1 0</inkml:trace>
  <inkml:trace contextRef="#ctx0" brushRef="#br0">26673 12417 7883,'-6'-8'546,"2"2"0,-5 9 131,-2 6 0,-4 12 1,-2 16-1,-3 3-495,3 5 0,-4 1 0,0-3 0,1 0-297,-1 1 1,3-8-1,7-4 19,1-6 0,7-13 1,-2-15 205,4-11 0,2-7 0,3-9 1,2-2 129,2-2 0,6-6 0,7-7 1,0-2-21,0 2 1,6 1 0,0 2-1,7 0-111,2-1 0,1 3 0,3 4 0,-3 8-287,-2 9 0,-8 10 0,-8 7 0,-4 6-87,-6 7 1,-2 9 0,-9 5 0,-3 3 123,-4 2 1,-10 1 0,-4 2-1,-1 0 51,0-5 1,7 2-1,-2-7 1,4 2 7,6 0 0,-3-4 0,8 2 0,0-1 88,3-4 1,2 1 0,4-1-1,5 3-42,3-3 1,1 4-1,0-2 1,1 0-54,-1 2 1,-4-3-1,-2 4 1,-2-1 142,-3-4 1,-9 1 0,-7 0 0,-6-1 270,-3-4 1,-7 1-1,-6-6 1,-1 2-2,1 0 1,-3-7 0,4 2-1,2-5-330,2-5 0,8 2 0,2-7 1,6-3-605,4-4 0,4 1 0,6-5 0,0 0-1156,0-3 1,6 2 1765,4-2 0,20-11 0,10-5 0,4-7 0,-1 1 0</inkml:trace>
  <inkml:trace contextRef="#ctx0" brushRef="#br0">27105 12043 7883,'14'-6'216,"-4"2"0,-1-4 529,2 2 1,2 3 0,0 9 201,-3 9 1,-2 12 0,-5 13 0,2 8-683,-2 9 1,-2 10-1,-1 13 1,0-37-1,-1 1-344,-1 0 1,-1 0-1,-2-3 1,-3 1-1,-2-2 1,-1 0 0,-11 38-2017,-4-3 2095,-7-8 0,-2-31 0,-5-1 0,-6-3 0,1 1 0</inkml:trace>
  <inkml:trace contextRef="#ctx0" brushRef="#br0">27522 12748 7936,'9'0'276,"1"0"203,1 0 1,2 0 0,3 0 0,3 0-528,5 0 1,10 0-1,6 0 1,6 0 47,7 0 0,-2-5 0,5-3 0,5 0 0,-1 0 0</inkml:trace>
  <inkml:trace contextRef="#ctx0" brushRef="#br0">27594 12417 7871,'-15'0'-87,"9"0"1,6 0-152,8 0 0,11 0 1,7 2 237,6 2 0,19-2 0,11-2 0,8 3 0,-1 0 0</inkml:trace>
  <inkml:trace contextRef="#ctx0" brushRef="#br0">28327 12662 7842,'-19'0'-39,"0"0"0,-2 0-460,2 0 499,10-7 0,34-20 0,23-11 0</inkml:trace>
  <inkml:trace contextRef="#ctx0" brushRef="#br0">28471 12762 7842,'-14'0'244,"4"-4"1,2-3 0,2-1 311,3-3 1,1 3 0,4-2 0,3 1-632,4 1 1,10-3 0,5 6 0,5 0 74,5-1 0,15-1 0,9-1 0,7-3 0,1 0 0</inkml:trace>
  <inkml:trace contextRef="#ctx0" brushRef="#br0">28917 12719 7793,'-14'0'541,"0"0"0,4 0 2072,0 0-2278,1 0 1,7 0-336,7 0 0,29-10 0,14-5 0,3-1 0,0 0 0</inkml:trace>
  <inkml:trace contextRef="#ctx0" brushRef="#br0">29694 12719 7858,'2'-9'134,"3"1"1,6 1 353,6 4 0,7-3 1,12 1-1,8 0-869,12-1 1,8 2 380,8-5 0,-15-12 0,3-6 0,4-4 0,0 0 0</inkml:trace>
  <inkml:trace contextRef="#ctx0" brushRef="#br0">29579 12316 7970,'-9'5'1456,"-1"0"0,5 0-792,-4-5 0,7 0 0,2 0 1,10 0-441,7 0 1,12-5 0,9 0 0,7 2-1995,8 1 0,3 1 1770,16-4 0,-36-3 0,3-6 0</inkml:trace>
  <inkml:trace contextRef="#ctx0" brushRef="#br0">30744 11827 8493,'-9'2'-203,"1"3"0,0 6-246,0 6 1,3 14 0,-3 12 0,0 10 414,0 7 0,-1 12 0,2-31 0,-1 0 1,1 0-1,1 1 34,2-1 0,-1-1 0,-6 39 0,6-9 0,2-3 0,52-9 0,15-9 0</inkml:trace>
  <inkml:trace contextRef="#ctx0" brushRef="#br0">31406 11942 7872,'-9'-5'-187,"-1"1"0,-1 0 0,-8 11 0,-8 9 427,-10 11 1,-5 15 0,-15 14 0,25-25 0,0 3-412,-2 4 0,-1 1 0,-3 2 0,-1 1 0,1 0 0,1 1 0,2-2 0,0-1 2,2-1 1,2-1-1,2-2 1,2 0 0,-21 29-1,10-7 169,6-8 0,35-18 0,8-5 0</inkml:trace>
  <inkml:trace contextRef="#ctx0" brushRef="#br0">31119 12503 7872,'1'-9'-169,"2"-1"230,2-1 0,0 6 0,-7 5 709,-2 8 1,-3 7 0,-4 2 0,3 4-248,2 1 0,1 1 0,5 2 0,0-1-339,0 2 1,1-4 0,4 1 0,5-3-489,3-2 1,6 3 0,2-2 0,1-1-1419,3-2 1,3-2-1,0-1 1722,1-4 0,1-34 0,1-14 0,3-5 0,1 0 0</inkml:trace>
  <inkml:trace contextRef="#ctx0" brushRef="#br0">31521 12460 7792,'-12'7'11,"2"2"1,-3 4 0,2 5 0,-7 7 324,-6 14 1,-9 12-1,-5 16 1,17-29-1,0 2-142,0 4 0,-1 0 1,-1 1-1,-1 0 0,2 2 1,1 0-1,3-1 0,3-1-2579,2-2 0,3-1 2385,-2 31 0,56-41 0,12-14 0</inkml:trace>
  <inkml:trace contextRef="#ctx0" brushRef="#br0">24788 8158 7889,'7'-14'-1460,"-6"4"2510,4 1-410,-3 5 0,-9-2-44,-2 6 1,2 2-203,3 2 1,2 0 0,4 4-17,2-2 0,4 0 0,8-2 0,4 2-487,3 2 0,17-5 0,8 2 109,7-3 0,13-13 0,11-4 0,-23 4 0,1 1 0,-1-1 0</inkml:trace>
  <inkml:trace contextRef="#ctx0" brushRef="#br0">26040 7741 7937,'0'9'642,"0"1"-268,0 1 0,0 8 1,0 9-1,0 8-191,0 12 1,-2 19-1,-2 10 1,-1-36-1,0 1-125,-1 2 1,-1-1-1,-7 37 1,-1-5 0,1-7-267,0-5 0,6-23 0,1-13 224,1-13 1,4-15-1,-3-14 1,4-7 286,1-5 1,0-10 0,0-5 0,0-5 108,0-5 0,0 0 0,0-6 0,1 1-185,4-1 0,8-1 0,9-2 0,4-1-345,4 1 0,10 2 1,4 4-1,7 6-110,5 6 1,-5 12-1,-3 7 1,-5 13 217,-5 8 0,-9 14 0,-11 7 0,-7 6 18,-6 6 0,-5 8 0,-5 1 0,-6 4 35,-7 5 0,-4-3 0,-7 3 0,0-5-101,0-5 1,-1 2 0,-2-6 0,-2-2-249,2-2 1,2-3 0,1-3 0,-1-6-81,-4-7 1,6 0-1,-3-6 1,7-2-44,3-1 0,2-4 0,5-1 0,1-3-284,4-2 1,-3 3 712,8-5 0,12-19 0,8-9 0</inkml:trace>
  <inkml:trace contextRef="#ctx0" brushRef="#br0">26500 7942 7716,'-9'0'92,"-1"0"0,7 8 0,-2 7 291,4 7 1,1 7 0,1 6 0,4 8-123,5 8 1,2 7 0,3 3 0,1 3-821,3 1 1,-3-4 558,3 1 0,29-9 0,6-3 0</inkml:trace>
  <inkml:trace contextRef="#ctx0" brushRef="#br0">26846 7899 7917,'-31'19'0,"-1"2"0,-3 1 170,-2 4 0,-1 9 0,-7 7 0,-3 7-71,-4 7 0,0 0 0,26-23 0,0 0 1,-1 0-1,1-1-360,0 1 0,1 0 0,-20 28 0,8-1 261,2-5 0,14-31 0,8-13 0</inkml:trace>
  <inkml:trace contextRef="#ctx0" brushRef="#br0">26400 7899 7971,'14'-21'0,"-1"4"0,-2-7 0,-1-2 366,1-1 1,-3 5 0,0 2 19,-2 4 1,-1 10 0,-7 6-455,-2 8 0,-4 16 0,-8 8 0,-4 8-299,-4 10 1,-8 4 0,-1 3 0,3 1 215,4 0 0,0 1 0,7 1 0,3 3 123,5-2 1,5 1 0,7-3 0,6-3-71,7 0 1,8-8-1,12-6 1,4-12 97,4-9 0,19-35 0,11-14 0,-21 9 0,1 0 0,0 0 0</inkml:trace>
  <inkml:trace contextRef="#ctx0" brushRef="#br0">27047 7511 7971,'0'-15'258,"5"1"306,0-1 0,4 9 0,-4 6 1,-2 11-70,-1 12 1,-4 4 0,-3 14 0,-4 7-437,-4 7 0,-3 1 1,-3 11-1,-5 2-281,-3 1 0,12-31 0,1 0 0,0 1 0,-1 0 0,1 0 0,-1 0-418,1-1 0,0-1 0,-14 29 0,5-6 640,3-7 0,17-43 0,5-16 0</inkml:trace>
  <inkml:trace contextRef="#ctx0" brushRef="#br0">27709 7324 7879,'0'-28'0,"0"4"430,0 5 1,0 6 197,0 9 0,0 13 0,-2 22 1,-3 12-441,-4 13 0,-6 9 0,-4 12 0,8-36 0,-2 1-234,0 3 0,-1 0 0,-1-1 1,0 1-1,-1 3 0,0 0 1,-1 0-1,0 0-76,1-1 0,0 0 0,3 1 0,1-1 0,1-4 0,1 0 0,-6 37-1249,8-14 0,6-15 1371,7-18 0,29-12 0,12-15 0</inkml:trace>
  <inkml:trace contextRef="#ctx0" brushRef="#br0">27810 7899 7879,'0'-9'209,"0"-1"0,-7 7 0,-2 1 1,-4 10 141,-2 11 1,-1 15 0,-1 9 0,-2 10-120,1 8 1,8-1 0,6 6 0,2-2-146,2-3 0,3-9 0,5-5 0,8-11-212,5-12 1,-2-4 0,4-16-1,-1-2 184,0-5 0,-2-7 1,2-9-1,-1-5 90,-4-3 0,-6-3 1,-1-2-1,0-4-353,-2 0 0,-2-3 1,-6-2-1,0 1-262,0 1 1,-6 3 0,-6-3-1,-4 7-414,-3 7 0,-5 4 0,5 6 880,2 1 0,7 57 0,4 15 0</inkml:trace>
  <inkml:trace contextRef="#ctx0" brushRef="#br0">28356 8101 7879,'0'-31'0,"2"-1"-213,3-1 0,-4-1 0,4 5 0,-3 1 573,-2-1 0,-2 2 0,-3 3 0,-4 6-28,-4 7 1,-3 4 0,-2 9-1,-2 4-75,-3 9 1,6 7 0,-3 12-1,4 4-50,2 4 0,0 1 0,1 0 1,3 0-179,5 0 0,4-6 0,1-3 0,1-4-64,4-1 0,3-7 0,7-3 0,-1-4-74,0-6 1,1-2-1,-1-7 439,1 0 1,-6-8-1,-1-5 1,-1-5-224,-4 1 1,3 1 0,-1 1 0,-2 1-386,-1 0 267,-2 6 1,0 8-1,-2 11 1,-3 6 116,-4 7 0,-4 8 0,-1 4 1,-1 2 160,1 7 0,-5-2 1,-2 5-1,0-3-66,0-2 1,-3 0 0,5 0 0,0-1-175,-2-4 1,5-3 0,-3-8 0,3-1-595,2-2 1,-6-6-1,1 1 1,2-3-211,1-2 0,3-4 0,2-2-1958,1-2 2735,7-1 0,-16-56 0,3-13 0</inkml:trace>
  <inkml:trace contextRef="#ctx0" brushRef="#br0">28673 7856 8035,'-8'-14'1152,"1"7"-802,7 7 0,0 15 0,-1 13 1,-2 11-357,-2 7 0,-5 5 1,4 8-1,-2 2-184,-3 1 0,-2 6 0,-2-6 1,1-3 10,0-5 1,1-2 0,2-14 0,3-11 126,1-8 1,3-12 0,4-9 237,0-11 0,0-7 0,1-11 0,2-4 46,2-8 1,6-2 0,-1-8 0,4-1-170,5-2 1,4-3-1,6-3 1,1-6-105,4-2 0,-1 3 1,9 1-1,2 2 18,1 4 0,3 4 0,-5 8 0,-6 11 297,-5 10 1,-10 8-270,-2 9 1,-12 4 0,-7 9 0,-7 5 5,-7 6 1,2 5 0,-10 1 0,0 4-6,-3 3 0,-3 2 0,-3 1 0,-2 2-150,-2 1 0,-4 6 1,3-6-1,0 1-2,-1 1 0,-4-3 0,4 5 0,-1-2-188,3-3 0,6-6 1,4-4-1,6-1-1510,7-4 1844,4-7 0,41-42 0,22-26 0,-19 18 0,0 0 0,1 1 0</inkml:trace>
  <inkml:trace contextRef="#ctx0" brushRef="#br0">29263 7525 7925,'-15'16'0,"1"2"94,-1 1 0,1 5 0,0-2 0,-1 5 253,1 9 0,0 5 1,-1 7-1,1 5-139,-1 3 1,7 1 0,4 2 0,2 1-323,2-3 1,0 1 0,2-15 0,2-6-610,6-5 1,3-5 0,1-3 722,1-5 0,5-22 0,3-7 0</inkml:trace>
  <inkml:trace contextRef="#ctx0" brushRef="#br0">29349 7813 7925,'0'14'182,"0"1"1,0 2 266,0 7 0,0 7 0,2 15 0,1 7-763,2 9 1,-1 12-1,-2 4 1,1-1-1373,2-4 1686,0-11 0,27 1 0,8-4 0</inkml:trace>
  <inkml:trace contextRef="#ctx0" brushRef="#br0">29694 7784 7974,'-16'0'0,"-1"2"149,-2 2 1,-13 12 0,-5 15-1,-11 12-42,-10 13 0,22-22 0,-1 2 1,-1 4-1,-1 2 0,-2 0 1,0 1-807,1 0 1,-1 0 698,3-6 0,-2-1 0,-14 12 0,-3 0 0,-3-3 0,0 0 0</inkml:trace>
  <inkml:trace contextRef="#ctx0" brushRef="#br0">30040 7396 7925,'28'-10'122,"1"0"0,0 7 0,0 2 0,-2 10 693,-3 15 1,-5 18 0,-9 17 0,-6 13-434,-2-31 0,-2 3 0,-6 4 0,-2 1 0,-4 4 0,-2 1 0,-4 0 0,-2-1-634,-3 1 0,-1-1 0,-2 0 0,-2-2 0,2-2 0,-1-2 0,1-3 0,-1-1-1618,3-6 0,0-1 1870,-17 26 0,31-63 0,6-12 0</inkml:trace>
  <inkml:trace contextRef="#ctx0" brushRef="#br0">24371 7568 7821,'0'-14'-77,"0"-1"1,0 1 198,0 0 0,0-1 0,0 1 1,0-1 386,0 1 1,0 5 0,-1-1 0,-3-1-294,0-2 0,-8 5 0,3 3 1,-6 4-101,-4 1 1,-5 0 0,-8 1 0,-5 4-90,-4 5 0,1 4 1,-8 5-1,2 5 27,-2 3 1,8 2 0,-2 0-1,5 0-62,5-1 1,4 1 0,4-2 0,6-1-109,7-2 1,6-7-1,10 3 1,6-4 62,7-2 1,6-4 0,8-2 0,3 0-189,2 0 1,1-4 0,3 4 0,-1 0 141,-1 0 0,-9-3 0,1 3 0,-7 0 146,-4 0 0,-2-3 1,-9 5-1,-5 1 42,-8 2 1,-5 3 0,-12 1 0,-6 2-128,-5-1 0,-6 3 1,2-1-1,0 3-24,-4 2 0,-2-4 0,1 0 0,1-2 62,1 0 0,6 7 1,-4-4-1,2 2 133,3 0 1,8-5 0,5 4 0,4-2-98,6-4 1,2-1-1,10-3-43,7-3 0,1-2 1,12-5-1,-1 2-44,0-2 0,7-2 0,6 1 0,2 1-134,3 2 1,-3 1-1,1-2 1,2 2-669,2 2 0,2 0 0,3 3 853,1-1 0,7-13 0,8-4 0,3 2 0,-1 0 0</inkml:trace>
  <inkml:trace contextRef="#ctx0" brushRef="#br0">23940 8662 7821,'9'0'1569,"-1"1"-1119,-2 4 0,6 5 1,-3 10-1,4 9-540,1 8 0,1 6 1,1 4-1,1 2-376,3 2 1,-1-4 0,-5 1-1,1-5-728,-1-5 1194,0-9 0,39-40 0,9-15 0</inkml:trace>
  <inkml:trace contextRef="#ctx0" brushRef="#br0">24242 8777 7802,'-39'24'166,"1"0"1,-4 3 23,-4 5 1,1 0 0,-3 6 0,5 4-194,5 4 0,-2-6 3,6 3 0,7-9 0,6 1 0</inkml:trace>
  <inkml:trace contextRef="#ctx0" brushRef="#br0">24831 10057 7740,'-14'0'85,"0"0"1,-1 0 298,1 0 1,0 0-1,-1 0 1,1 0-22,-1 0 0,-5 0 0,-4 0 0,-4 0-23,0 0 0,-9 2 0,-5 1 0,-4 4 35,0 1 0,1 0 0,3 3-176,4-2 0,-2-1 1,8 2-1,5-5 0,6-2 90,5 2-536,8-4 1,8 6 0,10-7 0,4 1 37,5 4 0,-1-3 1,4 4-1,1 0 12,-1 4 1,2 3 0,3 1 0,-1 1 122,-2-1 0,-7 0 0,2 2 0,-3 2 67,-1 1 1,-2 0 0,-4-3 0,-4 2 59,-3 1 1,-4 0 0,-3-3 0,-4 2-26,-4 1 1,-6 0 0,-2-4 0,-2 1-13,-2 3 0,-2-8 1,-2 3-1,0-1 24,0 0 0,1 1 0,-1 1 0,2-1 48,3 1 1,-2-1 0,7 0 0,1 1 24,2-1 1,4-4-1,2-1-118,5 2 1,10 2 0,6 0 0,5-2 20,3-1 0,9-5 1,-1 3-1,6 0-362,4 0 0,-3-4 0,4 6 0,0 0-1120,-1-2 1,5 4 1465,-4-2 0,5-6 0,7-2 0,3 2 0,1-1 0</inkml:trace>
  <inkml:trace contextRef="#ctx0" brushRef="#br0">24443 11079 7681,'-8'-6'232,"0"4"318,3-3 1,4 5-1,-4 5 1,3 6-296,2 7 0,5 4 0,1 8 0,2 2-307,4 2 1,0 9 0,3-3 0,-1 0-297,1 2 0,-1-6 0,0 1 0,-1-2 348,-3-3 0,9-20 0,-3-8 0</inkml:trace>
  <inkml:trace contextRef="#ctx0" brushRef="#br0">24745 11136 7681,'-14'-4'100,"-1"-1"1,-1 0-1,-1 5 1,-6 3 194,-4 7 0,2 6 0,-10 14 1,1 4-535,0 4 1,-4 5 0,6 4-1,3-1 239,4-4 0,20-6 0,0-7 0</inkml:trace>
  <inkml:trace contextRef="#ctx0" brushRef="#br0">26184 8849 7862,'-15'0'-551,"1"0"0,0 0 0,-1 0 547,1 0 0,0 0 0,-1 0 0,1 0 266,-1 0 1,1 0 0,0 0-38,-1 0 1,1 1 0,-1 3 291,1 0-184,6 1-226,2-5 1,17 0-1,3 0 1,4 0 92,3 0 1,-4 0-1,9 0 1,3 0 44,3 0 1,3 0 0,-2 0 0,4 0-58,0 0 1,3 0-1,-5 0 1,2 0-169,3 0 1,-5 0-1,-3 0 1,-5 0-235,-3 0 0,-6 0 0,-1 2-656,-6 3 0,0-2 870,-6 6 0,0-5 0,-5 2 0</inkml:trace>
  <inkml:trace contextRef="#ctx0" brushRef="#br0">25321 10575 7788,'14'0'-668,"0"0"1,1 0 971,-1 0 0,-4 0 0,1 0 1,5 0-353,6 0 0,6 0 48,0 0 0,29-7 0,11-5 0,6 0 0,1 0 0</inkml:trace>
  <inkml:trace contextRef="#ctx0" brushRef="#br0">26371 10129 7840,'0'-9'-27,"0"-1"1,0 5 996,0-4 0,0 4-863,0-5 0,0 14 1,-2 0-1,-1 9-151,-2 6 1,1 4 0,4 5 0,0 3-310,0 2 1,0 6 0,0 7-1,0 2 353,0-2 0,5 0 0,2 4 0,1 4 0,0 0 0</inkml:trace>
  <inkml:trace contextRef="#ctx0" brushRef="#br0">26083 10690 11563,'15'-1'0,"1"-2"232,3-2 1,9 0-1,11 5 1,4 0-493,5 0 0,3 0 0,7 2 0,-1 1-515,1 2 1,-1 6 0,-2-2 774,-7 4 0,-39 21 0,-20 4 0</inkml:trace>
  <inkml:trace contextRef="#ctx0" brushRef="#br0">26241 10935 9146,'-8'0'1274,"2"6"1,6 4 0,0 4-1026,0 6 1,0-3 0,2 7-1,1 2-202,2 1 1,6-3-1,-2-2 1,4 1-371,2-1 1,-1-4 0,0-1-1,2-4-567,4-3 0,-3-2 0,5 1 0,-1-4 890,-3-3 0,17-34 0,3-8 0</inkml:trace>
  <inkml:trace contextRef="#ctx0" brushRef="#br0">26515 10949 8030,'0'15'791,"0"-1"0,0 2 0,0 5 1,-2 9-405,-3 12 0,2 9 0,-5 10 0,0 3-363,0 1 0,5-4-24,-2 1 0,23-2 0,6-3 0</inkml:trace>
  <inkml:trace contextRef="#ctx0" brushRef="#br0">27579 8820 7925,'-14'6'0,"0"2"-101,-1 0 0,6 4 0,1-6 322,1 2 0,2-3-62,5 4 0,4-5 1,4 0-1,6-2 200,2-2 0,8 0 1,3 0-58,5 0 0,10 0 0,-1 0 0,7 0 1,5-2-58,6-2 1,7 2 0,12-3 0,-35 4-1,0 1-189,4-1 0,1 2 1,4-1-1,1 0 1,3 0-1,0 0 1,3-1-1,2 0-331,3-1 0,1-1 0,0 0 0,0-2 0,1-2 0,1 0 0,-5 0 0,0-1-239,-4 1 1,-1 0 513,-2 3 0,-1 0 0,-2-4 0,0 0 0,-1 3 0,-1 0 0,-3 2 0,0 0 0,-2 1 0,-1 1 0</inkml:trace>
  <inkml:trace contextRef="#ctx0" brushRef="#br0">27623 10144 7914,'-2'-13'686,"-3"3"1,-1 6 0,-5 10-263,1 8 0,5 13 0,-4 13 0,-3 8-267,0 10 0,-3 8 1,1 10-1,6-35 1,0 0-413,-2 1 1,1 1-1,1 0 1,0 0-1,-1 0 1,0 0-415,3 1 0,1-2 0,-1 26 669,6-11 0,31-22 0,9-7 0</inkml:trace>
  <inkml:trace contextRef="#ctx0" brushRef="#br0">27853 10403 7914,'-15'4'0,"1"3"282,0 1 1,-1 3-1,1 8 1,-2 5 65,-3 3 0,3 13 0,-4 4 0,4 0-273,2 1 0,1-2 0,4 0 0,4-1-24,3-4 0,2-3 1,2-7-1,3-6-74,4-8 0,4-1 1,1-8-1,1-2 210,-1-1 1,5-4 0,1-1-1,-3-3 88,-1-2 0,-1-2 1,-3-4-1,0-1-107,-3 1 1,1-5 0,3-2-1,-2 0-12,-2 0 0,-1-3 1,2 4-1,-4-3-124,1-2 0,-6-1 0,4 0 0,-3 4-260,-2 1 1,-2 2 0,-3 5 0,-4-1-508,-4 1 1,3 6 0,1 3 0,-2 4-2536,-2 1 3270,-2 0 0,14 44 0,2 12 0</inkml:trace>
  <inkml:trace contextRef="#ctx0" brushRef="#br0">28529 10748 7895,'-21'-22'38,"-3"2"1,2 0 0,-2 0 0,-2 3 362,-1 1 1,-2 3 0,2 4 0,2 4-6,1 3 1,6 5 0,-3 5 0,2 8-227,0 5 1,4-2 0,7 5 0,2 0-140,3-1 1,1 4 0,2-5-1,2 1-67,3-4 0,-2-3 1,6-2-357,3 0 1,0-6 433,3-3 0,-7-5 121,-3-5 0,-4-3 0,-1-6 422,0 0 0,0 4-335,0 1 1,0 9-1,0 3-315,0 10 1,2 11 0,1 1 0,2 5 20,-2 4 0,-1 6 0,-2-2 0,0 2 18,0-1 1,0 2-1,-2-4 1,-3 0 28,-4-4 0,-4-2 1,-3-2-1,-2-1-111,-1 1 0,-5-11 0,3-4 0,0-3-154,1-3 0,-4 3 0,3-6 0,0-2-94,0-1 1,2-7-1,3-1 1,-1-2-827,-3-3 0,6-4 1182,4-4 0,7-54 0,0 26 0,0 1 0</inkml:trace>
  <inkml:trace contextRef="#ctx0" brushRef="#br0">28989 10187 7896,'0'-15'-201,"0"-4"0,0 0 926,0 2 0,0 1 269,0 1 0,0 9 0,0 6-536,0 8 0,0 11 0,0 7 1,-1 7-282,-4 10 1,3 7-1,-4 7 1,1 3-653,0 2 0,-4-3 0,4 3 1,0-2 474,-1-3 0,15-16 0,6 1 0,-2 3 0,-1 0 0</inkml:trace>
  <inkml:trace contextRef="#ctx0" brushRef="#br0">29565 10101 8229,'-15'0'555,"1"8"1,0 8 0,-1 11-82,1 9 1,-7 14-1,-3 8 1,-3 7-797,-2 5 1,13-31 0,-1-1 0,-1 1 0,0-1 0,-17 35-2040,0-4 2361,1-5 0,-7 0 0,-4 2 0</inkml:trace>
  <inkml:trace contextRef="#ctx0" brushRef="#br0">29435 10647 10005,'-9'15'1508,"1"1"1,1 1-1055,4 2 0,2 7 0,1-4 0,1 2-306,4 0 0,-2-4 1,7 2-1,1-1-256,2-4 1,6-1 0,0-1 0,0-1-466,2 0 1,-5-1 572,3-3 0,29-29 0,6-13 0</inkml:trace>
  <inkml:trace contextRef="#ctx0" brushRef="#br0">29766 10690 7989,'-14'7'484,"-1"6"1,1 9 0,1 5 398,4 8 0,-4 12 1,3 7-1,-1 5-964,1 4 1,4 4 80,6-5 0,0-19 0,0-9 0</inkml:trace>
  <inkml:trace contextRef="#ctx0" brushRef="#br0">28457 11036 7792,'10'0'742,"-1"0"566,-6 0-890,10 0 1,-10 0 0,7 0 141,1 0 1,-3 0-178,2 0 0,-1 0-212,6 0 1,-6 0-396,1 0 0,-2 1-359,1 4 0,3 3 0,-8 7 0,0-1-40,-3 0 0,-2 1 0,-3 1 1,-2 1 275,-2 2 0,0 2 0,-3-3 0,1 1 260,-1-1 1,3-2-1,-1-2 438,-3 0 1,4 1 228,-1-1 0,6-4 0,-1-2-466,8-2 0,4-1 1,6-3-1,0 1-843,1 2 729,5-1 0,19-21 0,9-10 0,6-1 0,0 0 0</inkml:trace>
  <inkml:trace contextRef="#ctx0" brushRef="#br0">24055 11554 8160,'-7'-15'0,"4"1"0,-7 0 0,1-1-126,1 1 1,-5-1-1,5 1 1,-2 0 258,1-1 0,-1 1 1,-3-1-1,2 1 29,2 0 1,-1 4-1,-4 1 1,-1-1 12,1 2 0,4-3 0,1 6 0,-2 0-12,-2-1 0,-2 4 0,1-3-131,0 4 1,-1 6-1,2 1 1,2 2-134,2 3 1,-1 2-1,-3 3 1,2 1 105,2 3 1,-1 5 0,-4-2 0,-1 1-41,1 0 1,-2 1-1,-2 7 1,-3 3 129,-1 2 1,4-3-1,-2 4 1,0 2-22,1 2 0,-5 7 0,4 2 0,-1 0-39,0-3 0,2-1 0,4-1 0,-1 4-10,-3 1 1,3-3 0,-3 3 0,3-1 41,2-4 1,-1 5 0,1 2-1,0 3 33,-1 1 1,-4-4 0,-2 0 0,0 3 36,1 5 1,-4-7 0,4 3 0,3-1-59,1 0 0,2-1 0,-1-1 0,2 2-62,4-2 1,-4-4-1,5 1 1,-2 0 11,1 0 1,4-3 0,-3 4 0,0-3 34,0-3 1,3 6 0,-3-1 0,0 0-18,0-3 0,5 1 1,-3-1-1,1 0-26,0 2 0,0-4 0,5 5 0,2-1-52,3-4 1,-2 1-1,6-1 1,3 2-25,0-2 0,-2-6 1,0-1-1,-1 1-3,-1 1 0,5 2 0,-5-1 1,2-4 35,-1-4 1,-4 3-1,3 1 1,0 2-13,0-2 1,-5 4 0,2-4 0,-3 4 56,-2 1 0,0-1 0,0-2 0,0-2 23,0 2 0,4 3 0,1 3 1,-2 2-26,-1-1 1,-2-2 0,0-1-1,0 4 61,0 5 1,0-3-1,0-1 1,0-1 61,0 0 1,0 6 0,0-1 0,0 2-65,0-3 0,0-2 0,0-5 1,2 3-85,2 4 1,3-2 0,4-2 0,-2-3-58,3-2 0,-4 2 0,1 1 0,2 2 42,2-2 1,-3-1-1,-2-2 1,0 2 28,0 3 0,0-5 0,5 2 1,-1-5 76,4 0 1,2-3 0,-2-1 0,2-1-65,1-3 0,0-6 1,-5-4-1,1 1-27,-1-1 1,0-4-1,-1 1 1,-2-3-38,-1-2 1,-5 1 0,3-1 0,-2 0 46,-3 1 1,4-6 0,-2 1 0,-1 1-56,3 2 1,-6 1 0,6-1 145,-1-3 0,-4-2 471,3-3-200,3-4 0,-7 7-160,4-3 0,-3-2-192,-2 7 1,-2-7 0,-1 3-569,-2 1 1,-1-6-1310,1 4 0,3-2-687,-3 2 2548,4-3 0,1 4 0,0-6 0</inkml:trace>
  <inkml:trace contextRef="#ctx0" brushRef="#br0">23278 17165 7801,'6'-14'-240,"-4"-1"748,3 1 0,-4 4 194,-1 1-512,0 6 1,2-2-1,1 10 1,2 4 75,-2 4 0,-2 1 0,1 1 0,1 1 8,2 3 1,5-1-1,-6 4 1,1 0 28,2 1 0,-1-4 0,5 3 0,-1 1-67,1-1 0,-3-3 0,2 4 0,1-3-159,2-2 1,1-7-1,0-3 1,2-1 150,4-4 0,-3-3 0,9-7 0,2-9-469,4-11 1,15-8 0,-1-10 0,5-3-1357,2-5 0,0-2 1597,4-3 0,-13 4 0,2-7 0,3-4 0,-1 0 0</inkml:trace>
  <inkml:trace contextRef="#ctx0" brushRef="#br0">24414 11654 6792,'7'-12'78,"2"2"-49,4 5 0,1-1 16,1 1 1,-1 0-1,1 4 1,-1-3 19,0 0 1,1-1 0,-1 5 2,1 0 1,-6 0 0,-1 2 0,0 1-2,0 1 0,2 1 1,4-3-9,0 3 0,-4-4-31,0 4-32,-7-3 0,-3-2 0,-10 0 0,-4 0-10,-5 0 0,1 0 0,-7 0 1,-4 0 62,-3 0 1,-3 4-1,3 1 1,-4-2 15,0-1 0,2 3 0,-3 0 0,2-2 30,3-2 0,2 4 0,3 0-87,3-2 1,11-1 0,13-2-9,8 0 0,40-20 0,19-11 0,4-1 0,0 0 0</inkml:trace>
  <inkml:trace contextRef="#ctx0" brushRef="#br0">24716 11381 7676,'0'14'714,"5"-4"-458,0 0 0,1-7-435,-1 2 1,-2-4-229,7-1 0,0 0 0,4 0 407,0 0 0,45-25 0,12-7 0</inkml:trace>
  <inkml:trace contextRef="#ctx0" brushRef="#br0">24760 11237 7731,'-15'-6'398,"7"4"1,8-4 0,10 6-954,3 0 1,1 5 554,0-1 0,1 8 0,-1-4 0</inkml:trace>
  <inkml:trace contextRef="#ctx0" brushRef="#br0">25062 11194 7601,'-2'14'0,"-1"1"-53,-2-1 0,0 1 1,4-1-1,-2 2 425,-2 3 1,0 4-1,5 5 1,0 1-378,0 0 0,0 0 5,0-1 0,25 8 0,7 0 0</inkml:trace>
  <inkml:trace contextRef="#ctx0" brushRef="#br0">24414 9511 7728,'0'-10'-630,"-1"0"1557,-4-1 0,2 0-580,-7 1 0,7 6 0,-2 8-183,4 6 0,-1 3 0,-1 1 0,-2 1-69,2-1 0,1 0 1,2 1-1,2-1 89,3 1 1,-4-1 0,6 0-55,-1 1 1,-3-2-1,5-2-181,-2-2 1,1-6 0,-4 4-533,2-1 1,6-3-829,-1 7 0,2-7 1411,3 2 0,31-35 0,9-10 0</inkml:trace>
  <inkml:trace contextRef="#ctx0" brushRef="#br0">24587 9467 8386,'-6'15'441,"4"1"1,-3 1-1,2 4-295,-2 2 1,4 7 0,-6 8 0,2 4-654,1 1 0,-1 5 507,5 0 0,6 32 0,-2-39 0,0 1 0</inkml:trace>
  <inkml:trace contextRef="#ctx0" brushRef="#br0">26285 11712 7351,'14'0'-1543,"-4"-5"1506,-1 0 1,1 1 36,4 4 0,-4 0 0,-1 0 0,1 0 0,4 0 0,-4 0 0,-1 0 0,1 0 0,4 0 0,1 0 0,-1 0 0,20-7 0,4-1 0</inkml:trace>
  <inkml:trace contextRef="#ctx0" brushRef="#br0">26357 11683 8121,'-7'8'-114,"6"-1"1,-4-7 0,10 0 0,4-2 235,4-3 0,1 2 0,1-5 1,-1 2-34,0 2 0,2 1 0,2 0 0,3-2-48,1 2 1,-3 1-1,5 2 1,2 0-33,1 0 1,8 2 0,4 1 0,2 4 13,2 1 0,7-5 0,3 3 0,6-1-14,8 0 1,3 4-1,-27-6 1,1-1 0,2 1-1,2-1-30,3 1 1,0 0-1,4-2 1,1 0-1,3 2 1,1 0 0,4 0-1,0-1-300,5 0 1,0 1 0,-3 2 0,0 1 0,4-2 0,0 0 320,-4 0 0,0 0 0,-2 4 0,-2 0 0,2-2 0,-1-2 0,0-1 0</inkml:trace>
  <inkml:trace contextRef="#ctx0" brushRef="#br0">23925 17885 7676,'8'8'4724,"-1"-2"-4036,-7-12 1,-5 6 0,0 0-258,2 8 1,1 4 0,2 3-1,0 1 32,0 3 0,0-3 1,0 5-1,0-2-92,0 0 1,0 5 0,2-5 0,3-1 46,4-2 1,4-7 0,1-1 0,1 0-288,-1 0 1,7-3 0,1 3-1,2 0-981,0 0 1,0-3 0,5 5 0,-2 1-426,-3 1 0,-3 8 0,-7-1 1,-1 0-3024,-3 2 4298,2-5 0,-36-8 0,-1-10 0</inkml:trace>
  <inkml:trace contextRef="#ctx0" brushRef="#br0">24198 17956 7662,'-4'-9'522,"-3"1"1,-1 2 1154,-3 2 1,5 4-1181,1 5 0,3 11 0,2 13 0,0 8-277,0 4 0,0 10 0,0 5 0,0 7-388,0 2 0,0 2 0,0 4 1,0-6-1099,0-7 0,7-7 0,2-9 1266,4-4 0,22-58 0,8-21 0,5-4 0,-1-1 0</inkml:trace>
  <inkml:trace contextRef="#ctx0" brushRef="#br0">24932 18331 7673,'-14'0'2121,"-1"0"332,1 0 1,4 0-1198,1 0-1496,6 0 1,7 4 0,11 1 239,1-2 0,32-1 0,6-2 0</inkml:trace>
  <inkml:trace contextRef="#ctx0" brushRef="#br0">25824 17726 7779,'-1'-22'0,"-4"1"0,-5 2 363,-3 0 0,-1 0 0,0 6 0,-1 3 287,1 5 0,-5 5 0,-2 5 0,-1 8-365,-4 9 1,4 12 0,-2 19 0,-2 11-174,-1 9 0,13-31 0,1 3 1,0 3-1,2 1 0,1 3 1,0 0 22,2 3 1,1 0 0,2 3-1,2-1 1,0 2 0,1-1-294,0 0 1,2-1 0,2-3 0,3-2 0,-1-7 0,3-1 0,1-2 0,1-2-1,17 32-1126,6-8 1,-13-35 523</inkml:trace>
  <inkml:trace contextRef="#ctx0" brushRef="#br0">25810 18446 7785,'0'9'834,"0"1"0,8-7 0,5 2-967,4-4 1,14-1 0,1 0 0,7 0 132,11 0 0,-4-14 0,8-10 0,3-1 0,4-2 0,1 0 0,0 1 0</inkml:trace>
  <inkml:trace contextRef="#ctx0" brushRef="#br0">26687 17769 8382,'8'-6'964,"-3"-4"1,-3-2 0,-2-3 0,0 1 1311,0 0 1,0 4-1307,0 0 1,0 9 0,0 2-714,0 12 0,0 16 1,0 12-1,0 9-543,0 6 0,0 0 0,0 9 0,0-1-713,0-3 1,0-3-1,0-6 1,1-5 998,4-7 0,3-31 0,7-12 0</inkml:trace>
  <inkml:trace contextRef="#ctx0" brushRef="#br0">26472 18417 7826,'-15'0'0,"1"0"1160,-1 0 0,6 0-222,-1 0 0,9 0 1,1 0-392,8 0 1,6 5 0,4 0-1,2-2-622,3-2 1,6 4 0,4 2-1,1-1-484,1 0 0,2 4 0,6-4 1,0 1 558,0-1 0,26-1 0,6-5 0</inkml:trace>
  <inkml:trace contextRef="#ctx0" brushRef="#br0">26659 18647 7724,'-2'-9'565,"-3"1"686,-4 1 0,2 1 1,1 3-429,-1-2 1,4 6 0,-5 11-1,2 5-555,3 7 0,-4 3 1,2 0-1,2-1-179,2-2 0,1 0 0,0 3 1,0-1 91,0-2 1,1-7 0,4 3-179,5-4 1,2-4 0,3-1 0,-1-3-592,1-1 0,-1-2 1,0-5-1,1 0-528,-1 0 0,1-5 0,-1 0 1,0 0 1115,1-1 0,-7-34 0,-2-14 0</inkml:trace>
  <inkml:trace contextRef="#ctx0" brushRef="#br0">26817 18719 8764,'-8'14'943,"-3"1"1,6 1 0,0 3-762,-1 5 0,3 5 0,-5 3 0,1 3-1365,4 2 0,1-5 1183,2 1 0,7-2 0,-3-18 0</inkml:trace>
  <inkml:trace contextRef="#ctx0" brushRef="#br0">27694 17741 7720,'-4'-15'0,"-3"1"236,-1 0 0,5 4 0,-3 2 1060,-1 2-225,6-6-766,-6 4 0,7 2 1,0 6-1,0 10 14,0 7 0,0 7 0,0 10 0,0 6-98,0 6 1,0 12 0,0 10-1,0 9-400,0-34 0,0 0 0,0 0 1,0 1-1,0 2 0,0 0 0,0-1 1,0 0-610,0-2 0,0 0 0,0-1 0,0-1 788,0 31 0,0-25 0,0-7 0</inkml:trace>
  <inkml:trace contextRef="#ctx0" brushRef="#br0">27939 18172 7673,'-22'15'0,"4"1"43,7 3 0,-2-2 1,5 7-1,0 2 494,3 1 1,4 7-1,1-1 1,1-1-259,4-1 0,3-4 0,8-5 0,2-6-120,1-5 0,6-7 0,-1 0 0,2-4 239,-2-4 0,2-4 0,-7-8 0,-2-4 65,-1-4 0,2-3 1,-2-3-1,-5-2-156,-3-2 0,-3-1 1,-5 3-1,0-3-205,0-2 0,-7 5 1,-2-1-1,-4 1-455,-1-2 0,-5 4 0,-2-2 0,0 6-593,0 7 0,2 5 0,5 4 1,-1 7 26,1 6 1,6 13-1,3 13 1,5 8-407,5 4 1325,3 2 0,20-3 0,9 2 0,3 3 0,-1 1 0</inkml:trace>
  <inkml:trace contextRef="#ctx0" brushRef="#br0">28529 18244 7709,'-19'-9'176,"0"-1"1,-5 2 0,3-2 0,0 4 366,0 0 0,-3 4 0,5-3 0,1 5-240,2 5 0,2 8 1,1 8-1,4-1-241,4 1 1,3 3-1,2-3 1,0 0-75,0 0 1,7-4-1,4-6 1,5-3-232,3-1 0,0 2 1,-3-4-1,2-2 365,1-1 1,0-4 0,-6-2 0,-2-4 294,-1 0 0,-7-5 0,2 3 0,-4-3 35,-1-1 1,0 0-1,0-1 1,-1 2 33,-4 4 0,2-2 0,-5 4-277,1-1 1,1 5 0,3 1-1,-2 9-117,2 7 1,1 15-1,2 1 1,0 6-272,0 4 0,2 3 0,1 3 0,2 4-140,-2 1 1,-1 0-1,-2 3 1,-2-4-111,-3-5 1,2-1 0,-7-8 0,-1-3 40,-2-3 0,-1-4 0,0-12 1,-1-1 89,1-3 1,-2-4-1,-2-6 1,-1 0-165,2 0 1,-4-6-1,0-5 1,-1-5-666,-4-4 1,0-5 1126,2 1 0,-28-29 0,-3-8 0</inkml:trace>
  <inkml:trace contextRef="#ctx0" brushRef="#br0">28572 18503 7709,'0'-9'1345,"0"-1"0,5 0 0,1-2-595,2 2 0,2 2 0,4 5 0,1-2-607,-1 2 1,0 3-1,-1 5 1,-3 4-274,-5 4 1,1 3 0,-1 2 0,-2 2-113,-1 3 1,-2-4-1,-2 5 1,-1 0-71,-2-2 0,-1 1 0,2-6 0,0 3 206,0-3 0,3-6 0,1-1 0,1-1-87,4-1 1,3-1 0,7-7-1,1 0 193,3 0 0,28-26 0,11-12 0,9-2 0,-1 0 0</inkml:trace>
  <inkml:trace contextRef="#ctx0" brushRef="#br0">29306 17769 7705,'8'-6'1783,"-2"4"0,-7-7-1472,-4 9 1,3 9 0,-3 17 0,4 8-560,1 9 0,-5 2 0,0 7 0,2 4-412,1 5 0,2 3 660,0 3 0,-5-26 0,-2 1 0,-1-1 0,0 0 0</inkml:trace>
  <inkml:trace contextRef="#ctx0" brushRef="#br0">29838 17856 9323,'0'-7'1171,"-1"7"0,-4 10-1034,-5 8 0,-9 12 1,-5 13-1,-5 11-302,-4 12 1,12-29 0,-2 1 0,-3 7 0,0 1 0,-1 1 0,-1 1-226,2-1 0,0 0 0,-1-1 1,1-1-1,4-4 0,1-2 1,-13 30 389,12-15 0,41-81 0,21-32 0</inkml:trace>
  <inkml:trace contextRef="#ctx0" brushRef="#br0">29752 18287 7682,'-7'8'741,"-1"5"0,-4-3 190,2 3 0,4 1 1,6 0-1,0 1-544,0-1 0,1 1 1,4-3-1,5 0-435,2-3 1,8-1 0,0 3-1,3-3-358,2-1 1,7-3 0,2-4 0,-1 0 405,3 0 0,0-25 0,8-7 0</inkml:trace>
  <inkml:trace contextRef="#ctx0" brushRef="#br0">29953 18259 7767,'-14'4'632,"1"3"1,2-1 274,1 1 1,1 9 0,-6 1-1,2 9-592,4 9 0,-9 7 0,4 5 0,-2 6-1117,0 3 0,2 5 0,1-4 802,3-5 0,36-44 0,14-13 0</inkml:trace>
  <inkml:trace contextRef="#ctx0" brushRef="#br0">30212 17539 7880,'8'-27'0,"-3"1"562,-3 3 1,-1 0 0,4-1 0,5 5 648,2 3 1,4 10-1,4 9 1,5 16-670,7 18 1,-2 25 0,-12-22 0,-2 3 0,-1 6 0,-3 1-468,-1 6 1,-3 2 0,0 5 0,-4 2 0,-6 4-1,-4 1 1,-3 2 0,-3 1-970,-5 4 0,-3 0 0,-3-6 0,-2-2 0,-3 3 0,-2-1 894,3-5 0,-3-3 0,-4-10 0,-2-3 0,-1-5 0,0 1 0</inkml:trace>
  <inkml:trace contextRef="#ctx0" brushRef="#br0">24587 17827 8061,'-10'5'-34,"1"0"1,4 1 0,-5-3 0,1 4 105,1 1 0,-7 1 0,3 7 1,-8 2 272,-2 1 0,-8 13 1,-9 1-1,-5 9-348,-9 6 1,24-20 0,-1 2 0,-7 3 0,0 1 0,-1 1 0,-1 2 15,-1 1 1,-1 0 0,2-3 0,1-1 0,2 1 0,0-1 0,5-3 0,1-1 65,-19 21 1,14-8 0,17-9 0,10-12-80,13-9 0,35-33 0,21-11 0</inkml:trace>
  <inkml:trace contextRef="#ctx0" brushRef="#br0">27018 18503 8069,'-14'5'195,"0"0"1,2 4 0,0-2 0,-4 2 247,0 7 0,-7 2 1,-2 11-1,-9 6-340,-9 5 0,-8 16 1,20-25-1,-1 0 0,-1 3 1,-1 1-152,-1 1 1,0 0-1,1 2 1,1 1-1,1-2 1</inkml:trace>
  <inkml:trace contextRef="#ctx0" brushRef="#br0">30860 18345 7632,'-8'6'577,"0"-4"-272,3 3 0,2-4-104,-7-1 0,5 0 353,-4 0 520,5 0 672,-8 0-1409,10 0 1,2 0 0,10 0 0,2 0-287,3 0 0,6 5 0,4 2 1,7-1 90,7 0 0,10 1 0,9-4 0,7 2-206,5-2 1,2-1 63,0-2 0,-25 6 0,-7 2 0</inkml:trace>
  <inkml:trace contextRef="#ctx0" brushRef="#br0">31119 18000 7835,'-13'-2'-67,"2"-1"173,1-2 1,5-1 76,-4 1 1,4 2-54,-5-7-465,7 7 164,-10-4 0,10 7 185,-7 0 0,6 0 186,-6 0 1,5 0 507,-4 0 1,-1 0 1493,-4 0-1164,6-6 0,1 3-963,7-7 0,13 7 0,6-2 0,8 5-724,7 5 0,9-3 649,10 3 0,-5-6 0,9-1 0,3 0 0,4-1 0,1 0 0,-1 1 0</inkml:trace>
  <inkml:trace contextRef="#ctx0" brushRef="#br0">25968 18820 7153,'14'0'12,"1"0"307,-1 0 1,-7 0 7,-7 0-484,-7 0-85,-1 0 242,2 0 0,6 6 0,0 2 0</inkml:trace>
  <inkml:trace contextRef="#ctx0" brushRef="#br0">32313 17640 8198,'0'-14'409,"0"-1"0,0 1 0,0-1 719,0 1 1,4 0-1,3 1 1,1 2-259,3 1 1,3 7 0,6-2 0,4 5-202,3 5 1,6 11 0,2 13-1,1 7-677,-1 6 0,-2 6 0,-5 1 0,-4 4-358,-5 6 0,-10-3 0,-4 3 1,-5-4-415,-5-1 1,-9-3 0,-12 1-1,-4-5 370,-4-5 1,-4-5-1,3-10 1,-2-1 1058,-3-2 1,5-8 0,3-2 0,5-8 1630,3-4 1,6-2-1431,-1 0 1,11 0 0,8 0-1087,8 0 1,10 2 0,4 1-1,5 2-563,8-2 1,5 3-1,5 1 799,3 0 0,0-7 0,6-3 0,7 2 0,0 1 0</inkml:trace>
  <inkml:trace contextRef="#ctx0" brushRef="#br0">33262 17568 12757,'-14'-6'538,"-1"-1"2115,1-2-1434,6 2 0,2 15 0,6 5 0,0 6-81,0 4 1,4 7 0,3 8-1,1 4-762,3 1 1,-3 7 0,0 4 0,-2 7-696,-2 6 1,-3 3-1,-1 2 1,-3 0 118,-7 0 1,-1-3-1,-13-5 1,0-10 431,2-8 1,-4-6 0,7-12 0,2-6 989,1-8 1,8-7-1,3-14-383,3-7 0,2-2 0,0-8 0,0-3-839,0-5 0,2 1 0,3-2 0,4 3 0,4 1 0,6 2 0,0 3 0,0 6 0,2 7 0,0 0 0,5 6 0,-2 2 0,1 1 0,-2 4 0,-1 2 0,-1 6 0,-4 3 0,-2 6 0,-6 2 0,-4 0 0,-3-1 0,-2 4 0,0-4 0,0-3-437,0-1 0,-7-2 1,-2 1-1,-4-2-18,-1-4 1,-6 2 0,0-4 0,-3-1-325,-2 1 0,-3 2 0,0-4 1,-1-2-228,0-1 1,0-2-1,1 0 1,-1-2-33,0-3 1,2-1 0,3-5 0,6 1-13,7-1 0,0 3 0,9 0 816,9 2 1,2 1 0,15 5 120,2 0 1,37-10 0,16-6 0,-21 6 0,-1-1 0,1 0-1</inkml:trace>
  <inkml:trace contextRef="#ctx0" brushRef="#br0">33593 18230 11560,'0'-10'9325,"0"1"-8624,0 5 0,0 0 0,0 8 0,-2 8-553,-2 5 1,0 1 0,-5 6-1,-1 1-1239,2 3 0,-4 0 0,4 1 1195,0 0 1,-12 12 0,4 4 0</inkml:trace>
  <inkml:trace contextRef="#ctx0" brushRef="#br0">33579 17798 9583,'-7'-8'1795,"4"-3"2901,-6 6-4854,-1-6 0,2 11 0,3 0 0,4 8-2649,1 5 2796,6 1 0,19 16 0,9 6 1,5 3-1,0 0 0</inkml:trace>
  <inkml:trace contextRef="#ctx0" brushRef="#br0">33780 18460 8135,'-22'37'0,"3"-4"278,3-2 1,3-4 0,2-3-279,1-5 0,20-16 0,-1-4 0</inkml:trace>
  <inkml:trace contextRef="#ctx0" brushRef="#br0">33593 18345 7939,'-6'8'1618,"4"0"1,-1-5-1046,6 2 0,5 1 0,8-2 0,2 0-536,1 0 1,6 2-38,-1-1 0,23 19 0,6 0 0</inkml:trace>
  <inkml:trace contextRef="#ctx0" brushRef="#br0">33737 18230 8142,'8'-7'-1265,"0"6"915,-3-4 1,-4 2 2064,4-2 1125,-3 3-1972,-2-4 1,-2 6-1,-1 2-416,-2 2 1,0 4 0,5 7 0,0 1-437,0 3 0,-1 3 0,-2 7 0,-2 2-472,2 2 1,1-1 0,2 5 0,-2 0 455,-2-1 0,2 35 0,-1-30 0,0 1 0</inkml:trace>
  <inkml:trace contextRef="#ctx0" brushRef="#br0">33607 18474 8288,'0'-9'2880,"0"-1"0,0 5-619,0-4-2624,0-1 1,8 2 0,5 4 0,6 2 362,4 2 0,39 19 0,15 5 0</inkml:trace>
  <inkml:trace contextRef="#ctx0" brushRef="#br0">33809 18561 7940,'-10'14'0,"2"1"344,2-1 1,1-4 0,7-1-1,1 2-56,2 2-32,25 2 0,-25-6 0,9 1 287,-17 1 1,-3-3-29,1 1 0,-2 1-524,3 4 0,-9-4 1,-1 0-237,-9 1 0,2 0 0,1 0 0,-1-1-17,-3 1 1,-3 2 0,-2 0 0,0-4 90,0-4 0,1 1 1,0-1-1,4-2-54,5-1 0,10-8 0,4-4 225,3-3 0,41-8 0,9-1 0</inkml:trace>
  <inkml:trace contextRef="#ctx0" brushRef="#br0">27594 11496 7758,'1'10'0,"4"-1"154,5 3 0,3-6 1,3 0-1,3-1 346,5 0 0,11 5 0,10-4 0,12 2-457,14 3-43,7 2 0,-23-18 0,8-7 0,1-1 0,5-1 0,0 0 0,-1 0 0</inkml:trace>
  <inkml:trace contextRef="#ctx0" brushRef="#br0">24486 15870 7807,'0'8'2070,"0"5"-1801,0-11 1,2 4 0,3-6 0,4 0 19,4 0 1,1 0-1,2-2 1,5-1-205,8-2 0,1 1 0,9 2 1,1-1-354,1-2 0,7 0 1,2 5-1,-1 0-689,1 0 1,-2 0 956,-5 0 0,-13-6 0,-3-2 0</inkml:trace>
  <inkml:trace contextRef="#ctx0" brushRef="#br0">26990 15798 7965,'-15'-9'0,"1"1"0,-1 1-292,1 4 0,0-3 0,-1 1 75,1 2 0,-1 0 0,1-1 0,0 0 154,-1 0 1,-1 3 0,-1 1 0,-2 0 21,1 0 1,-4 0 0,-1 0 0,-1 0 39,0 0 1,0 0-1,-3 0 495,3 0-120,3 6 0,9-3 222,2 7 0,5-7 0,10 2 0,8-4 106,9-1 0,8 0 0,15 0 0,5 0-443,7 0 0,9 5 1,11 2-1,-36-4 0,1 2-344,2 0 1,1 1 17,2 2 1,7-3 0,-1-8 0,10-5-1,6-3 1,2 0 0,-1 0 0,7 0-1,1-1 1,-1 1 0,1-1 0,-1 1-1</inkml:trace>
  <inkml:trace contextRef="#ctx0" brushRef="#br0">28989 6590 10883,'-73'-15'-116,"-4"-1"1,36 7 0,-1-1 110,-2-2 1,-2 0 0,-1 0 0,-2 0 0,-1 0 0,-2-1 0,1-1-1,0 1 402,1 0 1,1 0 0,0-2-1,0 0 1,-1-2 0,0 0 0,-1 0-1,-1 0-263,-1 0 1,1-1 0,1 3 0,1 0 0,-1-2 0,0-1 0,2 1-1,0 0 3,1 0 1,-1 1-1,-1 0 1,-1 3 0,0 1-1,0 1 1,0 1 0,1 1-35,3 2 0,0 1 0,-1 2 0,0 0 0,1 4 0,-1 0 0,0 1 0,-1 2-26,-2 1 1,1 1 0,4 2 0,1 2-1,-2 5 1,0 3 0,3-1 0,1 1-121,2 2 1,1 1-1,4 0 1,2 3-1,-2 0 1,1 2-1,-27 26-61,11 0 0,8 5 0,17-3 0,7 3 4,9 1 0,17 1 0,13-1 0,22 1 98,-12-29 1,4-1 0,8 2 0,5-2-1,12 1 1,2-2 0,5 0 0,3-1-91,2-2 1,3 0 0,-22-9-1,2 0 1,0-1 0,3 1-1,0-1 1,2 1 0,1-1 0,1 0-1,1 1 94,3-1 1,0 1 0,0-1-1,-1 0 1,0 1 0,0-1-1,3 0 1,1 0 0,0 0-1,0-1 1,0 0 0,-1 1-271,1-1 0,0 0 0,1-1 0,1-1 1,0-1-1,-1 1 0,0 0 0,-1 1 0,0-2 1,-1 1-1,1-2 0,-2 0 48,-2 0 0,-1-1 0,-1-1 0,-3 0 0,0 0 0,-1-2 0,-3 0 0,-1-2 0,0-1 0,23 0 1,-1-1 125,-1-1 0,-3-3 0,-11-1 1,-3-2-1,-6-3 0,-2-2 0,-7-2 1,-3-3 702,27-21 0,-20-11 0,-15-6 0,-15-7-193,-10-6 1,-28-5 0,3 34 0,-4 1 0,-8-3-1,-4 1-195,-6-1 1,-3 1 0,-8-4 0,-4 1 0,-4-2-1,-3 1 1,-4 3 0,-1 1-381,-4 0 1,-2 2-1,22 13 1,-1 1-1,-1 0 1,-4 0-1,-1 1 1,0 0-1,-2 1 1,-1 0 0,0 1 66,-3-1 1,0 1-1,0 1 1,-1 3-1,0 2 1,0 0-1,2 0 1,1 2-1,0 1 1,0 1-1,1 2 1,0 0-106,2 2 1,-1 2-1,2 0 1,0 1-1,0 0 1,2 3-1,-19 1 1,3 4-1,9 1 1,2 4-439,8 2 1,3 3 0,9 4 0,4 4 0,-19 29 634,11 4 0,12 5 0,14 6 0,6 7 0</inkml:trace>
  <inkml:trace contextRef="#ctx0" brushRef="#br0">16386 7237 8274,'-14'-6'372,"6"3"16,3-7 0,7 7 0,7-2 1,12 2-17,10-2 1,15 4-1,18-4 1,17 3-161,-33 2 0,2 0 0,9 0 0,3 0 0,8 0 0,1 0 0,5 0 0,2 0-111,2 0 0,1 0 1,-2 0-1,-1 0 0,-4 0 1,0 0-1,-1 1 1,-2 0-247,-1 1 0,-1 1 0,-2-2 0,-1 1 0,-5 2 0,-2 1 1,-5 0-1,-1 0-354,-5-2 0,-2 2 0,-4 2 1,-2 0 498,22 8 0,0-4 0,-9 8 0,3 0 0</inkml:trace>
  <inkml:trace contextRef="#ctx0" brushRef="#br0">7380 6892 7781,'0'-10'-680,"0"1"1,0 4 0,-1-3 678,-4 2 0,2 1 1,-7 5-1,-1 0 1,-2 0 0,-1 1 0,-1 4 0,1 2 0,0 4 0,1-2-1,3 3 1,-3-1 0,4-2 0,-17 30 0,-4 1 0</inkml:trace>
  <inkml:trace contextRef="#ctx0" brushRef="#br0">7280 7007 7837,'28'0'0,"1"-5"0,1-1 0,2-2 59,2-3 0,6-1 0,0 1 0,5 3-35,3 2 0,4 1 0,-2 5 0,-1 2-111,1 3 1,3 3 86,-5 6 0,-13-6 0,-8-2 0</inkml:trace>
  <inkml:trace contextRef="#ctx0" brushRef="#br0">27061 7338 8127,'15'-5'-44,"-1"0"1,1-1 0,1 3 0,3-4-210,5-1 0,8 4 0,4-6 1,4 0 248,5 2 0,10-3 1,2 5-1,7-1 99,2 1 1,4-5-1,-3 3 1,5-2 19,5 1 0,-5 4 1,0-3-1,-8 2-22,-5 2 0,-8-2 0,-5 1 0,-7 2-96,-11 1 0,-7 4-121,-11 3 0,-7 3 0,-13 5 5,-9-4 1,-13 4 0,-6-5 0,-5 1 52,-5 1 0,-8-5 0,-8 4 1,-3 3 60,-7 0 1,2-2-1,-5-2 1,4 0 42,1 0 1,3-3 0,1 3 0,0-2 68,9-3 0,10 4 0,15-2-39,10-2 1,34 3-69,18-1 0,25-1 0,18 0 0,4-1 0,-13-1 0,0 0 0,1 0 0,-1 0 0</inkml:trace>
  <inkml:trace contextRef="#ctx0" brushRef="#br0">26098 15453 6460,'79'4'-19,"0"0"1,1 0-1,0-2 1,-26-1-1,1-1 1,0-1 0,3 1-1,1 0 1,0 0 69,4 0 0,1 0 1,-1 0-1,-1 2 0,0 0 1,0 1-1,3 0 0,1 0 1,-1 0-1,1 2 0,-1-1 1,1 2-587,0 0 1,0 0 0,0 1 0,1-1 0,0-1 0,1 1 534,-1 2 0,0 1 0,0-2 0,2 0 0,-1-1 0,1 1 0,0 0 0</inkml:trace>
  <inkml:trace contextRef="#ctx0" brushRef="#br0">14718 15510 8220,'-29'15'-105,"2"-1"1,1 1 0,4-1 207,1 0 0,2 1 1,6-1 549,3 1 0,5-7-539,10-4 0,3 3 1,8-2-1,3-2 258,5-2 1,12-1 0,7 0-1,8 0-4,5 0 0,13 2 0,4 1 0,-33 0 0,2 1-275,3-1 0,2 2 1,8-1-1,2 1 1,11 3-1,3 0 1,7 1-1,3 1-203,-25-2 0,2 0 0,0 0 0,3 2 0,0-1 0,1 1 0,2 0 0,2 1 0,-1 0 0,3 1 0,0-1 0,1 1 110,1 0 0,1 1 0,0-1 0,-1 0 0,0-1 0,0 1 0</inkml:trace>
  <inkml:trace contextRef="#ctx0" brushRef="#br0">18228 7194 7985,'30'0'-290,"4"0"1,1-5-1,5-1 1,-2 0 303,2-1 0,0-2 0,-1 2 1,-6 1-39,-2-1 1,-4 3 0,-3 4-49,-5 0 60,-9 0 1,-7 0 0,-11 0 0,-8 0-16,-5 0 1,-3 0-1,-6 0 1,-2 1-15,-2 4 1,-6-2 0,3 5 0,-1-1 22,0-4 1,1 3 0,-2 1 0,6-1 1,3 0 1,1 1-1,0-4 1,0 3 22,0 2 1,7-5 0,3 2 42,3-3 1,10-2 0,6 0 35,7 0 0,11 0 0,3 0 1,0-2 39,-1-3 0,6 2 0,-2-5 0,2 2-83,-2 3 0,3-4 0,-3 1 1,1 0-1,-1-1 0,3 2 0,-3 4 0,4-2 9,0-2 0,-4-2 1,-1 4-1,-1-2-2,0 2 1,-4 0-1,1 0 163,-3-2 0,-8-1-65,-3 1 0,-5 3-154,-5-3 0,-3 4 0,-6 1-135,-1 0 1,-1 0 0,-1 1 0,-2 3-50,1 0 1,-4 6 0,-2-4 0,-3 2 32,-2 4 0,-5-4 0,1 1 1,1 1 108,1-2 0,-4 5 0,-2-6 1,1 3 84,2 0 0,5-6 0,4 4 1,2-1 532,3-4-493,7-1 0,13-2 1,9-2-1,4-3 15,2-4 0,5 1 0,4 0 0,5 0 25,5 0 0,-2-2 0,6-3 0,2 2-3,1 2 0,4-1 0,2-3 0,1 2-31,-2 1 0,3 1 0,1-4 0,0 2-87,-1 1 1,-7 7 0,-10-2 0,-7 4-91,-6 1 73,-9 0 1,-15 0 0,-11 1 0,-5 2-21,-4 2 0,-7 5 0,-2-4 1,1 1 23,-2-1 1,3 5 0,-5-3 0,2 0 5,3-3 0,1 1 0,3 1 0,-1-1 1,0 1 1,2 2 0,1-4 5,2-2 1,7-1 6,-2-2 1,11 0 0,8 0-19,8 0 0,4-2 0,3-1 0,1-3-25,3-2 0,-3 4 1,5-2-1,-2 1 1,0 0 1,2 1 0,-4 4 0,3-2-4,-3-3 1,4 4-1,-2-4 1,-1 3 6,-2 2 1,0-1 0,1-3-1,2 0-8,-1 0 1,-7 3-1,-1 1 1,1 0-171,2 0 1,-4 0 54,1 0 1,-5 0 99,4 0 0,-7 0 27,-2 0 0,-6 5 0,-9-1-16,1 0 0,-1-3 0,3 1 0,0 1-173,3 2 0,-1 0 32,-4-5 0,-1 4 5,1 1 183,6 0 0,2-5 0,25-6 0,5-2 0</inkml:trace>
  <inkml:trace contextRef="#ctx0" brushRef="#br0">18458 7180 8053,'-35'0'-342,"5"5"1,-4-1 0,2 1 152,-2 2 1,2-4-1,-4 5 1,1 0 240,3 0 0,1 0 0,4 3 1,1-3-75,2-2 0,7 5 2,-2-1 1,11-4 40,8-1 1,8-3 0,11-4 0,6-1 78,7-2 0,5-6 1,8 1-1,3-2-12,5-3 1,9 6-1,4-1 1,1-1-31,0-2 1,-6 4-1,1 1 1,-3 0-84,-1 0 1,-9 4-51,-6 0 0,-22 2 1,-22 4-1,-23 2-497,-21 6 572,-6 3 0,-4-6 0,-13 0 0,-1 0 0,-4 0 0,1 0 0,-1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5855 1338 8194,'-1'-13'0,"-3"2"-884,0 2 1,-1-1 871,5-4 1,0-1-1,0 1 283,0-1 1,1 6 77,4-1-250,3 1 1,7 2-25,-1 7 0,-6 8 0,-3 11 0,-4 7-1,-1 6 0,-6 6 0,-4 10 0,-2 7-229,-3 5 0,1 3 1,-2 9 154,-3 6 0,5-11 0,-1 7 0,-3 5 0,-1 0 0</inkml:trace>
  <inkml:trace contextRef="#ctx0" brushRef="#br0">6603 1281 8207,'8'-15'-225,"-1"1"1,-6-1 259,4 1 0,-3 0 0,3-1 1475,-4 1 0,1 6-1113,3 3 0,-4 5 0,4 5 1,-3 6-283,-2 7 1,-7 10-1,-1 12 1,-1 5-484,-1 3 1,-1 6-1,-7-1 1,-1 5-485,1 4 1,2-1 851,2 6 0,0-32 0,-1-3 0</inkml:trace>
  <inkml:trace contextRef="#ctx0" brushRef="#br0">7222 1338 8260,'14'-8'250,"1"-5"1,-1 5 694,1 0 0,-3 5-573,-2 13 0,-4 7 1,-7 18-1,-6 10-314,-7 11 1,-12 8 0,-7 8-1,-1 2-353,16-36 0,1 0 0,2 1 1,0 1 294,-3 1 0,2-1 0,-1 13 0,4-13 0</inkml:trace>
  <inkml:trace contextRef="#ctx0" brushRef="#br0">9236 1324 8093,'0'-15'1359,"2"7"-896,3 4 0,1 8 0,4 6 0,-6 6-396,-2 8 0,3 1 0,0 15 0,-2 4-174,-2 2 107,-7 15 0,-19 5 0,-9 10 0,8-17 0,0-1 0,-1 1 0</inkml:trace>
  <inkml:trace contextRef="#ctx0" brushRef="#br0">9898 1223 8005,'0'-14'1296,"0"2"0,-2 8-1048,-2 8 1,0 16 0,-5 8 0,-4 9-320,-5 5 0,2 7 0,-3 4 0,2 5-1646,-3 4 1717,4-3 0,8-7 0,2 5 0,3 0 0,0-1 0</inkml:trace>
  <inkml:trace contextRef="#ctx0" brushRef="#br0">10430 1367 7849,'-14'0'-311,"-1"0"0,1 0 569,0 0 0,1 6 0,0 4 0,0 4-123,-3 5 0,-3 5 0,0 12 0,-3 7-19,-1 8 0,9 3 0,9 1 0,5-3 162,5 3 0,12-12 0,15-6 0,12-12 158,5-10 1,5-7 0,6-10 0,-1-4 366,-3-9 1,-13-12-1,-3-11 1,-7-4-400,-5-1 1,-16-2 0,-2-1 0,-7-1-625,-3 6 1,-8-2 0,-5 6 0,-7 2-545,-8 6 0,1 7 1,-11 9-1,-2 3-667,-2 5 1,1 7 0,4 6 1430,8 6 0,26 49 0,13 7 0</inkml:trace>
  <inkml:trace contextRef="#ctx0" brushRef="#br0">12099 1137 10062,'-13'1'0,"2"4"323,2 5 1,-3 15-1,-5 10 1,-4 10-411,-1 8 1,-2 11 0,-4 6-1322,4 5 1408,-3-4 0,10-10 0,-1 6 0,-4 1 0,-1 1 0</inkml:trace>
  <inkml:trace contextRef="#ctx0" brushRef="#br0">12473 1338 8023,'-14'21'-176,"-1"3"1,1 0 0,0 3-1,-1 5-44,1 3 0,-1-1 0,3 4 0,0 2 429,3 2 0,6-6 1,-2-4-1,3-6-186,2-7 0,8-3 0,5-3 0,6-3 390,4-6 1,1-10 0,6-8 0,2-9-12,2-4 1,4-3-1,-3-4 1,0-4-271,0-4 0,4-1 0,-6 0 0,-2 0-96,-6-1 1,-4 3-1,-8 1 1,-4 2-372,-4-2 1,-6 4 0,-9 4-1,-9 7-155,-7 6 0,-9 4 1,-2 6-1,1 4 79,2 3 1,4 9 0,2 2 0,3 6 410,1 4 0,13-3 0,30 49 0,21 6 0</inkml:trace>
  <inkml:trace contextRef="#ctx0" brushRef="#br0">13293 1209 8023,'-6'-8'384,"3"-5"0,-5 3 729,1-3 1,-4 9-1,1 10-800,-2 16 1,-3 22 0,1 18 0,-2 13-1013,6-34 1,1 1-1,1 5 1,0 1 698,-2 4 0,1-4 0,-7 8 0,1-5 0</inkml:trace>
  <inkml:trace contextRef="#ctx0" brushRef="#br0">15135 1338 6966,'-10'10'-69,"1"-1"1,31-12 0,4 1 0</inkml:trace>
  <inkml:trace contextRef="#ctx0" brushRef="#br0">15250 1381 8061,'1'-13'0,"3"2"-426,0 2 1,1-1 180,-5-4 0,0 4 117,0 1 0,-1 5 128,-4 0 0,-10 28 0,-7 7 0</inkml:trace>
  <inkml:trace contextRef="#ctx0" brushRef="#br0">15077 1410 6749,'0'0'0</inkml:trace>
  <inkml:trace contextRef="#ctx0" brushRef="#br0">15149 1324 7947,'2'-13'-298,"1"2"1,2 1 331,-2-1 0,0-2 0,0-1 1008,2-1 1,0 6-725,-5-1 0,0 9 1,0 2-265,0 12 1,-5 9 0,-1 12 0,-2 4-568,-3 4 1,-2 3 0,-2 1 0,1 2 512,0-2 0,-8 14 0,-3 8 0,-2 6 0,0-1 0</inkml:trace>
  <inkml:trace contextRef="#ctx0" brushRef="#br0">15566 1496 7823,'8'-6'-381,"0"-2"337,-3-6 1,-3 4 0,3 0 56,-4-1 1,-1 3-70,0-1 1,0 4-27,0-5 0,2 7 0,1-3-263,2-1 777,0 6-231,-5-6 0,-2 7 0,-3 2-7,-4 3 1,-4 3 0,-2 6 0,-1 2-72,-3 3 1,3 4-1,-3 5 1,3 1-112,2 0 0,6 0 0,3-2 0,3-2-55,2-1 0,0-6 0,2 1 1,3-4 164,4-6 0,4-2 0,3-7 1,2 0 270,1 0 1,0-7-1,-5-4 1,1-5-50,-1-3 0,-4-7 0,-1 2 1,1-3-186,-2-2 0,3 1 0,-5-1 1,1 0-236,-1 0 0,-1 0 0,-5 1 0,0 0-616,0 4 0,0 2 0,-2 6-409,-2 2 1,2 4 656,-3 15 0,-1 8 0,1 8 1,2-1 106,1 1 1,1 5 336,-4-2 0,3-4 0,-4 1 0</inkml:trace>
  <inkml:trace contextRef="#ctx0" brushRef="#br0">16041 1352 7847,'-19'24'0,"0"0"243,1 2 0,-3 3 1,2 4-1,3 6-12,5 2 1,0 1-1,6-4 1,2-4 113,1-4 0,9-3 1,2-4 337,4-9 0,1-9 1,1-15-1,1-10 28,3-11 0,-3-6 0,5-7 1,-4-3-439,-2-1 0,-4-6 0,-11 3 0,-3 1-273,-7 7 0,-32 15 0,-27-1 0,-13 1 0,3 0 0,10 3 0,-1 0 0,0 0 0,1 0 0,-1 0 0</inkml:trace>
  <inkml:trace contextRef="#ctx0" brushRef="#br0">5812 1914 8047,'38'-10'4,"1"2"1,2 0 236,6 0 1,-1 3-1,4-4 1,-6-1 450,-7 2 0,-6 2-472,-7 6 0,-12-5 0,-13 0 0,-12 2-42,-9 1 1,-7 2-1,-5 2 1,-4 3-293,-4 4 1,-6 4 0,-1 1 0,-2 1-954,-4-1 1067,-1 7 0,-14-11 0,-4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6114 1036 8214,'0'-21'2,"0"0"1,0-3 0,0 5-516,0 3 619,0 2 0,0 7 0,-1 7 0,-4 10 72,-5 8 1,2 10 0,-1 11 0,-4 4-51,-5 5 0,2-2 0,-1 5 0,5-3-23,8-6 1,2 0 0,2-9 0,2-1 57,2-2 0,11-14 0,10-6 0,7-7 157,7-3 1,-2-8 0,1-6 0,0-9-217,-1-4 1,-3-6 0,-10-2 0,-5-2-70,-3-3 1,-8 0 0,-3 0-1,-4 3-150,-1 2 1,-1-5-1,-4 3 1,-5 0-249,-3 4 0,-1 4 0,0 5 0,1 5-1796,3 3 1810,-3 2 0,12 12 0,-4 8 0,3 9 192,2 4 1,0 5 0,0-3 0,0 1 156,0 4 0,0 1 0,32 14 0,8 4 0</inkml:trace>
  <inkml:trace contextRef="#ctx0" brushRef="#br0">6186 1237 8042,'10'-9'-10,"-1"1"0,2 0 269,2 0 0,2-2 0,-1-4 255,0-1 0,1 6-282,-1-1 1,-7 9-318,-7 1 1,-8 6-1,-10 8 1,-1 1-82,1-1 0,2-4 0,2-1 0,-2 1 28,-3-2 0,8 3 1,-4-6-1,2-2 380,1-1 1,2-2-95,0 0 1,2-8 0,-1-5-1,6-6-68,6-4 0,6-2 0,11-7 1,4-3 55,3-2 1,6 0 0,1-1 0,-2 6 157,-2 6 0,-3 5 0,-3 9 0,-4 2-318,-4 5 1,-8 15-1,-5 6 1,-8 6-255,-9 9 0,-7-1 1,-8 7-1,0-2 48,0-3 1,1-2-1,-1-1 1,0-2 110,0-3 0,1 0 1,0-8-1,3-5 257,1-3 1,6-3 0,1-6 0,4-4 102,3-5 1,7-4 0,-2-5 0,4-4-62,1 1 1,6-5 0,5 3-1,7-3-164,6-2 1,9-5 0,7 1 0,7 1 70,5 1 0,0 9 1,-1 4-1,-2 7 49,-2 6 1,-11 7 0,-8 7-1,-12 12-292,-10 10 0,-8 7 0,-7 8 0,-10 1-57,-7-6 0,-9 1 1,-3-7-1,-4 0 160,-1 0 0,0-3 0,1-8 0,2-4 44,2-5 1,6-5 0,-2-2 227,4-2 1,9-7-1,7-9 1,7-4 16,6-5 0,1 1 1,0-4-1,1-1-138,4 1 0,-2-2 0,7-5 0,1 2-134,2 3 1,6-3 0,2 3 0,1-3 172,4-2 0,1 2 0,2 3 0,0 5 82,-1 3 0,-4 8 0,-1 6-327,-3 10 0,-8 5 0,-12 14 0,-8 3-184,-5 1 1,-6 4 0,-2-2 0,-2-1 57,-2-1 0,-2-2 1,-2-2-1,2-2 205,3-1 1,-2-6 0,7 0 0,1-6 218,2-2 1,2-7-217,0 2 0,6-10 1,3-4-474,3-4 0,2-2 0,2 1-689,3 0 1188,3 6 0,32-18 0,6 2 0</inkml:trace>
  <inkml:trace contextRef="#ctx0" brushRef="#br0">6718 978 6843,'-4'-9'0,"-1"-1"0,-2 7 0,4-3-231,-2-1 1,1 4 314,4-7 0,0 6-12,0-6 1,0 5 104,0-4 1,1 4-1,2-5 202,2-1 0,5 3 0,-4-2 161,2-1 1,-5 3 0,4 0 282,-1 2 0,1 0 1,4 2-207,-2 0 0,-5 5 0,0 10 1,-2 9-335,-2 8 0,-2 9 0,-4 13 1,-7 6-1306,-4 4 1,-3 11-1,6-1 1022,0 5 0,9-22 0,2 3 0,-1 0 0,1 0 0</inkml:trace>
  <inkml:trace contextRef="#ctx0" brushRef="#br0">27004 6489 7933,'5'-10'-85,"0"1"0,4-1 322,-4-4 0,1 6 0,-3 2 16,2-1 0,0 4 409,-5-7-41,0 7-256,0-3 0,-5 17-151,0 3 0,-6 6 0,2-3 0,-4 4-67,-1 1 0,-2 4 0,-4 6 1,-2 3-137,0 2 1,-10 1-1,1 7 1,-6 3-51,-7 5 0,-1 4 0,-8 4 1,26-29-1,0 0 11,-1 1 0,0-1 0,-4 2 1,-2 0-1,0 1 0,0 1 0,-3 1 1,0-2-63,-1 1 1,1 0-1,1 0 1,0 0-1,-4 0 1,0 0-1,0 1 1,0 0 95,0 1 1,0 1 0,3-5-1,1 0 1,-1 1 0,2 1 0,2-3-1,0 1 50,1-1 0,0-1 1,3-1-1,-1-1 0,-1 1 1,0 0-1,-27 27-11,6-5 1,7-1 0,8-7 0,2-5-117,3-3 1,6-3 0,4-6 0,3 0-483,6-5 0,-1-2 0,6-6-2786,0-1 3339,1-6 0,14 5 0,1-5 0</inkml:trace>
  <inkml:trace contextRef="#ctx0" brushRef="#br0">27119 6417 7960,'0'-9'208,"0"-1"1,0 5 107,0-4 1,-5 4-1,-1-3 54,-2 1 0,3 3-54,-5 4 1,6 0 298,-6 0 75,7 0 0,-4 1-338,7 4 1,5-2-1,2 5 1,1 0-109,3 0 1,2 2-1,1 6 1,2 3 29,3 5 0,4 0 0,7 3 1,5 5-52,8 3 0,8 5 0,10 8 0,-29-22 0,0-1-87,1 1 0,0-1 1,2 4-1,2 0 0,1 0 1,2 0-1,0 2 1,0 2-87,1-1 0,1 1 1,-3-1-1,0 0 0,0-3 1,1 0-1,-2-1 1,0 1-24,1 0 0,-1 0 0,2-1 0,0 1 0,-1 0 0,0 0 0,2 0 0,0-1 56,-2 1 0,0 0 0,2-2 0,0-1 0,-1 0 0,1 0 0,1 1 1,1-1-40,0 0 1,0-1 0,-2 0 0,-2 0 0,-1-4 0,-1-1 0,32 20-515,-7-1 0,-9-6 0,-6 3 0,-9-5-1033,-9-3 0,-9-4 1,-10 0-1,-5-4-831,-4 1 0,-1-5 2334,0 3 0,-9-4 0,-1-6 0,1-2 0</inkml:trace>
  <inkml:trace contextRef="#ctx0" brushRef="#br0">26932 5496 7934,'0'-14'207,"0"4"0,0 1 301,0-2 1,5-2 0,1 0 312,2 3 1,-3-1-391,5 6 0,-7-3-479,2 8 1,-5 4-1,-5 10 1,-5 2-151,-3 3 1,-7 4 0,-4 5-1,-4 3 23,0 2 1,-1-2-1,0 2 1,0-2 213,1-3 1,0 0 0,4-4 0,5-5 261,3-3 0,7-2 0,1 0 143,1 1 1,4-1-1,8-1-357,4-3 0,4 1 0,2-6 1,1-1-363,3 3 1,3-4 0,9 5 0,1-2-481,1-2 0,1 4 0,-6 0 0,0 1-1572,-4 1 2327,3-7 0,-56 29 0,-6 0 0</inkml:trace>
  <inkml:trace contextRef="#ctx0" brushRef="#br0">26500 6244 7934,'15'0'0,"-1"0"0,1-1 278,-1-4 1,0 3 0,1-2 0,-1 0-489,0 0 0,1 1 0,1-5 0,1 0-1723,3 0 1933,5 4 0,42-34 0,-24 18 0,-1 0 0</inkml:trace>
  <inkml:trace contextRef="#ctx0" brushRef="#br0">27191 5583 7934,'29'-7'152,"-1"-2"1,1-4-1,-2-2 1,-3 3 465,-4 2 1,0 4-1,0 6 1,-3 0-234,-1 0 0,-8 8 1,-3 4-1,-3 9-278,-2 6 1,-2-1 0,-4 9 0,-7-1-50,-5-1 0,-3 7 0,4-3 1,-2 1-21,1 1 0,2-7 0,2 0 1,1-5 53,3-3 1,4-7-1,6 3 1,0-4-68,0-2 0,6-6 0,4-2 0,4-1-232,5 0 1,5 0 206,10-5 0,15-16 0,9-7 0,8-1 0,-1 0 0</inkml:trace>
  <inkml:trace contextRef="#ctx0" brushRef="#br0">25508 6892 7879,'0'-8'1242,"0"2"1,0 17-1083,0 3 1,0 4 0,0-4 0,1-1 90,4-3 0,3 2 0,6-4 0,1 2 155,-1-1 1,1-5 0,1 0 0,1-2 76,2-2 0,2 0 0,-3-2 1,1-2-243,-2-6 1,-1-3 0,-1 0 0,-1 2-206,1 2 1,-1 1 0,-1-3-94,-4 1 0,-2 8 1,-7 2-58,0 8 0,-7 7 0,-2 4 0,-4 5-297,-1 3 1,-6 2-1,0 1 1,-3 2-369,-2 2 1,-1 4 0,2-4 0,3-2-261,1-2 0,4-1 0,-2-2 0,5-3 1039,4-5 0,25-35 0,1-9 0</inkml:trace>
  <inkml:trace contextRef="#ctx0" brushRef="#br0">25839 7050 7908,'9'0'-1353,"1"0"2369,1 0 0,-3 0-19,2 0 0,-1 0-509,6 0 1,-1 0 0,0-1-269,1-4 1,-6 3-1,1-3 1,-1 2 155,-1-2 1,5 2-77,-3-6 1,1 4 0,-1-5-164,-6-1 1,-4 5-197,-4 1 0,-4 3 1,-7 2-1,-1 0-137,-3 0 1,1 7 0,-4 2-1,1 4-287,4 1 1,-1 1 0,2-1 0,0 1-115,3-1 0,9 0 1,-1 1-1,3-1 72,2 1 1,2-6 0,4-1 0,9-1 157,7-4 1,0-2-1,2-2 1,2-4 366,1-5 0,2-2 0,1-3 0,2 1 0,2-1 0,-1-4 0,-6 0 0,-1 0 0,-2-2 0,-6 3 0,1-4 0,-3 1 35,-2 4 1,1-4-1,-3 2 1,-2 1 699,-5 2 0,1 7-302,-1-1 1,-2 7 0,-6 0-1,-3 6-173,-2 6 0,-2 4 0,-3 3 0,2 2-127,1 1 1,2 2 0,-3-4 0,3 4-81,2 1 1,-4-2-1,5 2 1,1-1-20,-3-4 1,6 1-1,-4 0 1,2 1 53,-2-2 0,3-1 1,-3-1-1,2-1 299,-2 0 1,2 1-28,-6-1 0,-1-1 1,-4-2-237,-1-1 1,6-7 0,-1 2-1,-1-4-213,-2-1 0,-1 0 1,-1 0-1,1 2-425,0 3 0,-1-4 0,1 4 1,-1-3-1756,1-2 2269,0 0 0,-26-19 0,-7-5 0</inkml:trace>
  <inkml:trace contextRef="#ctx0" brushRef="#br0">25148 8575 6355,'10'0'-46,"-1"0"-325,-6 0 249,4 0 78,-7 0 721,0 0-111,6 0-164,-4 0 1,4-1 173,-6-4 1,2 2-276,3-7 0,-2 7 0,5-3 557,-2-1-537,-1 6 1,-3-6-369,2 7 0,-4 0-54,0 0 1,-6 7-1,-8 2 1,-4 6-114,-6 4 0,-8 10 1,-18 11-1,-9 7 159,25-18 0,-2 0 1,-6 3-1,-2 2 1,-7 3-1,-1 2 1,-4 3-1,-1-1 121,-5 4 1,1 0 0,3-4 0,1 0-1,2-1 1,1 1 0,4-4 0,2 0 41,5-3 1,0-1-1,3-3 1,2-1 0,4-4-1,2-1 1,-24 21-304,12-8 1,4-7-1,9-6 1,6-6-939,2-7 1,6-1-649,7-10 1781,4-4 0,18-48 0,4-11 0</inkml:trace>
  <inkml:trace contextRef="#ctx0" brushRef="#br0">24170 8734 7873,'9'-15'-105,"1"1"1,-5-1-1,3 1 1,-2 0 160,-3-1 1,4-4 0,-3 0 0,0 1 275,-3 2 1,-1 2 0,0 0 355,0-1 0,0 1 205,0-1 1,-1 7-582,-4 4 0,3 10 0,-3 8 0,2 10-344,-2 8 1,2 5 0,-6 8 0,-1 3-368,2 5 0,-3 3 1,5 0-1,-2-2 399,-4-1 0,19 19 0,-2-32 0,-1 1 0</inkml:trace>
  <inkml:trace contextRef="#ctx0" brushRef="#br0">23767 8906 7825,'21'-28'0,"3"-1"341,3 0 0,6-5 0,3-1 0,0 0 136,4 0 0,-3 3 1,1 6-1,1 4-144,-2 1 0,-4 8 1,-9 9-1,-5 2-460,-3 2 0,-8 2 1,-3 2-1,-5 6-132,-5 3 1,-4 3-1,-9 3 1,-3 3-141,-1 1 0,3 2 1,-4-4-1,3 1 83,2 4 1,-3-4 0,2 1 0,1-2 357,2-4 0,2-1 0,0-1 1,-1-3 369,1-2 0,6 0-195,3-10 1,10-4 0,6-12 0,7-3-74,6-5 1,3-8 0,3-1 0,2 1-2,2 1 0,-1 4 0,-6 3 0,-1 5-35,-2 3 0,-8 10-179,-2 6 1,-7 12-1,-14 14 1,-7 4-235,-8 4 0,-10 4 0,-3-3 1,-1 1 64,1-1 1,-3 3 0,4-4 0,4-4-4,4-4 0,1-6 1,6-5 580,1-1 0,10-7-276,8-7 1,3-7-1,10-7 1,5-2-514,2-3 1,6 1 450,7-6 0,11-13 0,7-7 0,6-7 0,1 1 0</inkml:trace>
  <inkml:trace contextRef="#ctx0" brushRef="#br0">25047 8302 7839,'0'-14'-138,"0"-1"328,0 1 0,0 4 1,0 1 41,0-3 1,-1 0 0,-2-3 412,-2 1 0,0 4 1198,5 1-1402,0-1 1,0 4-1,-2 7 1,-1 12-166,-2 9 0,-6 9 0,0 6 0,-5 7-401,-3 6 0,-7 8 0,2 5 0,-3 3-1378,-2 3 1503,0-5 0,7-7 0,1-7 0</inkml:trace>
  <inkml:trace contextRef="#ctx0" brushRef="#br0">23450 8820 7894,'8'-6'1,"-3"-4"0,-3-3 189,-2-1 1,1 4 0,3 1 0,0-3 290,0 0 0,-3 2 1,1 0 210,3-1 0,-2 5-564,6 1 0,-5 10 0,0 6 0,0 5-95,0 3 1,-2 7 0,3-2 0,-2 3-84,2 2 0,-2-2 1,6-1-1,3-4 53,0-1 1,3-2 0,-1-6 0,2-2 218,3-2 0,-3-5 0,5 0 0,-2-2 31,1-2 1,-1 0 0,-7-2-407,-2-2 1,-5 4-200,-10 0 0,-5 6 1,-9 10-1,-6 3-46,-7 5 0,0 8 1,-5 2-1,2-2-207,3-2 0,2 0 0,2 1 1,4-1-233,5-3 1,10-7 836,4-1 0,42-74 0,-13 19 0,0-1 0</inkml:trace>
  <inkml:trace contextRef="#ctx0" brushRef="#br0">23767 9065 8607,'6'-8'734,"-3"-4"0,7 6 0,3-2-357,4-3 1,-1-2 0,5-1-1,-2-1-236,1 1 0,0-1 1,-2 1-1,1 1 10,-1 4 1,-4-4-231,-4 3 0,-6 4 0,-10 1 0,-8 7-256,-9 7 1,-10 7 0,-7 13 0,-5 1-71,-3 4 1,5-4-1,6 4 1,4-4-52,5-1 1,8 0 0,10-2 0,5-1 40,4-2 0,15-13 0,10-2 0,13-5 415,9-4 0,7-7 0,8-4 0,1-7 0,-1-6 0,-2-4 0,0-4 0,3-2 0,-20-8 0,1-7 0,5-1 0,0-1 0</inkml:trace>
  <inkml:trace contextRef="#ctx0" brushRef="#br0">24285 8906 7894,'-34'0'-162,"1"0"1,-1 0 327,-1 0 1,0 0 0,-2 0 0,7 0 867,4 0 0,13 0-731,-1 0 1,17 0 0,7 0 0,10 0-69,8 0 0,0 2 0,3 1 0,1 3 39,1 2 0,-1 4 0,-8 5 0,-5 4-120,-3 1 1,-8-2 0,-3 4 0,-5 1 62,-5 2 0,-11 4 0,-11 1 0,-6 1-118,-4-1 0,-1-1 0,-6-4 1,3-2-334,2-1 1,4-11 0,8 2-1,3-4-957,5-3 0,3-2-396,2-6 0,7 0 269,7 0 0,7 0 1318,7 0 0,13 7 0,4 1 0</inkml:trace>
  <inkml:trace contextRef="#ctx0" brushRef="#br0">23681 10043 7828,'0'-14'343,"0"-1"0,0 1 0,0-1 0,0 1 411,0 0 0,0-1 0,0 1 1179,0-1 0,0 9-1230,0 6 0,-7 13 0,-4 12 0,-5 9-593,-3 9 1,-7 7 0,4 7-1,-2 1-945,0-1 1,0 7-1,-3 2 1,3-1 834,5-2 0,15-10 0,6-4 0</inkml:trace>
  <inkml:trace contextRef="#ctx0" brushRef="#br0">25306 8734 7902,'2'-15'-78,"3"1"0,-5 1 0,0 2 249,-8 1 0,-5 7 0,-2-3-17,1-1 1,0 6 0,-1-4-1,1 3 327,0 2 1,4-1 687,0-4-450,1 3 0,1-2-411,3 8 1,3 0-1,4 5 1,1 2 263,2 2 1,6 3 0,0 3-1,5 7-63,4 6 0,4 1 0,-4 9 0,4 4-288,7 4 1,-1 3 0,8 4 0,4 2-333,4 4 0,1-6 1,4 1-1,-2-10-990,-2-8 1,1-5-1,-2-6 1,-4-2 1100,-6-3 0,1-3 0,-14-7 0</inkml:trace>
  <inkml:trace contextRef="#ctx0" brushRef="#br0">25652 8921 7853,'-5'-10'55,"0"1"0,0-1 0,4-3 547,-4 4 0,3 1-422,-3 3 0,4 5 0,1 0-200,0 8 0,-5 5 0,0 3 1,2 1-79,1 2 0,-2 5 0,-1-5 1,2-1-48,1-2 0,-3-2 0,0 1 270,2-1 1,2 1 658,1-1 1,0-8-502,0-6 1,0-6 0,0-8-1,1-2-161,4-4 0,3 4 0,6-4 0,1 0-7,-1 1 1,1-2 0,-1 4 0,0-2-152,1 1 0,4 7 1,0 1-1,-1 1-67,-2 1 1,-2 1-1,-1 9 1,-2 3-349,-1 4 1,-6 6 0,4 4 0,-1 5-62,-4 3 1,-1 3-1,-2 2 1,-2 2-333,-3-2 844,4-2 0,-6 12 0,7 3 0</inkml:trace>
  <inkml:trace contextRef="#ctx0" brushRef="#br0">25997 8935 7853,'6'-29'-218,"-3"5"1,5 2 0,-1 1 269,-4 4 1,-1 5 376,-2 3 1,-2 14 0,-3 4-1,-4 12-276,-4 6 1,0 7 0,2-1 0,3 1-145,1 1 1,-2-5 0,4 2-1,2-4 44,1-4 1,2-2 0,0 2 0,2-5 256,3-3 0,3-8 1,6-3-1,0-4 356,1-1 0,1-4 0,0-4 1,0-4-308,-3-4 0,-4-6 0,2 1 0,-3-1-394,-1-4 1,-2 1 0,-5-1-1,0 4-272,0 1 0,-5-3 1,-2 5-1,-1 1-786,-3 2 1,3 4 0,-1 2-244,-3 5 1,6 5-1,1 5 1336,4 5 0,1 2 0,12 54 0,4 12 0</inkml:trace>
  <inkml:trace contextRef="#ctx0" brushRef="#br0">25853 10144 7622,'8'-15'0,"-3"1"205,-4 0 1,1-1-1,3 1 562,4-1 1,4 6 0,2 1 0,-1 1-322,0 4 1,1 3 0,-1 7 0,0 7-376,1 8 1,-2 6-1,-4 0 1,-4 3-350,-3 2 0,-2-1 1,-2 7-61,-3 1 0,-3-5 1,-6-2-1,-1-4 1,1-3-107,0-2 0,-4-2 0,2 2 0,3-6 751,1-7 0,0 2 1,1-5 482,2 0 0,5 0-229,0-4 1,8-2-1,8 3 1,4-4-817,3-1 1,8 0 0,0 2 254,5 3 0,8-10 0,5-1 0,1 1 0,0 0 0</inkml:trace>
  <inkml:trace contextRef="#ctx0" brushRef="#br0">29248 8547 8585,'0'-10'-674,"0"0"1,5 6 0,0-6 450,-2-1 0,-1 3 256,-2-2 0,4 1-57,1-6 1,0 6-1,-5-1 26,0-1 0,0-2-1,0-1 0,-2 1 1,-1 2-1,-2 1 88,2-1 0,2 3 1,1-2-1,0-1 267,0-2 1,0-1 0,0 0 608,0-1 1,0 6 0,0-1 246,0-1 0,1 4-419,4 3 0,-3 5 0,2 7-373,-2 7 0,-2 13 1,-2 4-1,-4 8-280,-8 10 1,-2 12 0,-8 10 0,10-32 0,1 2-149,-3 2 0,0 1 0,-2 5 0,-1 1 0,-3 4 0,-1 0 0,-1 3 0,0-1-184,-2 3 0,-1 0 0,0-2 0,0-1 0,0 1 0,0-2 0,1-4 1,0-2-112,1-3 1,1-1 0,2-5 0,2-1-1,-12 32 1,8-11-494,10-13 0,1-13 1,8-3-1,4-8-1190,4-9 1,2-7 1985,9-8 0,-3 0 0,10 0 0</inkml:trace>
  <inkml:trace contextRef="#ctx0" brushRef="#br0">29291 8345 6360,'-8'8'1517,"-4"-1"0,8-7-751,-5 0 1,6-7 77,-2-2 0,5 2-366,5 2 1,-2 4 0,6 1 0,3 0 7,0 0 1,4 6 0,4 5 0,4 7-314,3 6 0,8 5 0,6 4 0,11 6-94,10 2 0,-25-16 0,1 0 1,3 1-1,1 1 0,3 1 1,0 1 80,2 2 0,2 0 1,2 0-1,0-1 1,0 3-1,0 1 0,-2 0 1,0 1-142,-2 0 0,0 0 0,-1 2 0,-1 0 0,-1 0 1,-1 1-1,0 1 0,0 0-355,0 2 0,0-2 1,0-1-1,0-1 0,0 1 1,-1 0-1,0-4 0,-1-1-1497,0-4 0,0-1 1833,2-1 0,2-3 0,1 0 0,1-1 0,0-1 0,1-1 0,-2-2 0,0-1 0,-3-2 0,1 0 0</inkml:trace>
  <inkml:trace contextRef="#ctx0" brushRef="#br0">23306 5928 8096,'-14'0'-388,"0"0"1,-2 0 0,-2 0 0,-1 0 1078,1 0 1,-4 0 0,-2-2 0,-5-1-412,-4-2 0,-2 1 0,-7 4 0,0 0-194,-2 0 1,-9 0 0,0 1-1,-1 2-148,1 2 1,-3 5 0,3-4 0,-4 2 96,-6 3 0,9 1 0,-2-1 0,5-3 78,5-2 0,-4 5 0,4-3 1,3 2 15,3-1 1,8-4 0,-2 3 0,4-1-21,1-4 0,7 3 1,2-1-50,4-2-142,2 5 1,6 0-1,3 7 1,4-1 15,1 0 0,0 2 0,0 2 0,0 3 90,0 1 1,0 8 0,0 9 0,0 4 139,0 5 1,-2 3-1,-3 8 1,-6 5-20,-7 8 0,1 7 0,5-36 0,0 1 0,-1 2 0,0 0-79,0 1 0,-1 1 0,-1 3 0,0-1 0,-1 2 1,0 0-1,-1 1 0,0 0-110,1-1 1,0 0 0,1 1-1,1 1 1,1-1 0,1 1-1,0 0 1,0 0 37,-1 2 0,0 0 0,3-1 0,0-1 0,0 1 0,0 0 0,2 1 0,-1 0-78,-1 1 0,1 0 1,1-2-1,0 0 0,-2-1 1,0-1-1,3-1 1,0-1-16,2-4 1,0 0 0,-1-3 0,0 0-1,1-2 1,0-1 0,-8 39 95,-1-2 1,4-9-1,2-10 1,2-6 173,3-4 1,-4-1-1,3-6 1,0-4-100,3-4 1,1-4 0,-2-1 0,-1 0-130,-2 0 0,-4-1 0,2 0 0,-1-3-102,-3-1 0,-2-5 0,-1 5 0,-1 0 263,1-1 0,-5 2 0,0-6 0,1 1 240,2 0 1,2-4 0,-1 4 0,3-4-111,2-2 0,-3 0 1,5 1-84,0-1 0,2-4 0,6-1-180,0 2 0,0-3 1,1 0-1,3 0-91,0 0 0,1 2 0,-3 3 0,1-2 192,2-1 1,0-1 121,-5 6 1,1-3 147,4-2 1,-2 1-58,7-6 0,-5 0 84,4-5 0,1 0-66,4 0 1,-4 0-394,-1 0 0,-4 0-132,5 0 35,-7 0 116,3 0 1,-4 5 212,3-1 1,-2 1 255,6-5 1,1 0-104,4 0 0,1 0 0,-1 0-77,1 0 0,-1 0 1,2 0-1,2 0-70,1 0 0,1 0 0,0 2 1,4 1 14,3 2 1,2 0 0,-1-4 0,3 2-60,2 2 0,4 0 0,6-5 0,0 0-106,1 0 1,-1 0 0,1 0 0,1 0-316,-2 0 1,-3 0-1,-11 0 1,-2 0-295,-3 0 0,-5 2-496,-9 2 1,-4 0-2761,-6 5 3867,0 1 0,13-21 0,3-7 0</inkml:trace>
  <inkml:trace contextRef="#ctx0" brushRef="#br0">19897 7482 8057,'27'-24'0,"-1"0"0,-2 0 384,1 2 0,2 1 0,2 8 0,0 3-55,0 6 1,-7 8-1,-3 8 1,-4 7-355,-6 10 0,2 6 0,-6 8 0,-3 2-224,-5 3 1,-7-2-1,-8 5 1,-2-1-72,-3-4 0,-1-1 0,-5-4 0,-1 1 131,-3 1 1,2-9 0,-2 4 0,4-6 268,5-3 0,-2-5 1,7-2-1,1-3 805,2-6-742,8-5 0,4-9 0,8-3 0,6-2-148,3-2 1,6 0 0,2-3 0,3 3-303,6 1 1,1 3 0,5 4-1,3 0 307,2 0 0,19-14 0,10-4 0,-16 4 0,-1 1 0,1 0 0</inkml:trace>
  <inkml:trace contextRef="#ctx0" brushRef="#br0">20702 7827 8011,'-9'0'-103,"1"2"0,0 1 101,0 2 1,-2 0 0,-4-4 0,0 2 136,-1 2 1,-1 6 0,-1 1 0,-4 5-68,-2 7 1,4-1 0,-3 0 0,1 5-148,3 4 1,7-7-1,3 4 1,2-3 36,3-4 0,3-1 1,5-8-1,6-4 130,6-4 0,1-3 0,6-4 1,0-3 139,-2-4 1,4-4 0,-5-3 0,-1-2 57,1-1 0,0-7 1,-4 2-1,3-3-50,-3-2 0,-2 1 0,-4-1 0,-3 0-121,-2 0 0,4-1 1,-5 0-1,-2-1-150,-2 4 1,-1 8 0,0 0-7,0 3 1,-6 11-1,-2 10 1,-2 12 106,1 9 1,-1 14 0,-4 5 0,-1 4-236,1 6 0,1-4 0,2 0 1,3 0-344,2 0 0,-4 0 0,5 0 1,4-7-1509,4-9 2020,5-5 0,57-52 0,-25 4 0,-1 1 0</inkml:trace>
  <inkml:trace contextRef="#ctx0" brushRef="#br0">21005 7798 8011,'-7'-14'1037,"-1"8"1,-5 7-566,4 12 1,-2 5 0,4 9 0,-1 5-482,-3 3 1,3-1-1,0 2 1,2 1-213,2 0 0,3 0 0,1 1 0,0-4-51,0-4 0,5-8 0,1-4 0,2-5 61,3-4 0,2-6 0,1 2 0,1-5 268,-1-5 1,1-3 0,-1-8 0,0-1 340,1-2 0,-2-5 1,-2 3-1,-2-1-82,3-4 1,-4-1 0,-1-2 0,1 0-140,0 0 1,-3 5 0,3 2-1,-1 1 157,-4 4 0,-2 6-212,-1 1 1,-4 8-1,-3 2 1,1 10-151,-1 8 1,-4-1 0,3 5 0,0 1-359,4-1 1,2-3 0,2 4 0,0-1-543,0 1 1,5-4 0,1 3 0,2-1 927,3-3 0,47-2 0,12-2 0</inkml:trace>
  <inkml:trace contextRef="#ctx0" brushRef="#br0">21350 8000 7983,'0'-10'232,"0"1"0,1 1 0,3-4 33,0 3 0,1 4-443,-5-4 0,7-1 122,2-4 1,-1 6-76,2 3-205,-7-3 0,3 8 0,-6 0-4,0 8 1,-1 9 0,-4 4-1,-5 0 340,-2 0 0,2 4 0,0-1 0,1 2 0,1-2 0,-11 22 0,3 1 0</inkml:trace>
  <inkml:trace contextRef="#ctx0" brushRef="#br0">21479 7942 7983,'8'-9'-763,"-3"-1"1,-5 7 1199,-5-2 0,-3 5-246,-6 5 1,4 3 0,2 6 0,2 1-7,3-1 1,1-4-1,2-1 1,0 4-29,0 5 1,0-2 0,0 4 0,0 0-168,0-1 0,0 5 0,0-3 1,0-1-31,0 1 1,-5 5 0,-1-4 0,0 2 83,-1 0 0,-4-6 0,3 1 0,-2-3-148,1-2 0,1-4-502,-2-1 0,4-7 0,6-4 606,0-10 0,15-28 0,8-12 0,1-6 0,0 0 0</inkml:trace>
  <inkml:trace contextRef="#ctx0" brushRef="#br0">21594 7942 7983,'8'-6'1240,"0"3"-863,-3-7 1,-3 9 0,3 1-438,-4 8 1,-1 6 0,0 3-1,-1 4-564,-4 2 0,3-4 0,-4 5 0,1 0 242,0-2 0,-1 1 0,3-6 0,-4 2 382,-1-1 0,5-2 0,-3-3 0,1-2 0,0-2 0,7-37 0,6-6 0</inkml:trace>
  <inkml:trace contextRef="#ctx0" brushRef="#br0">21566 8115 7983,'9'-14'-437,"1"-1"1,-5 1 0,3-1 0,0 3 1024,0 2 1,-5-3 0,3 4-200,1-4 1,1 0 0,6 2-338,0 1 0,1 7 40,-1-2 0,-4 10 0,-2 5-65,-2 2 1,-1 8 0,-7 0-1,-1 1-282,-2 0 0,-1 3 1,3-3-1,-2 0-396,2-1 1,-4 0 0,3-6 650,0 0 0,16-12 0,4-4 0</inkml:trace>
  <inkml:trace contextRef="#ctx0" brushRef="#br0">21753 8072 7848,'0'-19'0,"0"-2"-65,0-2 0,0 1 0,-2-4 0,-1 3 493,-2-3 0,0 4 1,5-2-1,0-2-309,0-1 1,0 4 0,0 4 0,2 5-270,3 4 1,-2-1 0,6 6 0,3 2-477,0 1 1,3 9 625,-1 2 0,13 30 0,4 7 0</inkml:trace>
  <inkml:trace contextRef="#ctx0" brushRef="#br0">21868 8000 7983,'-7'8'34,"4"3"0,-6-5 0,-1 2 288,2 4 1,-5 0 0,5 3 60,0-1 0,-3 1 1,6-1-180,2 0 0,1 1-46,2-1 0,2-6 0,3-3-94,4-3 1,-1-2 0,2 0 0,0-2-114,-2-3 1,3-3 0,-5-6-76,2-1 1,0 1 0,3 0 0,-3-1-362,-1 1 1,2-1 0,-4 1 0,0 1-81,1 4 1,-2-4-1,4 3 1,0-1 564,0 1 0,-4-1 0,4 5 0,-1-2 0,-1 5 0,-1-2 0,-2 5 0,7 5 0,-7-2 100,2 6 0,-2-1 0,0 4 175,2-3 1,0 1 0,-5 4 0,-2-1-164,-3-3 0,2 2 1,-5-2-1,0 3-120,0 1 0,3 1 0,-3-1 0,0 0 59,0 1 0,5-6 1,-3-1 160,-1-1 225,6-2 1,1-17 0,9 0-85,4 0 1,2-2-1,-3 4 1,-1-2-464,-1-3 0,1 7 0,7 3 1,3 4-2526,1 1 2635,-4 0 0,20 2 0,8 2 0,1 0 0,1 0 0</inkml:trace>
  <inkml:trace contextRef="#ctx0" brushRef="#br0">22371 8043 7983,'-4'-10'185,"-3"2"1,1 0 549,-1 0 0,1 5 0,1-2 265,-4 4 0,1 2-613,-2 4 1,7 8 0,-4 6-1,3-1-241,-1-2 1,0-2-1,5 2 1,0 2-33,0 1 0,0 0 0,0-4 0,0 0-249,0 5 0,-2-4 0,-2 4 1,-6 0-283,-3-1 0,-3 2 0,-1-4 0,-4 1 417,-1-5 0,10-52 0,6-23 0,-4-6 0,-1 0 0</inkml:trace>
  <inkml:trace contextRef="#ctx0" brushRef="#br0">28270 6892 8293,'-2'-14'-825,"-1"-1"1515,-2 1 1,1 4 886,4 1-1344,-7 5 1,4 0-1,-5 8-238,2 6 0,-1 8 0,2 2 1,-4 4-69,-4 7 0,-1-1 0,-1 7 0,1 0-265,-1-1 0,1-4 0,0 2 0,-1-5 210,1-5 0,0 0 1,1-8 479,3-4 1,4-8 0,6-6 0,1-11 226,4-9 0,5-10 0,9-3 0,5-4-135,3-5 1,2 5 0,0-4-1,-1 3-304,1 3 0,2 2 1,1 8-1,3 3-123,1 5 0,-4 9 0,0 7 0,-4 8-293,-4 9 1,-8 9 0,-2 12-1,-8 6-446,-4 6 1,-8 7 0,-4-3 0,-3 2-2901,-1 0 3622,-7-7 0,-8 29 0,11-37 0,-1-1 0</inkml:trace>
  <inkml:trace contextRef="#ctx0" brushRef="#br0">29004 6892 8425,'0'-27'0,"-2"4"263,-3 9 1,-4 1 0,-9 10 0,-3 5 369,-1 6 1,-2 12-1,-5 9 1,2 10-247,3 7 0,3 5 0,7 5 0,1-3-306,4-5 0,9 0 0,11-4 1,8-2 20,10 0 1,6-14 0,8-4 0,2-8 408,3-6 1,-4-4 0,3-9 0,-7-5-119,-7-6 1,-4-15 0,-5-1-1,-5-6-598,-3-4 1,-3 4-1,-3-3 1,-6 1-512,-2 1 0,-2-3 0,-3 7 0,-5 1-1496,-7 1 2212,-9 9 0,-6-11 0,-7-6 0,-5 0 0,0 0 0</inkml:trace>
  <inkml:trace contextRef="#ctx0" brushRef="#br0">12358 4460 8028,'-14'0'804,"4"0"-505,1 0-791,-1 0-443,2 0 727,2 0 1,18 2-1,6 1 1,6 4 162,5 1 0,-2-5 0,11 3 0,4 1 179,4 2 1,8-1 0,14 0 0,8 0-34,-35-4 0,1 0 0,7 0 0,2 0 1,1 2-1,1 1 0,4-1 0,1 1-56,4 0 0,1 2 0,-1 0 1,1-1-1,3 0 0,2-1 1,-2 0-1,1 2-179,-1 0 1,2 1-1,2-2 1,0 1-1,6 2 1,0 1 0,3-2-1,1 1 121,-1-3 0,1 1 0,-24-2 0,0 0 1,0 0-1,1-1 0,1 1 0,0-1 0,3 0 1,0 1-1,1-1-112,2 1 0,2 0 0,-1 0 0,-1-1 0,-1-1 0,2 0 0,2 2 0,1 0 0,0 0 0,0-1 0,1 1 0,0-1 131,2 0 0,0 1 1,1-1-1,3 1 1,0 0-1,0 0 1,4-1-1,0 0 1,0 0-1,1 0 1,1 0-1,-1 1 21,1-1 1,-1-1 0,1 1 0,-20-1 0,0 1 0,0-1 0,0 0 0,2 0 0,0 0 0,0 0 0,1-1 0,1 1 0,1 0 0,0 0 0,1-1-106,1 2 0,1-1 0,0 0 0,0 0 0,-3 0 0,-1-1 0,1 0 0,0 1 0,3 0 1,1 1-1,0 0 0,0-1 0,0 1 0,0-1 0,0 1 0,1 0 109,0-1 1,1 1-1,0 0 1,1-1-1,1 0 1,1-1-1,0 0 1,1 1 0,2-1-1,-1 1 1,1 0-1,1 0 1,0-1-1,1 0 1,0 0 0,1 0-14,-1-1 1,0 1 0,0 0 0,1-1 0,-16 0 0,1 0 0,0 0 0,0 0 0,0 0 0,2-1 0,0 1 0,0-1-1,0 1 1,1-1 0,0 1 0,0-1 0,0 0 0,1 0 0,0 1-116,0-1 1,2-1 0,-1 1 0,0 0 0,-1 0 0,-1 0 0,-2 0 0,1 0 0,-1-1 0,1 2 0,1-1 0,0 1 0,0 0 0,-1 0 0,1 0 0,-1 0 0,-1 0 0,1 0 0,-1 0-1,0-1 13,0 1 1,-1 0 0,1 0 0,-1 0 0,1 0 0,0 0 0,-1 0-1,1 0 1,0-1 0,0 1 83,0 0 0,0 0 0,0 0 0,0 0 0,1 0 0,-2 0 0,1 0 0</inkml:trace>
  <inkml:trace contextRef="#ctx0" brushRef="#br0">28658 10057 7251,'5'-9'-355,"0"-1"1,0 5 1348,-5-4 0,0 4-202,0-5 1,0 6 450,0-6-643,0 7-504,-7-10 0,4 13 0,-5 0 0,0 8-39,0 5 1,3 3-1,-6 5 1,-3 7-56,-4 9 1,-9 13-1,-2 9 1,-9 13 51,15-31 0,0 3 0,-6 7 0,-2 1 0,-4 6 0,-1 1 0,-4 2 1,-2 0-164,-2 2 1,-2 0 0,2 0 0,-1 0 0,-3 1 0,0-1 0,1-2 0,0-1-31,2-1 0,0-1 1,2-2-1,1-2 1,7-5-1,0-2 1,2-2-1,1-1-179,2-2 1,2 0 0,2-4 0,3 0 0,-14 28 317,8-9 0,3-4 0,12-8 0,6-2 0,5-3 0</inkml:trace>
  <inkml:trace contextRef="#ctx0" brushRef="#br0">28702 10101 7955,'-10'0'246,"0"0"0,7 1 121,-2 4 0,4-2 1,1 8-1,0 5 260,0 7 0,11 12 0,5 10 1,5 14-214,4 16 0,-13-31 0,-1 1 0,1 9 0,0 3 0,0 3 0,0 1-383,-1 4 1,0 1 0,2 3 0,0 1 0,-4 2 0,-1 0 0,-1-2 0,-1-1-340,-2-4 0,-2-2 0,0-8 1,0-3-1,-1-4 0,1-1 1,0-4-1,1 0-477,-2-2 0,1 0 0,-1 27 785,-1-1 0,0-6 0,0-3 0,0-1 0</inkml:trace>
  <inkml:trace contextRef="#ctx0" brushRef="#br0">31291 9842 7988,'8'-7'4,"-1"4"1,-7-7 348,0-1 1,0 3 1355,0-1-1327,0-1 0,0 4 1,0 6-194,0 8 0,0 6 0,0 7 0,-2 9 2,-3 12 1,-4 14 0,-11 14 0,9-31 0,-2 2-61,0 4 0,-1 1 0,-1 9 0,0 2 0,-2 5 0,0 1 0,-1 3 0,-2 2-106,-1 0 0,0 1 0,0 3 1,-1-1-1,1-2 0,1-1 1,-1 2-1,2-1-136,0 2 1,-1-3 0,2-7 0,-2-2-1,-1-1 1,-1-1 0,1-4 0,0-2-304,2-2 1,0-2 0,1 0 0,1-1 0,3-4-1,1-1 1,-10 34 413,9-12 0,6-7 0,8-13 0,0-3 0</inkml:trace>
  <inkml:trace contextRef="#ctx0" brushRef="#br0">31392 9798 8040,'-6'-8'0,"2"-4"0,-4 2 0,0-3 286,0-1 1,4 4-1,-6 1 645,-1-3 0,3 4-365,-2-1 1,2 9 0,0 3-268,8 10 1,7 12-1,9 6 1,3 10 90,5 11 0,3 10 0,3 7 1,-14-32-1,0 2 14,1 4 0,0 1 0,3 6 0,0 2 1,-1 7-1,-1 2 0,1 5 0,0 1-668,1 3 0,-2 0 0,-2-1 0,0 0 0,1-3 0,0 0 0,-2-2 0,-1-1-360,-2-2 0,0-2 1,-2-12-1,0-2 1,5 35-1,-2-11-1138,-4-8 1,-1-8 1761,-3-5 0,1-2 0,4 2 0,-4 3 0</inkml:trace>
  <inkml:trace contextRef="#ctx0" brushRef="#br0">30011 7194 8340,'6'8'2672,"-4"-2"-2513,11-12 1,-12 6 0,2-1-258,-6 4 1,-5 9 0,-6 3 0,-2 6-266,-3 1 0,-4 7 1,-6-2-1,-1 5 146,-3 0 1,2-2-1,-2-1 1,4-2 261,5-3 1,3 2-1,7-9 1,1-2 522,3-4 1,5-8-152,10 2 0,3-3 0,8-4 0,2-1-141,1-2 1,5-1 0,-3 2 0,1 0-449,4 0 1,1 3 0,0 2 0,-1 3-1253,-2 0 1424,0 14 0,11 30 0,2 21 0</inkml:trace>
  <inkml:trace contextRef="#ctx0" brushRef="#br0">29565 8029 8243,'-8'6'779,"1"-4"1,9 4 0,3-6 0,6 2-1126,7 2 0,4-2 1,8 3 345,4-4 0,20 5 0,12 1 0,7 1 0,1 0 0</inkml:trace>
  <inkml:trace contextRef="#ctx0" brushRef="#br0">30673 7352 8702,'-10'-9'1182,"0"1"-951,-1 1 0,-2 3 1,-1 2-1,0-1-107,-1-2 1,1 0-1,-2 5 1,-2 0-45,-1 0 1,0 0 0,5 2-142,-1 3 0,1-2-44,-1 6 0,6-4 1,1 5-1,1 1-35,4 2 1,2-4 0,1 1 0,0 1 79,0 2 0,6-3 1,4-1-1,2 2 78,3 2 0,1 6 0,1 0 1,4 1-16,1 0 0,-4-2 0,3 4 0,-2 1-121,0-1 0,-1-4 1,-7 3-1,-3-2 125,-2 0 0,-1 0 0,-5-5 157,0 1 0,-1-2 1,-3-2-1,-2-3-34,-2-2 0,-2 4 1,-4-4-9,0 2 0,-1-3 0,1 3 0,-1 0-112,1 0 0,4-5 0,1 4 0,-2-3-184,-2 1 1,3 0 0,1-3-221,-2 2 1,3-2-1,-2 3 394,-1-4 0,-8-13 0,-4-4 0</inkml:trace>
  <inkml:trace contextRef="#ctx0" brushRef="#br0">28385 8863 8293,'2'-9'-433,"1"-1"311,2-1 0,-1-2 0,-4-1 0,0-1 861,0 1 0,0-1 38,0 1-789,0 6 1,0 8-1,0 10 1,0 4 7,0 5 1,0-1 0,0 6-1,2 0-13,3-2 1,-2 4-1,5-7 1,0-2 47,0-1 0,2-1 1,4-1-1,0-1 153,1-3 1,-1-4 0,2-6 0,2 0 89,1 0 0,5-8 0,-5-5 1,0-6-109,2-3 1,-5 2-1,2-2 1,-6 0 11,-2-1 0,-2 6-331,2-2 1,-10 9 0,-12 8 0,-5 10-405,-7 12 1,-5 12-1,-3 6 1,-3 5-764,-2 5 0,4-2 1320,-6 7 0,8-6 0,-2 4 0,-4 5 0,-1 1 0</inkml:trace>
  <inkml:trace contextRef="#ctx0" brushRef="#br0">28716 8863 8293,'14'0'0,"-4"0"0,0 0 0,1 0 126,1 0 1,3 0 0,-1-1 0,2-3 203,3 0 1,-1-6 0,6 4 0,0-1-215,-2 1 1,4-4 0,-5 4 0,-1-1-72,1 1 1,-2-4-1,-6 4-121,-3-2 0,-1 5 75,-9-2 0,-8 3 0,-12 4 0,-3 3-262,-2 4 1,-2 4 0,-2 3 0,-2 3-187,-2 5 1,7 2 0,-3 0 0,4-3 105,3 3 1,1-4 0,8 1-1,3-2 343,6-4 0,41-22 0,20-12 0,3 0 0,0 0 0</inkml:trace>
  <inkml:trace contextRef="#ctx0" brushRef="#br0">29061 8834 8293,'-16'10'118,"-3"0"0,8-7 0,-2 3 231,5 1 1,5-4 0,8 5 0,6 0-161,6 0 1,1-3-1,4 4 1,1 2-142,-1 2 0,-6 1 0,0 2 1,-6 2 4,-4 1 0,-1 2 0,-7-2 0,-2 4 23,-6-1 1,-9 5 0,-7-4 0,-6 0-42,-6 1 0,-4-1 0,-1 1 1,2-5-218,2-3 1,4-6-1,8-2-223,3-2 0,11-3 0,13-6 0,10-3-1738,7-2 2143,12-2 0,28-21 0,12-10 0,-17 12 0,0 1 0,-1-1 0</inkml:trace>
  <inkml:trace contextRef="#ctx0" brushRef="#br0">30629 8532 8349,'-9'-5'0,"1"-1"317,1-2 0,1 0 1,1-2-6,-4 6 1,-4 2 0,-2 2-1,1 2-162,0 2 1,-5 11-1,-2 9 1,-2 5-99,-2 4 0,-2 4 0,-1 6-196,4 0 0,-1-6 1,6-3-1,3-4 1,5-3 5,6-3 0,5-6 449,5-13 0,4-9 0,9-16 0,2-8-9,3-4 1,1-8 0,5 2 0,-1-4 48,1-1 1,0 7 0,0 2 0,-2 4-55,-3 1 1,3 2 0,-5 4-1,1 9-281,-4 7 0,-5 9 1,-2 8-1,-4 10-344,-2 11 0,-1 7 0,-5 10 0,0 5-919,0 3 1,0 6-1,0 1 1247,0-3 0,29-15 0,12 1 0,3 3 0,0 0 0</inkml:trace>
  <inkml:trace contextRef="#ctx0" brushRef="#br0">31162 8604 8293,'-15'0'248,"-4"5"1,2 1-1,2 2 197,4 4 0,8 5 0,-2 5 0,3 4 7,2 4 1,4 2 0,5-3 0,10 0-194,7 0 0,4-2 0,2-3 0,3-7-17,2-5 1,0-6-1,3-6 1,-3-2 133,-2-2 1,-3-6 0,-8-9 0,-5-5-163,-3-3 0,-8-2 0,-3 2 1,-5 1-513,-5 2 1,-5 2 0,-10-2-1,-8 5-266,-4 3 0,-7 1 0,0 3 0,-1 2-1252,2 5 1,3 4 1815,6 1 0,13 0 0,3 0 0</inkml:trace>
  <inkml:trace contextRef="#ctx0" brushRef="#br0">28889 12244 9392,'0'-9'3208,"0"-1"-2966,0 7 1,0-2-1,0 10 1,-2 6-166,-3 7 0,2 12 0,-7 15 1,-2 12-115,-6 14 1,5-31 0,-3 1 0,-2 7 0,-2 0 0,-1 4-1,0 0-146,0 2 0,-1-1 0,1 3 0,-1-1 0,1-4 0,0-2 0,2-2 0,0-3-232,2-3 0,1-2 1,-13 30-1,5-16 1,6-8 414,7-10 0,11-27 0,8-18 0</inkml:trace>
  <inkml:trace contextRef="#ctx0" brushRef="#br0">28860 12129 8096,'6'8'869,"-4"0"45,3-3 1,-2-3 0,2 4-268,4 0 1,-1 2 0,2 7-1,1 1 134,2 3 1,3 11-1,3 17 1,5 12-423,3 11 0,-12-26 0,-1 2 0,0 0 1,1 2-1,-1 4 0,0 0-290,1 2 1,-1 1 0,0-2 0,1-1 0,-1 0 0,1-1 0,-1-6 0,0-1-695,1-2 0,-1-2 0,15 28 0,0-10 0,0-12 625,-1-11 0,-18-97 0,-8 13 0,1 1 0</inkml:trace>
  <inkml:trace contextRef="#ctx0" brushRef="#br0">26961 12374 8253,'5'-10'-80,"1"2"34,2 2 0,-5-1 0,4 4 0,-3-3 294,1-2 1,2 3-1,-4-4 1,3-1 183,2 2 0,-3-5 1,4 4-132,3-4 1,0 0 0,1 2 0,-2 3-70,-1 1 1,0 3 0,4 4 0,0 0-96,1 0 0,4 0 1,0 1-1,-1 4-217,-2 5 1,-4 2 0,0 4 0,-4 2-81,-2 1 1,-1 7-1,-7-2 1,-4 3-82,-9 2 0,0-1 1,-8 1-1,1 0 177,-1 0 0,1-2 0,-4-3 1,4-5 191,1-3 0,2-2 202,5 1 0,2-7-194,8-3 1,5-4-1,14-1 1,1 0 111,3 0 1,3 0-1,5 0 1,-1 0-210,-2 0 1,-2 0-1,2 2 1,-5 1-92,-3 2 1,-3 6 0,-3-1 0,-7 2 263,-6 3 1,-7 4-1,-9 0 1,-5 0-42,-3 2 1,-3-5 0,-2 3 0,-4-3-139,0-1 0,4-6 1,-3-1-1,3-1-280,3-4 0,-3-2 1,9-1-1,1 0-2807,3 0 1271,3 0 1783,8-6 0,59-53 0,-15 20 0,0 0 0</inkml:trace>
  <inkml:trace contextRef="#ctx0" brushRef="#br0">28184 13741 8005,'0'-15'-120,"0"6"1,1 1 807,4 1-311,-3-4 0,4 8-124,-6-7 1,0 9 192,0 1 0,0 6 0,0 9 184,0-1 1,0 2-1,0 2 1,0 2-117,0 3 0,0 1 0,0 4 0,0 1-131,0 0 1,0-5-1,2 0 1,2 2-340,6 1 1,3-3 0,3-2 0,3-3-250,5-6 1,5 0 0,4-8-1,6-2-1076,2-2 0,2-2 0,-1-4 1281,-4-5 0,-12-25 0,-4-13 0,1-3 0,-1 0 0</inkml:trace>
  <inkml:trace contextRef="#ctx0" brushRef="#br0">28601 13741 8082,'-7'8'119,"4"5"1,-5-4 0,0 4 570,0 1 0,3 7 0,-4 3 1,-2 5-210,-2 4 1,0 11-1,2 10 1,1 5-402,-1 3 0,3 7-80,-1-2 0,5-22 0,-2-5 0</inkml:trace>
  <inkml:trace contextRef="#ctx0" brushRef="#br0">29709 13827 7935,'-10'0'-688,"0"0"953,-1 0 1,-2-5 0,-1 0 0,-2 2 733,-3 2 1,3-4 0,-5 0 0,0 2-242,-3 1 1,4 4 0,0 3 0,4 4-464,2 4 1,6 1 0,3 2 0,4 4-166,1 4 0,1 3 0,4 2 0,5-1-161,2 1 0,3 0 0,-1 0 1,1-2-114,-1-3 1,-1 1 0,-4-4 0,-4 0 52,-3 0 1,-2 0 0,-2-5 0,-3 0 147,-4-4 0,-10-2 0,-5-1 1,-5-4-162,-5-3 0,4-2 0,-5 0 0,1-2-250,1-3 1,1-2 0,8-9-1,4-4-808,4-4 1,4 0 1161,2-4 0,36-49 0,-6 27 0,0 1 0</inkml:trace>
  <inkml:trace contextRef="#ctx0" brushRef="#br0">30557 12273 8060,'5'-9'-451,"0"-1"1,6 5 0,-1-3 1115,3 2 0,3-4 0,1 5 0,4 2-148,1 2 1,1 1 0,2 3 0,-2 6-426,-3 11 0,-2 7 0,-8 6 1,-6 6-161,-2 2 1,-10 2 0,-6 2-1,-9 2 76,-4 1 0,-3 3 0,-2-8 1,-2-6 223,2-5 1,3-5 0,5-3 0,5-7 282,3-5 0,8-8-372,4-8 0,4-4 0,4-7 0,6-1-134,3-3 1,1 3 0,2-3-1,2 3-465,1 1 1,0 1 0,-5 1-1,1 2-330,-1 1 0,1 2 0,-1-1 0,0 4-210,1 3 1,-1-2 995,0-1 0,-12 13 0,-4 8 0</inkml:trace>
  <inkml:trace contextRef="#ctx0" brushRef="#br0">30816 12273 8060,'10'-9'1,"-2"-1"1,-2-1 139,-2-2 0,-1-1 0,0-1 1,2 1 313,-2-1 0,-1-4 0,-2 0 0,0 1 74,0 2 1,-5 7-1,-3 1 1,-3 2-22,-5 2 1,-4 4 0,1 5 0,-5 8-1,-3 9 0,-2 10 0,1 16 0,-3 7-151,-2 5 0,7 11 1,12-33-1,1 2 1,-8 38-87,8 1 0,7-9 1,11-8-1,6-6-49,6-8 1,7-5 0,8-17-1,4-10 298,0-6 1,-2-7 0,3-8-1,-2-5-9,-3-2 1,-3-9 0,-7-3-1,-6-2-293,-5 2 0,-8-6 0,2 4 0,-5 1-104,-5-2 1,-3-1-1,-8 0 1,-3 0-330,-5 4 1,0-1-1,-3 6 1,-3 3-597,-1 5 1,-4 4 0,2 7 0,1 2-72,1 3 0,2 4 0,2 10 0,3 5 98,5 3 1,5 1-1,4-3 1,5-1-441,4 2 1,1-1-1,1-1 1224,4-4 0,28-34 0,12-14 0,7-1 0,-1 0 0</inkml:trace>
  <inkml:trace contextRef="#ctx0" brushRef="#br0">31996 11842 8096,'0'-15'-7,"-1"6"1,-3-1 355,0-1 1,-1 3 413,5-2 1,-5 9 0,0 1-161,2 8 0,3 12 1,3 11-1,4 10-27,1 10 1,0 13 0,3 8 0,-7-31 0,0 0-275,-1 3 1,0 1 0,0 6 0,-1 1 0,-2 5 0,-2 2-304,1 5 0,-2 0 1,-4 5-1,-2 1 0,-4 3 1,-3-2-1,-2-1 0,-3-2 1,-1-2-1,-2-1 18,-2-2 1,-1-1-1,0-3 1,-2-2 0,1-3-1,0-1 1,2-2-1,0-1-66,1-5 0,2 0 1,3-5-1,3-2 0,-10 23 1,11-13-734,9-12 1,19-13 0,7-9 0,6-11 781,4-11 0,3-3 0,6-13 0,7 0 0</inkml:trace>
  <inkml:trace contextRef="#ctx0" brushRef="#br0">31967 11870 8096,'-20'-14'107,"8"-5"0,-2 0 0,3 1 511,3 2 1,-3 2 0,6-1 0,2 1 697,1-1 1,4 7 0,2 4-207,6 2 0,9 16 0,7 10 1,6 13-225,6 10 0,5 7 0,4 11 0,-23-28 1,1 0-596,1 1 0,-1 2 0,4 6 0,2 3 0,2 3 1,1 3-1,1 4 0,2 2-617,1 6 1,0 0 0,-1-5 0,-2 1 0,1 0 0,-1 0 0,-6-7 0,-1-2-266,-5-5 0,-1-2 1,-3-7-1,-1-2 1,9 31-1,-3-10-1094,-5-12 0,-1-10 0,1-14 1685,5-3 0,3-4 0,2-2 0</inkml:trace>
  <inkml:trace contextRef="#ctx0" brushRef="#br0">31061 14129 8168,'19'8'311,"0"-3"1,5-3 0,-4-2 0,-1-2 521,1-3 0,-2-3 1,6-6-1,2-1 272,1 1 1,3 1-1,2 4 1,2 2-612,-2 1 0,-2 4 1,-3-1-1,-3 6-461,-5 7 0,-3 3 0,-3 3 0,-3 3-20,-5 5 0,-4 8 0,-4 3 0,-5 2-187,-6 3 0,-10 3 0,0 3 0,-4 4-578,0 1 1,-6-3 0,-1 3 0,1-1 134,4-4 0,1-8 0,15-4 0,6-5-2340,5-5 2957,3-10 0,38-38 0,20-22 0,2-2 0,-1 0 0</inkml:trace>
  <inkml:trace contextRef="#ctx0" brushRef="#br0">32658 13798 8018,'-22'0'126,"2"0"1,4 0-1,2 0 1,0 2 768,-1 3 1,1-4 0,1 6-332,3-1 1,4 2-1,6 8 1,0 3-66,0 5 1,11 3 0,4 4-419,1 2 1,0 4 0,-2 8 0,0 1-1,1 2-446,-1-1 0,-6-1 1,-3-1-15,-3-2 1,-2 2 0,-2-12 0,-4-1 0,-9-1-266,-7-3 0,-1-7 1,-1-5-1,-1-6 522,-2-4 1,3-1 0,1-7 0,3-4 645,2-9 1,8-5 0,6-9-1,2 0 308,2 0 1,6-4-1,4-2 1,4-1-163,6 1 0,-3-5 1,7 2-1,0-4-243,-2-1 1,6 0-1,-4 0 1,3-2-245,2-3 0,-2 3 1,-3-3-1,-5 5-371,-3 5 1,-8-4 0,-3 6 0,-5-1-221,-5 3 0,-10 12 1,-8 6-1,-6 6 221,-5 4 0,4 1 0,-4 5 0,4 0-449,1 0 1,2 6 0,5 4 0,7 4-3255,9 6 3890,4-11 0,72-47 0,-26 6 0,0 0 0</inkml:trace>
  <inkml:trace contextRef="#ctx0" brushRef="#br0">31651 5468 7896,'-29'-2'0,"0"-3"0,1-4-198,-1-4 1,5-2 0,1 1 0,3 1 628,2 4 0,2-4 1,2 5-1,1-2 386,3 1-806,4 5 0,14-2 1,5 6-1,7 0-83,8 0 0,-1 2 0,13 1 3,5 2 1,4 1 0,9-3 0,2 4-92,8 1 0,-6-4 0,10 4 1,0 0-1,1 0 241,4 4 0,-34-6 0,0 0 0,-2 1 1,0 1-1,39 6 176,0 1 0,-8 1 1,1 1-1,-6 4-1,-3 1 0,-8-3 1,-9 5-1,-6 2-114,-3 1 0,-1 7 1,2 1-1,-6 2-204,-2 3 0,2 0 0,4 1 1,1 1-82,2 3 1,5 1 0,-7-1 0,2 1-64,-1 2 1,2 6 0,-4-1-1,0 3-18,-4 2 1,-2 4-1,-3 3 1,0 3 143,-4 0 1,1 6-1,-7-5 1,-4 6 82,-8-35 0,-1 1 0,-1 2 0,0-1 0,1 1 0,0 0 0,-2 1 0,-1-1 20,-1 0 0,-1 0 1,0 0-1,0 0 0,1 1 1,0 0-1,0 1 0,1 0 27,0 0 1,1 1 0,0 0 0,-1 1 0,-2-3 0,0 1 0,0 1 0,0-1-16,-1 0 0,2 0 0,1 1 0,1 1 0,0-2 0,0 1 0,0-1 0,0 1-8,1 0 0,-1 1 0,0-3 0,0 1 0,-1 3 0,-1 0 1,2 0-1,-1 0-29,0-1 0,-1 0 0,0 1 0,0-1 1,-1-3-1,0 1 0,0 1 0,0 1-41,0 0 0,0 0 0,0 0 1,0 0-1,-1 2 0,0 0 1,0-2-1,-1 0 5,0 0 0,-1-1 0,-2 3 1,-1 0-1,1-1 0,1-1 1,-2 2-1,0 0 54,2-1 1,-1 0 0,-2-1 0,1 0 0,2-2 0,0 0 0,-1 0 0,0 1 54,0-1 1,1-1 0,1 4 0,1 0-1,-2-1 1,0-1 0,0-2 0,0 0-74,0-1 0,0 0 0,0 0 0,0-1 0,-1 2 0,-1 0 1,1 1-1,0 0 2,0 0 0,-1 1 1,2-3-1,0 0 1,-6 37-1,1-2 15,1-3 1,-3 4 0,4-3 0,1 0 29,-1-3 1,-2-1-1,3 2 1,-2-1 5,-4-1 1,0 3 0,-3-8-1,-1 4-6,-3 1 1,3-2 0,-3-1 0,3-2-13,1 2 0,1 1 1,-2 2-1,-2 0-13,-1 0 0,-5-5 0,4 0 1,-1 2-53,0 1 0,-3 5 0,5-1 0,0-4-163,-2 1 1,3-1 0,-6 2-1,0 0 24,2 0 0,-5 0 0,3 0 1,-3 0 206,-2-1 0,0 1 0,0 0 0,2-1 5,3-4 1,-1 2 0,5-7 0,3-1 74,1-2 0,1-8 0,3-3 0,0-3-11,3-2 1,6-2 0,-2-2 0,3-6-44,2-2 0,-1 2 0,-3 1 1,0-4-56,0-4 0,3-1 1,1-4-1,0 0 54,0 0 1,0-2-1,0-5 1,0 1 137,0-1 1,0 1 0,0-1-22,0 0 1,0-4-316,0-1 0,0 1-16,0 4 349,0 1-22,0-1 1,-5-4-8,0-1 1,0-4 0,5 5 0,0 1-232,0 2 0,-1 1 1,-2 1-122,-2-1 1,0 0 0,5 1 0,0-1 168,0 1 1,-1-6 0,-4 1 115,-5 1 1,2-5-1,-1-1 1,-3-2-3,0 2 0,-3-3 0,-1 2 1,-1-2-87,-3-2 0,-7 0 1,-2 0-1,-6-2-180,-1-2 0,-11 2 0,4-3 0,-2 4-246,1 1 1,-4 0 0,1 0 0,4 0 413,3 0 0,19-43 0,4-17 0,-5-4 0,1 0 0</inkml:trace>
  <inkml:trace contextRef="#ctx0" brushRef="#br0">31824 4273 8076,'0'-9'165,"0"-1"235,0-1 0,0 3 0,0-2 1136,0-1-1177,0 5 1,-2 1 0,-3 10 0,-3 6-69,0 7 1,-3 1 0,5 8-1,-2 6-148,-4 7 1,1 0-1,0 8 1,3-1-79,2 1 0,1-4 0,5 4 0,3-3-198,7-2 0,1-6 0,13-5 0,3-5-212,5-3 1,6-8-1,9-1 1,2-9-1152,2-4 1496,-4-2 0,-7-24 0,1-10 0,1-2 0,-1 0 0</inkml:trace>
  <inkml:trace contextRef="#ctx0" brushRef="#br0">32226 4432 8077,'-6'14'319,"-2"-4"0,-6-1 0,-1 4 325,1 5 0,-2 5 0,-2 11 0,-3 6-438,-1 6 1,-2 7 0,-5 10-1,1 5-316,-1 7 1,-2-1-1,16-36 1,-2-1 0,-15 32-110,5-7 0,0-3 1,10-4 218,4-7 0,18-7 0,11-12 0</inkml:trace>
  <inkml:trace contextRef="#ctx0" brushRef="#br0">32572 4878 8077,'-7'-8'253,"1"-5"0,-5 5 0,1 0 280,-1 3 1,3 3 0,-3 2 0,-4 2-419,-2 3 0,-10 9 1,-1 12-1,-5 6-264,-4 6 0,3 4 0,-2 1 0,2 0-21,7 0 1,6-6 0,12-5-1,4-5 39,3-3 0,4-8 0,4-2 0,7-7 221,5-6 1,7-2 0,-1-4 0,3-5 215,2-2 1,-5-7 0,0-1-1,2 1-138,1-2 0,-3 4 0,-2-7 0,0 0-147,1 1 1,-6-5-1,4 2 1,-2-3-135,1 2 0,-6 3 0,-6 0 1,0 5 149,0 3 1,-6 8-1,-2 5 231,-8 6 0,-10 13 1,-3 11-1,-1 8-89,-4 7 0,-6-1 1,-3 11-1,0 0-558,0 4 1,-4-6 0,6 7-1,1 1-348,2 3 0,1-2 1,2 3-1,3-4 727,4-5 0,43-23 0,10-11 0</inkml:trace>
  <inkml:trace contextRef="#ctx0" brushRef="#br0">32773 5079 7692,'-10'5'14,"1"0"1,6 1 0,-4-1 458,1 4 0,4-1 1,-3 2-1,2 1-193,-2 2 0,4 1 0,-4 1 0,2-1-90,-2 1 0,3 1 0,-4 1 0,1 2-151,1-1 0,-1-1 0,5 1-66,0 1 1,1-1-1,4-7 71,5-1 0,4-9 0,2-1 36,-2-8 0,4-5 0,-8-1 0,2 0 14,3-1 0,-1 1 0,-1-1 0,-2 1 5,-1 0 1,-1-1 0,4 1-1,-2 1-27,-1 4 0,-5-3 0,4 6-127,3-2 0,-4 5 0,-1 0 29,0 6 1,-4 10 0,-8 7 0,-4 3-239,-4 2 1,-1 2 0,-1 4 0,1 1-201,-1 1 1,3-1 0,0-6 0,4-4-86,2-1 1,1-2 0,7-6 0,3-2-218,4-1 0,9-7 766,1 2 0,39-55 0,-27 18 0,0 0 0</inkml:trace>
  <inkml:trace contextRef="#ctx0" brushRef="#br0">33161 5223 8159,'15'-14'-636,"-1"-1"710,1 1 1,-1 1 0,-1 2 0,-2 3 504,-1 1-547,-7 3 0,2 4 0,-9 1-67,0 4 0,-6-2 1,4 7 121,-2 1 1,0 2 0,-2 1 0,4-1-123,-1-3 0,6 2 122,-4-2-47,3 3-47,2-5 1,2-2 0,3-6-1,3-2 49,0-2 0,4 0 1,-4-5-1,2-1 89,0 2 1,-7-4-158,2 2 1,-5 4 0,-5 1-1,-6 3-95,-7 2 1,-4 7 0,-9 2-1,-1 6 13,-1 4 0,-2-2 1,3 6-1,-2-1-51,2 0 1,8-4 0,6 3 0,7-2-31,7 0 0,2-4 1,5-6-1,5 1-447,6-2 636,10-2 0,16-18 0,7-8 0,7 0 0,0 0 0</inkml:trace>
  <inkml:trace contextRef="#ctx0" brushRef="#br0">33305 5324 8083,'-14'8'15,"0"-2"264,-1-6 0,6 2 0,-1 2-263,-1 6 1,3 3 0,0 3 0,0 1-12,0 3 0,3 5 0,-5-1 0,-1 2 10,-2-2 1,-1 1 0,0-4 0,-1 0 13,1 0 1,0 3 0,-1-5-1,1-2-21,-1-1 1,1-6 0,-2 0 0,-2-1-111,-1-1 1,0 3 0,5-6 0,-1-2-199,1-1 0,6-4 300,3-2 0,23-36 0,6-15 0</inkml:trace>
  <inkml:trace contextRef="#ctx0" brushRef="#br0">33420 5266 8166,'-12'14'164,"2"1"0,-3-1 0,5 2 1,-1 2-7,-1 1 1,1 7-1,-6-1 1,1 6-322,-1 2 0,-2 1 0,1-6 0,5 1-242,3 0 0,3-7 1,5-2-1,0-4-644,0-2 1049,0-6 0,0-3 0,0-10 0,0-5 0,0-2 0,0-4 0,-2-2 0,-3-1 0,4-2 0,-4 3 0,3-2 79,2-3 0,2 1 1,1-4-1,4 4 236,1 1 1,-5 0 0,3 4 0,-1-2-103,0 1 1,6-3 0,-1 4-123,2 4 0,-2 0 1,0 8-1,1 2 16,2 1 1,1 4-1,0 1 1,1 4-78,-1 1 1,7 3-1,3 6 1,3 3-59,2-3 1,-2 1 0,-1-1 0,-4 4-285,-1 2 1,-4-6-1,-6 4 1,-3-2-106,-1 0 1,-4 2 0,-8-3 416,-4 1 0,-24 13 0,-11 6 0,-3 1 0,0 1 0</inkml:trace>
  <inkml:trace contextRef="#ctx0" brushRef="#br0">33579 5295 8108,'0'-15'-433,"4"6"433,1-1 0,19 20 0,0-1 0</inkml:trace>
  <inkml:trace contextRef="#ctx0" brushRef="#br0">33521 5755 8159,'-6'15'-67,"4"-1"1,-3 0-1,2-1 315,-2-3 0,4 3 1742,-4-4-1318,3-2 1,2-7 0,2-10-300,3-3 0,-4-1 1,6-1-1,-2 1-168,-1 0 0,8-2 1,-4-2-1,1-1-226,1 1 1,-1 2 0,6 2-1,-3-2-605,-2-3 1,3 3 0,-5-3-695,0 3 0,3 1 122,-6 1 0,0 7-303,-5 7 1501,0 7 0,0 65 0,0-29 0,0 0 0</inkml:trace>
  <inkml:trace contextRef="#ctx0" brushRef="#br0">33665 5827 8150,'-14'8'0,"4"0"0,0-5 0,-1 4 206,-2 1 1,-6-3-1,0 3 363,2-2 1,1-1-151,1-5 0,9-7 0,6-2-150,8-4 1,6-3 0,5-2 0,5-1 38,3 2 0,1 1 0,-3 1 1,-2 1 53,-3 0 0,0 1 1,-6 3-495,0 5 1,-9 7-461,-10 8 1,-4 1 0,-17 13 0,-3 1-114,-3 2 1,0 2 0,8-2-1,5-1 92,3-2 0,8-2 0,4 2 1,4-6 612,4-7 0,34-8 0,15-6 0,7-1 0,-1 0 0</inkml:trace>
  <inkml:trace contextRef="#ctx0" brushRef="#br0">33766 5914 8103,'-15'0'412,"1"0"0,0 0 0,-1 0 0,1 0 15,-1 0 1,1 0 0,1 1 0,4 4-303,4 5 1,3 2 0,2 3 0,0-1-68,0 0 1,0 2 0,0 2 0,0 1 168,0-1 0,0-2 0,-1-2 1,-4 1-158,-5-1 1,-4-4 0,-4-1 0,-1 1-131,2-2 0,-4 3 0,2-6 0,1-2-490,2-1 1,2-2-1,-1 0 1,1 0-1654,-1 0 2203,1 0 0,-39-26 0,-9-6 0</inkml:trace>
  <inkml:trace contextRef="#ctx0" brushRef="#br0">31996 5856 8103,'-6'8'329,"6"-2"1,0-6 0,9 0-336,9 0 1,6-1 5,9-4 0,-15 3 0,1-4 0</inkml:trace>
  <inkml:trace contextRef="#ctx0" brushRef="#br0">32600 5870 8043,'13'10'50,"-3"0"1,-4-6-1,-4 4 1,1 0 854,2 0 0,1-4-526,-1 0 1,3-2-1,6-2-391,1 0 0,-6 0 0,1 0 1,1 2-562,2 2 0,0 0 573,-4 5 0,36 1 0,3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20861 10964 7778,'14'0'-792,"0"0"0,1 0 733,-1 0 1,-4-5-1,-1 0-14,3 2 0,-6 0 356,-1-2-63,-4-3 0,-2-5 0,-2 2-185,-2 1 1,-6 7-1,1-3-60,-3-1 1,4 6 0,1-6 50,1 1 1,-2 3-1,2-5 35,-1 2 0,4-1 243,-6 2 35,0-3-235,-4-6 1,4 1 149,1 4-113,6 2 0,-2 7 29,10 0 0,-2 0 0,8 0 1,3 2 49,4 3 1,9-2 0,2 5-1,9 0-73,9 0 1,12-3 0,13 3 0,8-2-182,-38-4 1,0-1-1,5 2 1,1 1-1,1-1 1,1 0-1,2 0 1,1 0-55,2 1 0,-1-1 1,-4-1-1,-1 0 1,0-1-1,0 0 1,-3 0-1,-1 1-1323,-2 1 0,-2-1 1411,30 3 0,9 0 0,-16-1 0,-10 0 0,-9-3 0</inkml:trace>
  <inkml:trace contextRef="#ctx0" brushRef="#br0">21335 6201 7957,'-39'-1'51,"-5"-4"0,4-3 1,-9-6-1,-1-1 292,-2 1 0,0-1 0,0 1 1,-3 0-26,-1-1 0,-1 1 0,-1-1 1,1 1-303,-1 0 0,-4 4 0,-4 0 1,-1-1-193,-2-2 1,-4-1 0,7 0 0,-1 1-74,0 3 0,-3-2 0,-4 4 1,4-2 135,-1 0 0,3 6 1,-1-4-1,3 1 171,3 4 0,0-3 1,7 1-1,2 3 45,1 5 1,2 2 0,-2 8 0,5 3 125,4 0 0,5 6 0,2 4 0,2 6-55,3 6 0,8 5 0,5 5 0,3 7-165,2 5 0,1 12 0,7-31 0,1 2 1,0 1-1,2 1-70,0 3 0,-1 0 0,-1 3 0,-1 0 1,1 5-1,1 0 0,-2 5 0,0 0-139,2 1 1,-1 2-1,-4 5 1,0 1-1,1-2 1,0 0-1,-2 4 1,-1 1 116,-1 4 0,-1 0 0,4-24 1,0 1-1,0 0 0,-1 1 0,1-1 1,-1 1-1,0-1 0,0 0 0,0 1 27,-2-1 1,1 1-1,0 0 1,0 2-1,1 1 1,-1 0-1,-1 3 1,-1 0-1,0 1 1,-1 0 0,1 0-1,0 1-83,-1-1 0,0 1 0,0-1 0,1 0 0,0 0 0,1-1 0,-1-1 0,0-1 1,0 0-1,0 1 0,1 1 0,-1 0 125,1 1 0,0-1 1,-1 1-1,0 1 0,-1 0 1,1 0-1,2-1 0,0-1 1,0 0-1,0-2 0,0 0 1,1 0 16,-1 1 0,1-1 0,0 0 0,1-2 0,-1 1 0,1-1 0,-1 3 0,0-1 0,-1 0 0,1-1 0,-1-1 0,0 1-36,0-2 0,0 0 0,0-1 1,-1-1-1,1-1 0,0 0 1,-3 24-1,-1-2 0,1 0 0,0-1 135,-1-3 0,1 0 0,2 0 0,1-1 0,2-6 0,-1 0 0,2-4 0,0 0 2,1-3 0,0-1 1,2-4-1,2-2 1,0 2-1,1-1 0,1-3 1,0 0 32,1-2 0,0 0 0,0-3 0,0-1 0,2 33 0,3-4 110,4-4 1,4-3-1,2-2 1,1-8-279,3-2 1,-3-9 0,5 2 0,-1-7 324,4-3 0,-1 3 0,-1-4 0,0-2-371,1-2 0,1-2 1,5-3-1,-1-2 296,1-3 1,0-2 0,1-7 0,4-1-106,4 1 0,5-5 0,5-1 0,5-3 309,3-2 1,6 0-1,2 0 1,2 0-299,3 0 1,3 1 0,4 2 0,-35 0 0,1-1-256,3 0 0,0-1 1,0 1-1,-1 0 0,3-1 1,1 1-1,-1 0 0,0 1-1706,0-2 0,0 1 1836,4 2 0,1 0 0,-1-3 0,2-1 0,2 3 0,0-1 0,-1-1 0,1 0 0,-3-1 0</inkml:trace>
  <inkml:trace contextRef="#ctx0" brushRef="#br0">6934 4604 7839,'64'-14'-43,"0"-1"1,3 1 0,-4 0 78,-4-1 1,-14 7 0,-9 3 0,-9 4 861,-7 1-719,-11 0 1,-4 1-1,-11 3 1,-7 0-17,-5 0 1,-9-3 0,-2-1-1,-7 0 164,-6 0 1,-3-6 0,-1-2-154,-2 0 1,2-5 0,7 4 0,6-4-1,4-2-33,5 1 0,5 0 0,11-1 1,9-1 10,12-3 1,16 3 0,16-3-1,12 3-373,13 1 0,4 1 0,-34 7 0,2 0 0,-1-1 0,1 1 196,0 0 1,0 0 0,32-1 0,-7 3-1,-9 4 74,-10 1 1,-7 1-1,-15 4 1,-7 5-87,-10 2 0,-10 3 0,-12-1 0,-14 0 14,-11 1 0,-10-1 0,-15 1 0,-4-1 35,-3 0 0,28-4 1,-1 0-1,-1-1 0,-1 1 1,-2-1-1,1-1 21,0 1 0,1-2 0,1 1 1,1-1-1,-37 7 0,9 2-565,7 3 0,30-3 532,15 3 0,12-3 0,7-1 0</inkml:trace>
  <inkml:trace contextRef="#ctx0" brushRef="#br0">18199 15611 8383,'-14'0'1551,"6"-6"1,3-1 0,10-2-1539,4 4 1,12 3-1,6 2 1,8 2-529,7 3 1,6-2-1,14 7-913,5 1 1,10-3 1427,-38-1 0,4-5 0,21-16 0,13-12 0,1-1 0,-15 7 0,1-1 0,-1 1 0,1 0 0</inkml:trace>
  <inkml:trace contextRef="#ctx0" brushRef="#br0">19379 14791 7733,'0'-29'202,"0"1"1,0-1 875,0 0 0,0 5 0,1 3-373,4 5 0,-3 8 0,3 19-471,-4 13 0,-1 16 1,0 16-1,-1 11-208,-1-27 0,-1 2 0,-1 4 0,-2 1 1,-2 4-1,-1 2 0,-1-1 0,-1 1-91,0-1 0,0 0 0,-3 3 1,-1 0-1,-3 2 0,1 0 1,-1 2-1,0 0-584,0 1 1,1-1 0,3-7 0,1-2 0,4-5 0,0-2 0,-2 27 648,7-16 0,38-45 0,13-10 0,5-1 0,0 0 0</inkml:trace>
  <inkml:trace contextRef="#ctx0" brushRef="#br0">19767 15582 7698,'-48'48'-382,"0"0"1,0 2 0,8-2 0,5 3 1264,7 0 1,15 4-1,3-9 1,7-5-390,3-5 0,13-12 1,6-7-1,8-6-244,7-6 1,2-5 0,8-5-1,-1-4 165,0-4 0,-2-8 1,-1-3-1,-3-3-163,-2-2 0,-3 1 0,-8-1 0,-4 0-60,-4 0 0,-8-4 0,-4-3 1,-2 1-143,-2 0 0,0-5 0,-2 3 0,-2-1-1045,-6 0 1,-3 6-1,-1 0 1,-2 8-18,-3 9 1,1 3 0,-4 7-1,1 3 496,3 5 1,7 10 0,3 8-1,2 1 516,2 4 0,22 27 0,6 7 0</inkml:trace>
  <inkml:trace contextRef="#ctx0" brushRef="#br0">20587 15784 7698,'5'-15'0,"0"0"232,-2-5 0,-1 3 0,-4-6 0,-3 4 150,-4 6 0,-9 1 0,-3 7 0,-1 2 25,-4 1 1,4 10 0,-2 6 0,-1 10-204,-3 8 1,0 7 0,0 7-1,6 2-75,8-2 0,6-6 1,8-3-1,3-2-151,6-3 1,3-3 0,12-7 0,3-7-133,5-9 0,-2-4 0,4-4 0,-4-3 302,-1-4 1,-2-6 0,-3-4 0,-5-5 200,-3-3 1,-6-2-1,-2 2 1,-2 2-76,-3 1 1,-6 0 0,-3-4-1,-2 4 117,-3 5 0,-1 3 0,1 3 63,2 4 0,5 6 0,1 12-351,6 10 1,5 15 0,7 9 0,-1 8 43,1 5 0,4 3 0,0 4 0,-2 6-146,-1 6 0,-8-7 0,-4 3 0,-8-4 170,-5-2 1,-12-4 0,-8 2-1,-6-4 207,-2-2 1,-9-6 0,3-4 0,-3-6-299,-4-2 0,7-9 0,-2-3 0,7-11-685,2-9 1,3-6-1,4-2 1,-1-6-989,-4-7 1,-3-7-1,-4-9 1,3-4-3542,4-4 5134,10 3 0,25-9 0,9-5 0,3-1 0,0-1 0</inkml:trace>
  <inkml:trace contextRef="#ctx0" brushRef="#br0">21235 15352 7695,'-15'0'0,"-1"0"0,-1 0 332,-2 0 0,4 0 0,6 0 1,-3 2 149,0 3 1,-1 4-1,2 12 1,3 8-343,1 8 0,-4 12 0,2 9 1,-6 7-267,-4 6 0,1 0 0,-6 0 0,0-4-21,2-5 1,-4-4 0,7-9-1,3-10-75,5-14 1,5-10-1,6-10 286,0-10 0,0-18 1,1-9-1,4-6 285,5-7 0,-2-12 0,3-2 1,3-5-87,4-5 0,7-3 0,1-5 0,-11 37 1,2 0-129,1 0 0,2 0 1,3-2-1,2 1 1,1 3-1,1 1 1,1 1-1,2 2 46,0 1 0,2 2 0,2 1 1,1 2-1,0 2 0,0 3 1,26-14-53,-10 16 1,-14 12 0,-9 10-1,-8 4-199,-9 5 1,-5 9-1,-9 6 1,-5 6-180,-6 2 0,-10 7 1,-2-1-1,-4 1-60,-4-2 1,-4 2 0,3-5 0,-1 2-98,1 3 0,-3-5 0,4-1 0,2-6-77,2-4 1,-4 2 0,2-7 0,5-3-54,7-5 1,4-4-1,1-7-883,1 0 1419,6-7 0,40-65 0,-8 25 0,0 0 0</inkml:trace>
  <inkml:trace contextRef="#ctx0" brushRef="#br0">21882 14791 7722,'-14'-6'327,"-5"-1"1,-1-4 0,1 3 185,-2 2 0,1 1 0,-6 8 1,2 7-63,-1 9 1,-7 14-1,-2 11 1,2 8-270,2 9 1,-2 11 0,16-32 0,1 2 0,2 1 0,1 2-191,0 2 1,1 1 0,1 0 0,1 0 0,2 6-1,0 0 1,0-3 0,1 0-342,1-3 0,0 0 0,1-1 0,2-2 0,4 27 0,4-8 349,8-8 0,46-13 0,-22-25 0,0 0 0</inkml:trace>
  <inkml:trace contextRef="#ctx0" brushRef="#br0">21853 15367 7722,'-14'0'589,"4"0"0,1 1 196,-2 4 0,-2 5 0,0 10 0,2 9-469,1 8 1,6 16 0,-4 7 0,1 8-553,4 5 1,1 1 0,2-7-1,0-6-846,0-7 1,7-3 0,4-11-1,6-11 1082,7-10 0,10-35 0,4-14 0,5-6 0,-1 0 0</inkml:trace>
  <inkml:trace contextRef="#ctx0" brushRef="#br0">22256 15395 7697,'0'-27'387,"-1"2"1,-6 4 171,-7 5 1,-9 5-1,-10 15 1,-7 11-433,-6 14 1,-7 17 0,22-18 0,0 2 0,-3 2 0,0 1-207,-1 2 1,0 0 0,-3 4 0,1-1 0,1 0-1,2-1 1,2-2 0,3-1-1229,-22 25 0,14-11 1307,8-14 0,48-72 0,16-25 0,-7 15 0,-1-1 0,0 1 0</inkml:trace>
  <inkml:trace contextRef="#ctx0" brushRef="#br0">22429 14791 7697,'57'-51'845,"-4"8"1,-3 11 0,-5 8-180,-9 9 1,-12 22 0,-9 20 0,-12 18-310,-11 16 1,0-19 0,-2 2 0,-6 4 0,-3 1 0,-2 4 0,-1 1-364,-3 4 1,-1 1 0,-7 5 0,-1 0 0,-3 6 0,-1 1 0,11-23 0,1 0 0,-1 0-2032,-1 0 0,0 0 0,0 0 2037,-12 19 0,-1 0 0,2-3 0,0-2 0,-2-2 0,0 0 0</inkml:trace>
  <inkml:trace contextRef="#ctx0" brushRef="#br0">17825 17223 7824,'21'0'138,"3"0"0,5 0 1,6 0-1,11 0 2783,15 0-2592,17 0 0,-24 0 1,3 0-1,8 0 0,4 0-358,9 0 1,4 0 0,-21-1-1,2 1 1,1-1 0,9 0-1,2 0 1,1 0 135,4-1 0,2 1 0,-1-1 0,-19 1 0,-1-1 0,1 1 0,1 0 0,2 1 0,0 0 0,1 1 0,0 0 0,0 0 0,-1 0 0,1 1 0,-1 0-553,0 1 1,0 1-1,1 0 1,-1 0-1,0-1 1,0 1-1,0 0 1,0 1 300,0 0 0,0 1 0,0 0 0,-1 1 0,18 0 0,-1 1 0,-1 1 145,-4 1 0,-1 0 0,4-2 0,-4-3 0,4-3 0,1 0 0,0-1 0,0 0 0,0 0 0,1 1 0,-1-1 0</inkml:trace>
  <inkml:trace contextRef="#ctx0" brushRef="#br0">18228 17669 8365,'-6'-15'797,"-4"1"1,2 6 0,0 5-1,0 8-351,0 9 0,3 15 0,-4 15 0,-3 12-491,0 10 1,-4 12-1,6-34 1,0 0 0,-1 5-1,-2 1-295,0 5 0,-1-1 1,0-2-1,0-2 0,-1 0 1,1-2-1,0-3 1,1-1 339,-5 0 0,12-8 0,42-5 0,22-15 0</inkml:trace>
  <inkml:trace contextRef="#ctx0" brushRef="#br0">18660 17813 7793,'19'-44'0,"-2"1"0,-2 2 748,-4 2 0,-10 12 0,-1 14 104,-8 12 0,-11 20 0,-6 18 1,-7 12-647,-7 14 1,19-29-1,-1 2 1,-1 2 0,1 1-1,-1 1 1,1 1-323,-1 1 0,0 1 1,-2 4-1,0 0 1,0 2-1,0 0 0,2 0 1,0 1-491,1-3 1,2 0 0,3-2-1,3-2 1,-5 36 605,7-12 0,24-23 0,11-16 0</inkml:trace>
  <inkml:trace contextRef="#ctx0" brushRef="#br0">17609 18302 8846,'7'8'1038,"2"0"1,12-5 0,9 3-525,12 2 0,16 2 1,13 4-1,9 1-519,-38-8 0,1 0 1,2-2-1,0 0 1,-1-1-1,0 0 1,-2 0-1,0 0-921,1 0 0,-1 0 0,35-1 0,-7 2 926,-11-4 0,-65-39 0,-23-10 0</inkml:trace>
  <inkml:trace contextRef="#ctx0" brushRef="#br0">17724 17971 7783,'-8'-7'183,"4"-2"1,2-4 220,2-1 1,2 6 0,4 3-1,8 5-270,9 5 1,17 4 0,8 12 0,9 6-170,10 5 0,4 7 0,-30-21 1,2-1-1,2 0 0,0 1-296,1 0 0,1-1 0,0-2 0,2-3 1,1-1-1,0-3 331,-2 2 0,5-4 0,17-4 0,12-5 0,1 0 0,-16 0 0,0 1 0,0-1 0,1 1 0</inkml:trace>
  <inkml:trace contextRef="#ctx0" brushRef="#br0">19278 18172 7779,'-14'5'0,"-1"2"288,1 1 0,-5-4 0,-2 6 0,-1 1-37,-4 2 1,-3 8-1,-4 4 1,-6 7-78,-2 7 0,2 2 0,3 2 1,1-1-55,3-4 1,8-3 0,6-7 0,7-4 67,6-5 0,5-10 0,5-4 0,6-3-12,7-2 1,-1-11-1,7-5 1,0-4 6,-2 0 0,4-6 0,-5 0 0,1-4 55,4-4 1,-4 1 0,1 4 0,-3 0 24,-2 1 1,-2-1-1,-2 2 1,-1 1 243,-3 2 0,-4 11-449,-6-1 0,-2 23 0,-4 12 0,-8 19-214,-9 16 1,-5 10 0,12-28 0,0 0 0,-1 3 0,0 0-227,1 1 1,0 1 0,1 0 0,1 0-1,2 0 1,0 0 381,1 0 0,3 1 0,8-1 0,3 0 0,2 0 0,-2-15 0</inkml:trace>
  <inkml:trace contextRef="#ctx0" brushRef="#br0">19451 18374 7742,'-10'8'1363,"1"-3"-867,-3-4 0,4-1 1,0 2-1,0 1-451,0 2 0,4 6 1,-4 0-1,1 5-222,4 3 1,1 5 0,2-3 0,0 0-68,0 0 0,7-2 1,1-5-1,3-1 197,3-3 0,-2-4 0,7-6 0,-3 0 447,-2 0 0,1-2 0,-1-2 0,0-6 117,1-3 0,-2-1 0,-2-2 1,-3-2-99,-2-1 0,1 1 0,-4 7 0,1 2 845,0-3-1300,-3 6 0,-1 1 1,0 12-696,0 7 0,-5 2 0,1 8 0,0 0-481,3-2 0,6 4 0,1-5 0,2 0-694,3-1 1906,2 0 0,46-25 0,12-5 0</inkml:trace>
  <inkml:trace contextRef="#ctx0" brushRef="#br0">19782 18604 7909,'14'0'1469,"0"-2"1,1-2-994,-1-6 1,7-3 0,5-3 0,4-1-227,4-3 0,4-5 1,-5 2-1,-1-1-142,-1 1 0,-4 5 1,-5-1-83,-7 3 0,-14 6 0,-13 2 0,-11 3-210,-10 7 0,-7 6 0,-5 11 0,-1 5-387,-2 3 0,-4 0 0,9-1 0,8-2-44,8 2 1,8-6 0,9 0 0,9-6 213,9-4 0,11-6 0,21-8 1,12-8 203,12-5 0,7-6 0,2-7 0,-35 14 0,1-2 197,2 0 0,0-2 0,0 0 0,1-1 0,-1-2 0,1 1 0,-3-1 0,0-1 0,-1 0 0,-2 0 0,24-17 0,-18 11 26,-12 9 1,-17 11 0,-19 20 0,-15 11 292,-9 9 1,-9 2 0,4 6-1,0 2 513,0 2 0,1 3 0,4 1 0,-1 2-254,3-2 1,-3 2 0,12-3 0,1-5-301,2-3 1,8-9-1,4-5 1,2-2 76,2-4 0,0-1-238,0-1 0,-2-3 1,-2 0-1,-7-3-339,-7 2 0,0-3 0,-6 2 1,-1 0-213,-2-2 1,3-2 0,1-6 0,2 0-157,4 0 0,-4-2 0,4-2 1,2-8-23,4-5 0,8-6 1,0-5-1,6-1 143,6 0 1,11 0 0,3 0 0,6-1 468,5-3 0,3 1 0,6-5 0,0 0 0,0 0 0,10-1 0,15-9 0,1-2 0,-12 8 0,0 0 0,0 1 0,-1-1 0</inkml:trace>
  <inkml:trace contextRef="#ctx0" brushRef="#br0">20818 18057 7770,'14'-21'0,"-1"5"0,-4-3 706,-4 3 1,-5 8-1,-5 5 1,-6 8 66,-6 9 1,1 13-1,-5 12 1,2 2-463,-1 3 0,1 4 0,3 1 0,-1 2-602,-3 4 1,3-1 0,7-1 0,6-5-331,2-4 1,2-2-1,2-4 1,2-7 620,6-10 0,22-79 0,-13 14 0,0 0 0</inkml:trace>
  <inkml:trace contextRef="#ctx0" brushRef="#br0">20616 18374 7755,'-9'0'1899,"-1"0"-1632,7 0 1,9 0 0,13 0-128,7 0 1,3 0 0,1 0 0,2 0-111,2 0 0,6 0 0,-4 1 0,1 4 15,-3 5 0,-6 3 0,-4 3 0,-4 3 55,-4 5 0,-8 3 0,-4 2 1,-2 1-263,-2 4 0,-11-4 1,-4 5-1,-1-1-1230,0-1 0,4-6 1392,2-7 0,-3-4 0,5-2 0</inkml:trace>
  <inkml:trace contextRef="#ctx0" brushRef="#br0">21177 18043 7709,'-14'-29'426,"-1"0"1,1 5 0,0 4 0,-1 2 448,1 5 0,-5 8 1,0 1-666,1 2 1,7 8 0,3 4 0,1 4-596,4 6 0,8-5 1,5 6-1,2-2-477,3 1 0,1 4 0,1-4 0,4 1-972,1 0 1834,2 5 0,50 9 0,-32-13 0,1 0 0</inkml:trace>
  <inkml:trace contextRef="#ctx0" brushRef="#br0">21422 18302 7709,'0'14'-218,"0"2"0,-2 2 0,-3 3 412,-4 1 0,1 2 1,-2 5-1,-3-1 381,-4 1 1,-1 0-1,-4 1 1,1 1 90,4-2 1,7-4 0,5-10-298,4-1 0,2-6 1,4-5-1,5-8-10,2-9 0,4-2 0,2-8 1,3-2-270,1-1 0,-4-2 1,1 1-1,-3 0-236,-2 4 0,1-3 1,-1 5-1,-1-2-821,-4 0 1,3 6 0,-6-1-1087,2 3 0,-3 3 1520,4 4 1,-5 4 0,2 10 532,0 4 0,34 4 0,-17-5 0,15-3-39,-16-3 0,-7-2 1161,-1 0 0,-6 6 0,-3 4-374,-3 2 1,-9 4 0,-2 4 0,-6 4-328,-4 3 1,3 1 0,-5 0-1,2-3 201,0-1 1,0-1-1,4 2 1,3-2 2361,2-3-2485,-3-7 0,13-8 0,0-10 0,10-6-213,7-7 0,1-4 0,7-7 0,4 0-77,3 1 0,7 5 0,-4 4 1,0 3-373,0 2 1,3 6-1,-6 5 1,-3 6-873,-3 6 1,-9 12-1,1 8 1,-5 8-1631,-4 4 0,-5-2 2665,0-1 0,17 0 0,3 5 0</inkml:trace>
  <inkml:trace contextRef="#ctx0" brushRef="#br0">22904 18244 7691,'0'-29'0,"0"1"232,0-1 1,-2 0 0,-1 0-1,-4 1 275,-1-1 1,-1 6 0,-6 4-1,0 5-121,-5 4 1,3 4-1,-6 9 1,1 5-249,0 6 0,-2 17 0,-4 4 0,4 11-49,5 12 0,3 6 0,2 8 1,1 0-341,4 0 0,2-2 0,7-1 0,2-2-1000,3 2 1,4-7-1,9-6 1251,1-11 0,19-21 0,1-11 0</inkml:trace>
  <inkml:trace contextRef="#ctx0" brushRef="#br0">22371 18705 7691,'-14'-5'301,"0"0"0,4-6 1,2 1 301,2-2 0,12 2 0,12 2 0,7 2-297,10 2 0,7-4 0,4 0 0,4-1-17,1-1 0,3 1 0,7-6 0,1 1-90,-1-1 1,-2 1 0,-4 1 0,-6 2 35,-6 1-241,-15 1 1,-9 2 0,-19 7 0,-8 8 92,-5 5 0,-1 3 0,-1 2 1,1 3-77,-1 1 1,6-3 0,1 4 0,1-3-97,4-2 0,2 0 0,2-1 0,2 2-84,2-1 0,8-7 0,0-3 0,6-2 64,3-2 0,-2-3 0,2-2 0,0-4 167,1-5 0,-4-7 0,2-4 0,-4-1 35,-4-4 1,-3 4 0,-1-2 0,-4 0-71,-3 1 0,-2-2 0,-2 4 0,-3 0-454,-4 0 0,-4 2 0,-2 6 1,3 2-3289,2 2 1342,-3 5 2373,12 4 0,45 34 0,20 12 0</inkml:trace>
  <inkml:trace contextRef="#ctx0" brushRef="#br0">23436 18604 10479,'0'-14'2068,"0"4"-1116,0 0 1,-2 7-372,-2-2 0,2 2 1,-4 0-157,-1-2 0,6-6 0,-4 1-523,3-2 0,9-3 0,4-1 0,6-3-244,7-5 0,4-3 0,2-2 1,3 0-1320,6 1 1,2 0 0,3 4 1660,-1 5 0,10-3 0,7-4 0,6-1 0,-1 0 0</inkml:trace>
  <inkml:trace contextRef="#ctx0" brushRef="#br0">24170 18460 7696,'-10'0'0,"1"0"422,-3 0 0,-2 0 0,-4 0-157,-1 0 0,0 6 0,5 6 1,-1 5-191,1 7 1,-1 5-1,1 3 1,1 3-74,4 2 1,2-5-1,9 0 1,3-5 155,4-3 1,10-13-1,5-1 1,4-7 115,0-3 0,3-3 0,1-5 1,1-8-107,-1-5 1,-1-3 0,-4-6 0,-3-2-303,-5-2 1,-5-1 0,-2 3 0,-4-2-178,-2 2 0,-3 2 1,-9 3-1,-7 3-272,-5 5 1,-7 4 0,1 4-1,-2 3 14,2 2 1,3 1 0,7 5 0,1 2 568,4 2 0,2 4 0,9 5 0,3-2 0,4-1 0,6 0 0,4 4 0,5 0 0,3 1 0,2-3 0,0 0 0,1-3 0,4 2 0,-4 2 0,3 0 0,-4-2 0,-5-1 0,-3-1 0,-8 6 0,-4 1 31,-4 3 0,-6 3 0,-9 7 0,-9 0 277,-7 0 1,-3 1 0,1 2 0,-1 0 156,0-5 0,0 0 0,2-9 1,3-4 85,5-2 0,5-11 0,4-2-273,5-12 0,4-10 0,4-10 0,5-6-104,6-2 0,12-9 0,1-2 0,7-4-57,2-2 0,1 5 0,3 2 0,-2 3 17,2 7 0,2 4 0,-1 10 0,-2 4-263,-6 9 1,-9 6 0,-4 9 0,-6 6-171,-4 7 0,-6 2 0,-8 8 0,-8 3 52,-5 5 1,-6 0 0,-5 5-1,-1-2-71,0-3 0,0 3 0,1-1 0,-1-2-52,0-2 0,0-6 0,0-1 0,2-2-107,3-4 1,-1-7 0,6-6 109,1-2 0,8-8 0,7-6 367,6-5 0,40-35 0,18-14 0,-16 16 0,0 0 0,0 1 0</inkml:trace>
  <inkml:trace contextRef="#ctx0" brushRef="#br0">25090 18072 8103,'-14'0'0,"0"1"781,-1 4 0,-4 9 0,-2 12 0,-3 8-334,-6 9 0,1 6 0,-4 9 0,2-1-898,2 1 0,7-2 0,5-3 0,5-7-878,8-6 0,2-5 1329,2-6 0,6-32 0,2-8 0</inkml:trace>
  <inkml:trace contextRef="#ctx0" brushRef="#br0">24659 18417 8061,'-8'-2'2631,"5"-1"-2352,6-2 0,13-1 1,13 3-1,7-2-414,6 2 1,3 0 0,1-1 0,2 0-128,-2 0 0,4 3 0,-2 1 1,-3 0-53,-5 0 0,-5 6 0,-10 5 0,-4 7 92,-6 6 0,-11 5 0,-2 4 0,-10 7 223,-11 7 1,-7-3 0,-4 6 0,-2-2-420,-2 0 1,7-7 0,8-9 417,3-6 0,29-56 0,11-22 0,0-4 0,1-1 0</inkml:trace>
  <inkml:trace contextRef="#ctx0" brushRef="#br0">25249 18115 7696,'-7'-39'228,"-2"1"0,-4 6 0,-1 0 0,-1 7 378,1 5 1,-1 11 0,1 4 0,0 3-113,-1 2 1,2 7 0,4 4 0,4 5-500,3 3 0,4 0 1,3-3-1,4 2-176,4 1 0,3 7 1,2-2-1,3 3-618,1 2 0,0-1 0,4 3 1,-2 1-1808,1 1 2606,-4 7 0,6 29 0,-15-27 0,-1-1 0</inkml:trace>
  <inkml:trace contextRef="#ctx0" brushRef="#br0">25364 18503 7362,'-13'15'0,"2"-3"98,1-2 1,1 1 0,-6-6 267,1-2 1,6-8 0,3-4 0,3-4-98,2-1 0,7-2 0,2-2 0,4-3-98,2-1 0,4 0 1,0-4-1,-1 4-174,-2 1 0,3 2 0,0 4-712,-1 1 565,-2 6 1,-8 8 0,-4 11 0,-4 7-3,-4 6 0,-4 1 0,-5 1 0,2-2 154,1 1 1,7-4 0,-2-2 0,3-3 439,2-1 0,0-6-163,0 1 0,2-7 1,1 0-1,4-4-31,1-4 1,1-6-1,6 1 1,-1-4-136,0-6 0,-1 4 0,-2-3 1,-1 3-30,1 2 0,0 0 1,0 1-1,-3 2 64,-1 1 0,4 2-147,-1-2 1,2 4-26,3 6 1,-6 6 0,-1 4 0,0 3-85,0 1 1,-3 1-1,3-1 1,0 0-72,0 1 1,-3-1 0,3 0 56,-2 1 0,-1-6 1,-5 1 193,0 1 0,0 2 212,0 1 0,0-4-431,0 0 1,2-2-1,1 3 79,2-2 1,1-5-1,-1 0 1,4-2 133,4-2 1,2 0-1,-1 0 1,2 0 57,3 0 0,-1-6 0,4-4 0,1-3-41,-1-1 0,-3-5 1,5-2-1,2-2 175,1-2 0,-3-4 0,-2-3 0,1-5 64,-1-4 0,0-1 0,4-9 0,-4 0 116,-1 0 1,-3-2 0,-7-3 0,-3 2-276,-2 1 0,-1 10 0,-5 4 0,-2 15 62,-2 12 1,-4 7-1,-8 13 1,-2 13-297,-1 15 1,-7 14 0,2 12 0,-4 5-459,-6 4 0,19-33 0,1 1 0,-16 36 1,7-3-1395,7-4 1923,-1-1 0,42-27 0,12-1 0,0 1 0,0 0 0</inkml:trace>
  <inkml:trace contextRef="#ctx0" brushRef="#br0">26500 18474 7696,'-28'2'175,"-1"1"1,0 4 240,0 1 0,1 6 0,0 7 0,4 3-226,5 6 0,5 4 1,4 7-1,5-1-395,4 0 1,9-1 0,6-11 0,10 0-162,8-4 0,6-10 0,9-9 0,1-4 196,-2-1 0,1 0 0,-1-1 1,2-4 269,-2-5 1,-6-7 0,-5-4 0,-3-1 84,-5-4 0,-7 4 1,-3-2-1,-6 0 77,-6 1 0,-3-4 0,-4 5 0,-1-1 19,-2 4 0,-6 3 0,1 2 0,-2 1-3,-3 3 0,-4 4 0,0 6 0,1 2-162,2 2 1,2 9 0,0 8 0,-1 3-347,1 6 0,4-1 1,2 5-1,2-4-42,3-1 1,1-2 0,2-3 0,2-5 97,2-3 0,9-1 1,6-3-1,1-2 200,0-5 1,-2-5 0,4-7 0,-1-5 265,-3-6 0,2-8 0,0 2 0,-4-3 72,-5-2 0,-3 1 0,-5-1 0,2 2 210,-2 3 1,-1 3-393,-2 7 1,0 2 0,0 8-213,0 8 1,0 8 0,0 2-1,1-1-300,4-4 0,5 4 0,7-5 0,4 0 59,1-3 0,2 1 0,3-1 0,-1-2 217,-2-1 0,-2-4 0,2-1 0,-4-3 340,-4-2 1,-2 3 66,0-5 1,-6 9-341,-3 1 0,-10 13 1,-6 12-1,-5 5-293,-3 4 1,-5 4 0,5-4 0,1-2-319,2-2 0,8-7 621,3-4 0,10-11 1,6-10-1,5-12 143,4-13 1,5-10 0,-1-11 0,3-5-74,2-3 1,-2-1-1,-1-1 1,-4 1 178,-1-1 0,-3 1 0,-7-3-81,-2-2 0,-5 9 1,2 2-1,-1 10 0,0 9 24,-2 6 0,-3 12 1,-5 10-1,-5 11 9,-2 12 0,-3 11 0,1 20 0,-1 6-197,1 5 1,1 7 0,4-2-1,4 1-280,3 0 0,4-6 0,4 0 0,10-7-748,11-6 1,15-11 0,11-8 0,3-10 106,1-8 0,-6-13 1,-4-12-1,-9-10 763,-9-8 0,-4 0 1,-10-6-1,-7-2 511,-5-2 0,2 4 0,0-1 0,-2-1 240,-2-1 1,-1 2-1,2 3 1,1 1 849,2 3 1,0 1 0,-5 4-704,0 3 0,-2 11 0,-4 15-480,-9 11 1,-12 15-1,-11 16 1,-4 7 159,-1 5 0,6 6 0,4 0 0,6-1-30,7-2 0,9-3 0,18-3 1,10-8-1123,15-10 0,26-9 705,-21-17 0,7-9 0,7-15 0,9-13 0,4-5 0,-1 0 0,9-3 0,-1 0 0,0 0 0,0 1 0</inkml:trace>
  <inkml:trace contextRef="#ctx0" brushRef="#br0">25781 7324 7959,'14'-7'-11,"1"-2"1,-6 1 0,1-2 309,1-1 1,-3 3-1,0-2 81,-1-1 0,-1 5 1,-3-1-115,2 1 1,1 3 0,-1-7-77,5-1 0,-2 5-359,1 1 164,-5 3 0,2 9 0,-6 2 0,0 4-69,0 1 1,-2 1 0,-1 1 0,-3 1-89,-2 2 1,0 5-1,-3-4 1,1-1-5,-1 2 0,3-4 0,-2 6 0,-1-1 51,-2 0 1,4-4 0,1 1-1,0-1 25,0 1 0,0-3 0,-4 3 1,4-3 0,2-2 1,-5 1 0,3-1-79,0 1 0,-3-6 0,4 1-87,-1 1 0,4-3 0,-6 1 20,-1 3 0,3-6 1,0 0 67,1 1 0,3-4 1,2 5 165,-3-2 0,10-1 0,-3-5 0</inkml:trace>
  <inkml:trace contextRef="#ctx0" brushRef="#br0">25306 8244 8006,'-14'21'0,"-1"-3"0,1 4 0,0 1-439,-1-1 1,1-3 0,0 5 0,-2 0 408,-4-2 0,4 4 0,-4-5 0,0 1 131,1 4 0,-5 1 0,3 2 1,1 0-107,-1-1 0,-3 1 0,3 0 0,0 0 5,1-1 1,0 0 0,4-3 0,-1-1 40,-2 2 0,-1 4 0,6 0 0,0-2 161,-1-1 0,-4 0 0,0 3 1,0 2 72,-2 2 0,5 0 0,-5-6 0,2 1-236,0 0 0,-7 4 0,4 1 0,-2-2-91,0-2 1,0 1 0,-5 1 0,0 1 13,1-1 1,0 3 0,3-1-1,3-2 193,1-2 1,-3-2-1,3-3 1,0-3-106,0-1 0,2 5 0,3-2 0,-1 1-96,-3-1 0,-3 4 0,2-6 0,0 2-67,0 0 1,-3 0 0,3 5 0,1-2 4,-1-3 0,2 1 1,4-4-1,1 0 178,0 0 0,-1-2 1,2-3-1,2 1 281,2 3 1,-6-1-1,-4-5 1,1 1-95,2-1 0,2 2 0,0 2 1,-1 1-205,1-2 0,4-1 0,1-1 0,-1-1-117,2 1 0,-3-6 0,6 1-430,2 1 355,1-5 526,2 1-589,0-7-935,0 0-28,0-7 0,7 1 651,2-4 1,4-2 513,1 2 0,26-28 0,7-9 0</inkml:trace>
  <inkml:trace contextRef="#ctx0" brushRef="#br0">23709 9036 7932,'-14'0'3,"4"0"0,1 0 1,-2-2-215,-2-3 1,3 4 0,-1-4 0,-3 3 236,-4 2 1,-3-4-1,4-1 1,-4 2-267,-2 1 0,0 7 1,-6 1 239,0 2 0,-14 8 0,-7 3 0,-4 5 0,0-1 0</inkml:trace>
  <inkml:trace contextRef="#ctx0" brushRef="#br0">22990 9194 7687,'-14'0'67,"-1"0"0,6 0 1049,-1 0 0,10 0-782,5 0 0,4 0 1,17 0-1,4 0 79,7 0 0,16-5 0,6-1 0,7-1-173,7 1 1,-31 3 0,1 1 0,5 2-1,1 0 1,3 0 0,0 0-202,3 0-1,1 0 1,-6 1 0,0 0 0,-2 1 0,-1 1 0,-5 1 0,0 1-4,35 8 1,-13-3-1,-13-1-202,-16 2 1,-19 2 0,-17 2 0,-14-1-177,-12 0 1,-14 2 0,-14 2-1,-6 3 80,-6 1 0,-9 1 0,36-11 0,0 1 0,-1-1 0,0-2-103,0 1 1,1-1 0,0 1 0,0-1 0,-1-1-1,0 0 1,-32 10-569,9-2 0,9-1 934,17-1 0,3-14 0,6-2 0</inkml:trace>
  <inkml:trace contextRef="#ctx0" brushRef="#br0">23177 9065 6795,'0'-15'-353,"0"6"1,-2 1 435,-2 1 0,-4 1 1,-7 3-103,1-2 1,-1 0-1,1 5 1,0-2 22,-1-2 1,6 2 0,-1-3 0,-1 4 27,-2 1 0,0-2 0,2-1 0,2-2 4,-3 2 0,0 1 1,-3 2-1,-1 0 2,-3 0 0,3 5 1,-3 0-1,3 0-4,1 1 0,1-4 0,0 4-46,-1 0 1,3-2-1,0 4 18,3-2 1,6 5-104,-2-1 0,5-4 0,5 1 118,4-1 1,-1-4-1,2 2 1,1-2 24,2-2 0,1 0 0,2 0 0,2 0 56,1 0 1,2 0-1,-4 2 1,2 1-109,-1 2 1,3-1 0,-2-2 0,-1 1-56,-2 2 1,-2 1 0,0-1 0,1 3-103,-1 0 1,-4 3 0,-1-4 35,2 1 1,2 1 116,2 6 0,-1-7 0,-1-2 1,-2-1-8,-1 0 1,-6-1-1,6-4-195,1 0 212,2 0 0,8-19 0,1-5 0</inkml:trace>
  <inkml:trace contextRef="#ctx0" brushRef="#br0">22544 9208 7889,'14'-4'-725,"1"-1"587,-1 2 1,-4 1-1,1 2 1,3 0 81,4 0 0,9 6 0,2 4 0,8 3 32,4 1 1,10 1 0,7 1 23,7 3 0,1 0 0,15 4 0,3 2 0,-16-4 0,-1 0 0,1 0 0,0 1 0</inkml:trace>
  <inkml:trace contextRef="#ctx0" brushRef="#br0">20645 14288 7761,'-14'0'-317,"1"1"1,2 2-825,1 2 1141,7 0 0,28-18 0,15-3 0</inkml:trace>
  <inkml:trace contextRef="#ctx0" brushRef="#br0">20861 13482 7157,'6'-8'688,"-4"-5"-428,4 5 1,-4 0-162,3 3 1,-2 4-1,6 1-18,2 0 1,1 1-1,-1 2 1,-2 2-42,3-2 1,5 4-1,2-1 1,1 1-184,0-1 1,-4 4 0,5-4 0,-2 2-157,1 3 0,3-3 0,-3 0 0,-3-1 299,-1-4 0,24-14 0,7-5 0</inkml:trace>
  <inkml:trace contextRef="#ctx0" brushRef="#br0">6114 590 7775,'-1'-14'98,"-3"-1"119,0 1 1,-3-1 0,4 1 0,-2 0 164,2-1 1,1 1 0,2-1-1,0 1 85,0 0 0,2 1 0,1 2 0,4 3 286,1 1 1,-5 4-578,2 8 0,1 9 0,-1 12 1,-2 6-1,-1 6-201,-2 4 1,0 3 0,0 2-1,0 5-105,0-1 0,0-6 0,0-9 1,0-1 48,0-3 0,8-4 0,4-9 1,9-10 519,6-5 0,0-12 0,13-7 0,4-9-67,2-8 0,8-4 0,-1-8 0,3 1-1198,2 0 1,-2 6 0,-4 4 0,-5 4-664,-7 5 1,-5 3 0,-8 8-417,-3 4 1905,-10 9 0,-46 27 0,-16 11 0</inkml:trace>
  <inkml:trace contextRef="#ctx0" brushRef="#br0">6330 978 7775,'-10'2'751,"1"3"-353,-2 4 0,-1 6 1,1 4-1,0 7-409,-5 6 1,0 7 0,-8 13 0,0 5 10,2 2 0,5-17 0,0 1 0,2 2 0,0 0 0</inkml:trace>
  <inkml:trace contextRef="#ctx0" brushRef="#br0">6963 432 7764,'8'0'1848,"-2"6"1,-7 5-1521,-4 7 1,-3 4 0,-8 9-1,-2 4-291,-1 8 1,0 2 0,5 6 0,1-2 132,3-2 0,4-7 0,6-5 0,3-6 148,7-12 0,10-7 0,16-10 0,2-3-33,7-7 1,0-6 0,7-13-1,3 1-688,1-1 0,-4 0 0,-1 2 0,-3 3-2319,-6 5 1,-7 3 2721,-11 1 0,-29 14 0,-12 2 0</inkml:trace>
  <inkml:trace contextRef="#ctx0" brushRef="#br0">6934 993 9337,'-9'5'2586,"1"1"-2227,1 2 0,-6 8 0,-1 11 0,-10 10-608,-8 11 0,-5 19 0,15-28 0,0 0 0,-1 3 0,1 1 249,0 0 0,1 0 0,0 2 0,2 0 0,4-5 0,1 0 0</inkml:trace>
  <inkml:trace contextRef="#ctx0" brushRef="#br0">25738 7885 8143,'-34'33'138,"1"1"1,-7 6 0,3 0 0,-1 6 110,-1 7 0,3 6 0,-4 7 0,20-29 0,1 1-192,-1 3 1,0 1 0,2-2-1,-1 0 1,1 5 0,0 1-1,-1 1 1,1 0-188,0 2 1,-1 0 0,0 2 0,0 2-1,-3 1 1,-1 0 0,0 4 0,0 0 119,-1 0 1,0 0 0,-1 3 0,0 1 0,2 0 0,0 1 0,-2 2 0,0 0-99,0 2 0,-1 0 0,2-2 1,0 1-1,-1 2 0,-1 0 1,1 0-1,0 0 160,2 1 1,0 1-1,-2 2 1,1 0 0,-1 0-1,2 1 1,-1 0 0,1 0 45,0-2 0,1 0 0,3-1 0,0 1 0,1 0 0,1 0 1,0 0-1,2 0 107,0 1 0,3 0 0,4-5 0,3-1 0,0 2 1,0 0-1,3-5 0,1 0-106,1-2 0,0-1 1,3 1-1,1-2 1,0-2-1,3-2 1,1-1-1,1-2-281,2-4 0,2 0 1,3-3-1,0-1 1,1-1-1,0 1 1,0-1-1,-1 0-727,2 0 1,0 0 0,-1-5 0,1-1 908,20 35 0,1-5 0,-4-3 0,3-11 0,0-10 0</inkml:trace>
  <inkml:trace contextRef="#ctx0" brushRef="#br0">9711 719 7688,'0'-36'-19,"0"0"1,0 6 0,0-2 123,0-1 1,0-6 0,0 6 0,0 1 287,0 1 0,0 4 1,2 3-1,1 5 156,1 3 0,6 6 0,-4 2-281,2 2 0,-3 9 1,3 13-1,-1 11-72,-4 10 1,3 13 0,-1 7 0,-3 10-316,-6 8 0,-4 5 1,1-37-1,-2 1 0,1-1 1,-1 0-311,-1 0 0,1 0 0,-2 3 0,1 0 0,1-1 0,-1 1 429,-2-2 0,0 1 0,-2 11 0,1 2 0,-2 1 0,1 0 0</inkml:trace>
  <inkml:trace contextRef="#ctx0" brushRef="#br0">10330 734 7718,'-7'-8'0,"-2"3"203,-4 3 0,3 10 0,1 8 0,-3 12 52,0 8 0,-3 14 0,1 9 0,1 10-235,3 6 0,4 5 0,6-8 0,3-7 35,7-4 1,6-18-1,14-9 1,5-13 348,9-10 0,5-11 0,9-13 190,-1-9 1,6-10 0,-1-18 0,-3-6 0,-30 25 0,0 0-95,0-2 0,-1 0 0,15-27 1,4-3-1,-11 4-546,-8 1 0,-12 1 1,-13-1-1,-8 2-406,-9 4 0,-14 2 0,-12 7 0,-8 0-196,-9 0 1,-5 9 0,-7 8-1,3 12-214,2 6 0,0 10 0,5 9 0,2 6 407,6 7 1,12 10 0,10 4 0,9 6-680,4 3 1134,8-8 0,65 2 0,-17-26 0,0-1 0</inkml:trace>
  <inkml:trace contextRef="#ctx0" brushRef="#br0">12516 993 7721,'0'-15'947,"0"1"-664,0 0 0,2-1 0,3 1 0,4-1-514,4 1 1,3 4 230,3 1 0,23-15 0,9-6 0,7-6 0,1 1 0</inkml:trace>
  <inkml:trace contextRef="#ctx0" brushRef="#br0">14444 719 7721,'29'0'867,"0"0"1,0 2 0,-1 1-306,1 2 0,5 0 0,1-5 0,3 0-3144,7 0 2582,11 0 0,-10-25 0,8-16 0,1-2 0,6-2 0,0-1 0,1 1 0</inkml:trace>
  <inkml:trace contextRef="#ctx0" brushRef="#br0">16516 633 7721,'32'37'403,"6"-4"1,23-5 0,-19-15 0,2 1 0,8 1 0,2 0-404,5 2 0,3-3 0,-8-9 0,3-2 0,2 0 0,5-2 0,0 1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25896 7165 8206,'8'-6'-78,"-1"-2"0,-7-6 57,0-1 1,0 6 0,0-1-48,0-1 0,-7 4 0,-2 1 20,-4 0 0,-2 4 1,1-3-1,0 4-52,-1 1 0,-4 0 1,0 1-1,1 2-108,2 2 1,-3 6-1,0-1 208,1 3 0,-34 29 0,-14 13 0,19-15 0,-1-1 0,1 1 0</inkml:trace>
  <inkml:trace contextRef="#ctx0" brushRef="#br0">22343 9194 8301,'12'8'272,"9"-3"1,13-4-39,14-1 0,25 0 0,-24 0 0,3 0 0,7 0 0,3 0-377,8 0 1,1 0-2,-2 3 1,9 1 0,-14 1-1,9 1 1,6 1 0,2 1-1,-2-1 1,-9 1 0,0 0-1,1 0 1,-1-1 0,0 1-1,1 0 1</inkml:trace>
  <inkml:trace contextRef="#ctx0" brushRef="#br0">20559 12388 8689,'-8'15'543,"3"-7"1,11-4 0,12-2-332,14-2 0,19-2 1,22-1-1,-29 0 1,2 0 121,7-1 1,3 0-481,-2 2 1,8 1 0,-4-1 0,11 1 0,6-1 0,1 1 0,0 0-1,4 1 1,0 0 0,0 0 0,1 0 0,-1 0 0</inkml:trace>
  <inkml:trace contextRef="#ctx0" brushRef="#br0">25954 7237 8298,'1'-13'-1262,"2"2"973,2 2 1,5-1 0,-4-3 409,2 4 0,-5 1 0,4 5-66,-1-2 1,-3 0 0,5 7 99,-1 2 0,-1 0 0,-1 5-54,5 2 1,2 2 0,3 1 0,-2 1 95,-4-1 1,9 5 0,-4 1 0,2-1 1,0 2 1,-2-1 0,2 6 0,2-2-16,1 2 1,5 2 0,-3 4 0,3 2-48,6-2 0,4 5 0,6 1 0,-2 2-21,2-2 1,3 4 0,4-2-1,2 5-39,2 3 0,2 0 0,6-4 1,4 3-41,-30-24 1,1 2 0,1 1 0,0 0-1,1-1 1,0 0 0,0 0 0,0-1-45,0 1 1,0 0 0,0 0 0,0 0 0,1-1 0,1 0-1,1 1 1,0 1 26,2-1 1,0 1-1,0 2 1,-1 0-1,-3-2 1,-2 1-1,1 0 1,0 2-34,0-1 1,0 1-1,0 2 1,0 0 0,-1 1-1,0-1 1,-1-1 0,0 1 3,-3-2 1,0 1-1,23 29 1,-1 2 0,-27-30-1,1 0-63,24 30 0,-3 3 1,-8-2-1,0 0 22,5 2 1,-2 2-1,-19-31 1,1 0-1,-1-1 1,0-1 24,24 30 1,7-4 0,-3 0 0,-24-29-1,0 1 158,1 0 1,0 0-1,-1 0 1,0 0 0,26 27-1,-3 0 109,-1-1 1,-2 1 0,-7-2-1,-2-2-224,-6-1 1,-4-5 0,-5 4-1,-5 1-108,-3-2 1,-8-3-1,-3-8 1,-3-1 21,-2 1 0,-2-5 1,-1-2-1,-4-2 99,-1-3 1,4 0-1,-4-4 1,0-5 73,0-3 0,3-2 0,-5-1 0,-1-2 58,-2-1 0,-1-7 0,-1 2 0,1-4 113,0-1 0,-2 0 0,-2 0 0,-1-1 100,1-4 1,2-1 0,2-6-1,0 3-90,-1-2 1,-2-2-1,1-2 1,3 3-185,0 2 0,2-3 0,0 4 0,1-4-201,-1-2 1,5 6 0,-1 1 0,2 0-144,1 0 1,-1 3 0,3-3-537,-3 2 0,2 1 28,-6 5 0,5 2 0,0 2-390,2 6 1,2-2-1,0 2 1140,0 1 0,64-30 0,-24 6 0,0 0 0</inkml:trace>
  <inkml:trace contextRef="#ctx0" brushRef="#br0">28932 10791 8172,'13'-14'-1,"-4"-1"1,-1 6 0,-5-1 236,2-1 0,0 3 1,-5-2 173,0-1 1,-2 5 0,-1-1 330,-2 1-459,1 4 0,2-4-144,-3 6 0,4 6 0,-4 6 0,2 5-54,-2 7 1,2 3 0,-7 5 0,-1 5-115,-2 6 1,-6 10 0,-4 1 0,-4 7-39,-8 6 0,15-27 0,-1 2 0,-4 1 1,0 0-1,-3 2 0,0 0 28,-2 1 1,-1 0 0,-3-1 0,0 0 0,0 3 0,0 0 0,0-1 0,-2 0-58,0-2 0,0 0 1,3 0-1,1-1 0,0-5 1,0-1-1,0 0 0,1-1 92,0 0 0,0 0 0,-3 3 1,1 1-1,1 0 0,1 0 1,1-2-1,0 0-42,0-1 0,1-1 0,2-1 0,1 0 1,-1 0-1,-1 0 0,0 0 0,-1-2-18,-1 0 0,-1 0 1,0-2-1,0 0 1,-27 25-1,-1-1 71,28-29 0,0-1 0,-28 27 0,-2-9 0,7-4 30,6-3 1,3-3 0,2-6 0,0 1-123,-1 0 0,9-8 1,6-5-270,9-5 0,13-10 1,14-2-225,15-12 0,15-3 579,16-8 0,-2 0 0,16-5 0,3 1 0</inkml:trace>
  <inkml:trace contextRef="#ctx0" brushRef="#br0">26630 13352 8106,'-10'0'-40,"1"0"79,-3 0 1,6-1 350,1-4 0,4 2 1,2-7-224,4-1 0,3 3 0,6 0 0,2 2-133,4 2 1,-3-2 0,6 1 0,-3 2-205,-2 1 0,3 1 0,-2-2 0,-1-2-17,-3 2 0,0 3 0,-2 4 0,-4 6 18,-4 3 1,-3 1 0,-4 2 0,-4 3 95,-9 5 1,-1 2 0,-8-1 0,-1-1 39,-2 2 0,-2-4 0,2 1 0,1-2 40,2-4 0,6-3 0,-1-4 250,3-5 0,5-7-55,6-7 0,9-1 0,15-11 0,5 1 35,3-4 0,6 1 1,3-1-1,-1 0-13,0 2 0,3 1 0,-4 7 1,-2-1-133,-2 1 0,-3 4 1,-1 2-1,-4 2-230,-1 3 0,-2 3 0,-6 4-93,-3 6 1,-4 3 0,-8 1 0,-2 2-178,-6 3 0,-4-3 1,-4 5-1,-3-2 27,-1 1 0,-2 4 0,-6-5 1,-2-2 277,-2-1 0,0-1 0,6-3 0,-1-2 316,0-5 0,0-4 0,2-1 1,3 0 183,5 0 1,5-6-1,4-5 1,5-5 70,4-3 1,4-7 0,5 4 0,8-2-110,5 0 1,3 5 0,4-4-1,3 2-192,2 4 1,-2 1 0,4 3 0,-2 2-227,1 1 0,0 7 1,-6-2-1,0 4-354,-4 1 0,-9 6 0,-7 4 0,-1 4-141,-4 5 1,-8 2 0,-6 5 0,-6-2 67,-7 1 1,-5 2 0,-3 1 0,-2-4 317,2-5 0,-3 0 0,2-2 0,1-2 299,1-2 0,4-4 0,1-9 335,2 0 0,8-11 0,2-3 1,8-4-13,4-3 1,8-1 0,6-7 0,5 2-67,7 3 0,3-3 1,2 4-1,2-1-278,2 0 1,-1 7-1,5-2 1,-2 3-73,-3 1 1,-3 7-1,-4 4 1,-2 2-212,-2 2 0,-9 2 1,-7 2-1,-3 6-269,-2 3 1,-4 6-1,-5 2 1,-9 1 64,-2 4 1,-8-4 0,3 0 0,-6 1 212,-2-1 0,-1-4 0,5 1 0,2-5 323,3-4 0,-3 1 0,5-6 0,-2-2 137,0-1 0,6-2 0,1-2 0,4-3 60,3-4 0,5-2 0,-3-1 1,2 3-841,3-2 1,3 3 483,5-2 0,35-19 0,14-9 0</inkml:trace>
  <inkml:trace contextRef="#ctx0" brushRef="#br0">26572 12144 8164,'-8'14'-943,"-4"-4"0,2-1 1695,-3 2 0,-1-4 945,-1-2-993,1-4 0,8-2-433,6-4 0,6 3 0,8-4 0,2 1-14,4 0 1,4 0 0,7 5-353,3 0 0,8 7 1,1 4-1,8 7 95,5 6 0,-6-8 0,10 2 0,3 0 0,4 3 0,0-1 0,0 0 0</inkml:trace>
  <inkml:trace contextRef="#ctx0" brushRef="#br0">26630 13597 9336,'14'-5'604,"1"0"-479,-1 2 1,0 0-1,1 0 1,-1-2 285,1 2 0,-1-4-725,0 2-242,1 1 0,-7 10 1,-5 4 555,-6 2 0,-31 54 0,11-27 0,0 0 0</inkml:trace>
  <inkml:trace contextRef="#ctx0" brushRef="#br0">26731 13683 8510,'-15'0'135,"1"-1"0,-1-3 343,1 0 1,3-3 0,-2 4 476,-3-2 0,-2 0-755,4 5 0,1 7 0,2 4 0,3 5-232,2 3 0,-1 7 0,4-1 0,-3 6-306,-2 2 1,3 7 0,-5-1 0,-1 4-159,-2 5 0,-6 3 1,-2 8-1,-1 2 243,-4 1 0,-1 7 0,-3-2 1,-4 3 289,-4 2 1,3-5 0,0-1 12,-1-2 1,6 0-1,-3-5 1,4 0-1,3-3-70,2 0 0,7-5 0,-4 0 0,2-1-6,-1-4 0,1-1 0,3-2 0,-1-1 115,-2-4 1,-5 7 0,4-5-1,3 0 148,1 1 0,1-4 1,1 2-1,1 1-124,4 1 1,-4 2 0,2 0 0,-5 1-3,-3-1 0,-2 0 0,2 0 0,-5 0-113,-4 0 1,0 2 0,-1 2 0,0 1 181,0-2 0,2-1 1,2-4-1,2-1 83,2-1 1,7-7-1,6 1 1,2-2-387,2-3 0,3-4 0,1 0 0,0 0-280,0-1 1,1-3-1,3-4 1,0 2-261,0 1 1,-3 0-1,1-4 663,3-1 0,-23-51 0,0-12 0</inkml:trace>
  <inkml:trace contextRef="#ctx0" brushRef="#br0">26558 13885 8258,'8'6'1055,"-2"-3"-702,-6 7 1,7-1-1,2 7 1,4 4-132,1 4 0,7 11 0,5 8-191,6 8 0,0 19 0,-14-30 1,1 2-1,-1 4 0,-1 2 44,-1 3 1,0 2 0,-1 4 0,-2 1 0,1 5 0,-2 1 0,0 3 0,0 1 0,0 4 0,0 0-226,-1 2 0,0-1 0,0 4 1,-1-2-1,-2-6 0,-1 0 145,0-1 1,0 1-1,0 2 1,0 1 0,0-4-1,-1-1 1,-1 0 0,0-1-1,-2-4 1,-2-1-110,0-4 1,0 0 0,0-2-1,0 0 1,1-4 0,2-1-1,2-3 1,2-2 113,2-1 0,3-3 0,19 31 0,5-9 0,4-4 0,5-2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6589 17309 8087,'-14'-10'-602,"-1"2"322,1 2 1,-1-4 0,1 6 1076,0 0 0,4 3 295,0 1-935,7 0 1,-2 5 0,10 1 0,6 0 71,7 1 1,4 2 0,7-2 0,3-1 41,7 1 1,0-3 0,16-4 0,2 0 0,4 0 0,14-1 0,4-4 0,-36 1 0,2-2-169,2 0 0,1 0 0,3-2 0,1 0 1,-1-1-1,0 0 0,-2 0 0,0-1-215,-2 1 0,0 0 0,-4 4 0,-1 1 0,34-1 0,-5 3 112,-9 2 0,-6-19 0,-13-5 0</inkml:trace>
  <inkml:trace contextRef="#ctx0" brushRef="#br0">7984 18978 8139,'-9'0'-150,"1"-2"-84,2-2 1,1-4-1,5-7 917,0 1 0,5 4 0,1 2 1,2 0-242,3 0 1,7 5 0,2-2 0,1 4-172,0 1 1,6 0 0,0 1 0,7 4-26,3 5 0,7 1 1,11 0-1,6-1-176,6 1 1,9 0 0,-34-6 0,0 0 0,3-2 0,1-2-77,4 1 0,0-2 0,3 0 0,0 0 1,1 0-1,1 0 0,-4 0 0,0 0-40,-2 0 0,-1 0 0,-5-1 0,-1 0 0,0 0 0,-1-1 0,33-3-261,-13 2 0,-15-3 0,-14 1 0,-7 2-999,-5 1 0,-6 4 1306,-4 3 0,-5-42 0,-4-21 0,-1 2 0,0-1 0</inkml:trace>
  <inkml:trace contextRef="#ctx0" brushRef="#br0">14991 18849 8004,'-8'0'518,"1"-2"0,11-1 1,5-2 11,10 2 0,15 0 1,11-1-1,12 0-340,14 0 1,-26 1 0,2 0 0,9 0 0,2 0 0,6-1 0,1 1-212,6 0 1,1 0 0,3-2-1,2 0 1,-3 2 0,0 0-1,-1 0 1,0-1-597,-3 1 0,0 0 1,-1 0-1,-2 1 617,-7 3 0,0-2 0,17-4 0,1-3 0,-7 0 0,0 0 0</inkml:trace>
  <inkml:trace contextRef="#ctx0" brushRef="#br0">27320 18762 7981,'-14'8'329,"0"-3"0,7-3-124,7-2 0,15-5 0,15-2 0,12 1-50,9 0 0,17-6 0,11 4 0,-35 4 0,1-1-107,5 0 0,1 0 0,6 1 0,1-1 0,7-2 0,1 1 1,3 0-1,1 1-60,1 0 1,1 0 0,-2 1 0,-1 0-1,-7-1 1,-1-1 0,-4 1 0,-1 0 48,-4 0 0,-1-1 1,-6 2-1,-1 0 1,26-5-1,-17-3 257,-15 0 1,-15-8 0,-7 1 0,-7 2 10,-2 1 1,-4-4-1,-8 1 1,-4 3 7,-4 5 1,-8 0-1,-5 5 1,-5-1-406,-8 1 1,-4 1-1,-5 7 1,-3 2-97,0 6 0,-10 3 1,3 1-1,-1 0-170,0 1 0,-3 4 1,-2 0-1,0 0 177,0 2 1,2-3 0,4 6 0,2 1 180,3 3 0,17-83 0,8-20 0</inkml:trace>
  <inkml:trace contextRef="#ctx0" brushRef="#br0">28112 18748 7861,'-10'0'0,"1"1"1060,-3 4-698,6-3 0,3 3 0,11-9-170,6 0 1,5-3 0,0 2 0,5-3 20,4 0 1,0-3-1,3 5 1,1-1-90,1 1 1,1 0 0,-5 2 0,-1 0-153,1 1 1,0-1-1,-2 1 1,-1-2 93,-2 2 0,-11 2 464,1 1 1,-11 0-452,-3 0 1,-8 0 0,-9 0 0,-4 0-101,-2 0 0,-2 0 0,-7 0 0,-2 0-67,2 0 0,-3 0 1,0 0-1,0 0-61,0 0 0,1 0 0,5 0 0,0 0 124,1 0 1,1 0 0,3 0 242,4 0 1,14 0 0,11 0-158,12 0 1,15-2 0,8-1-1,7-4 7,5-1 1,4 4 0,3-4 0,2 0 58,2 0 0,5 3 0,-4-3 0,-1 1-87,-6 4 0,-15-3 0,-6 1 0,-8 2 81,-9 1 0,-11-3 0,-10 1 0,-11 0 71,-9 3 1,-12 1 0,-4 0 0,-5 0-164,-5 0 1,-3 5-1,-8 1 1,-4 2-11,-4 3 1,3 2 0,0 3 0,2 2-253,0 1 0,-1 6 1,7-2-1,5 1-277,8 0 1,9-7 0,15 2 0,11-3-1237,10-1 1,14-7 1745,13-3 0,-13-4 0,3-1 0</inkml:trace>
  <inkml:trace contextRef="#ctx0" brushRef="#br0">6459 4575 8560,'-22'-6'-153,"3"-4"1,-2-2-1,2-3 1,3 1 1682,5 0 1,1-1-985,10 1 0,11 6 0,18 1 0,11 3-232,11-1 1,8-5-1,15 4 1,3-2-179,-37 2 1,1 1-1,4 1 1,0 1-1,0 0 1,-1 1-1,-1 1 1,-1 1-77,36 0 0,-12 0 1,-13 1-457,-18 4 0,-30 3 1,-37 7-1,-24-1 228,-23 0 0,34-8 0,-2-2 1,-6 1-1,-2 0 0,-1 0 0,-1 1 131,-2 0 1,0 1 0,-6-2 0,0-1 0,0 0 0,-1 0 0,-2 0 0,-1-2-1,0 0 0,2 0 1,4-1-1,1-1 1,5 0-1,2 0 1,6 0-1,2 0 154,-31 0 1,38 0 0,29 0 0,25 2-406,23 3 0,25-2 1,-22 1-1,2 0 288,3-1 0,3 0 0,3 2 0,1 0 0,5-2 0,2-1 0,3 0 0,0 0 0</inkml:trace>
  <inkml:trace contextRef="#ctx0" brushRef="#br0">12488 18762 7790,'-13'-1'564,"3"-4"106,5-5 0,5-1 1,5 0-1,6 3-281,7 1 1,6-2-1,11 4 1,8 2-191,8 1 0,15-2 0,14-1 1,-32 3-1,3 1-137,6 0 1,3 0 0,10-2 0,4 0 0,-21-1 0,1 0 0,2 0-1,5-1 1,1 0 0,2-1-181,3 0 1,2 0 0,1-1 0,4-1 0,2-1-1,1 1 1,2-1 0,2 2 0,-1-1 0,-1-1-1,0 0 1,-1 1 296,0 0 0,0 0 1,0 0-1,-2 1 1,0 0-1,0 2 1,0 1-1,1 1 0,-1 0 1,-2 1-1,0 1 1,0-1 5,-3 2 1,0-1 0,0 1 0,-2 0 0,0 1 0,-1-1-1,-8 2 1,-1-1 0,-1 1 0,0 1 0,0 0 0,-1 1-103,-2 0 1,0 0 0,0 1 0,25 4 0,-1 1 0,-7-1 0,-1 1-1,-5-1 1,-1 0-289,-5-1 1,-2 0 0,-4-1-1,-1 0 1,-4 1 0,-2 0-1,-3 0 1,-2 2-1105,32 9 0,-7-5 0,-19-6 1309,-2-2 0,2 4 0,-5-5 0,-3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4488 17712 6896,'0'8'65,"0"5"1,0-10 96,0 6 0,0-4 60,0 5 0,-1-7 111,-4 2 1,3-2-40,-2 2 1,0-4-82,0 4 1,0 2-132,-5-3 1,-1 1-138,-4-5 0,4 0 5,1 0 10,6 7 1,-5-6 30,3 4-20,3-3-216,-4-2 195,6 0 1,1 0 5,4 0-14,-3 0 67,11 0 79,-5 0 1,1 0 188,1 0-47,-7 0 0,5 0 267,-3 0-157,-4 0-159,12 0 0,-10 0 27,7 0 0,-1 0 0,6 0 44,-1 0 1,1 0 0,-1 0-1,2 0 1,3 0 0,4 0 1,7 0-1,2 0-91,1 0 0,7-5 0,-1 0 1,2 2-36,3 1 1,-1-3 0,1 1-1,3 0-24,1 3 0,0 1 0,-5 0 0,0 0-57,0 0 0,2 0 0,1 0 0,4 0 47,1 0 1,-3 0 0,5-2 0,3-1 18,4-2 1,0-4-1,4 2 1,-1-1-19,5-3 1,4 3 0,3 0 0,1 2-24,0 2 1,-8 3-1,-1 1 1,2 0-146,1 0 0,-4 1 0,-4 3 0,-2 0-8,-3 0 1,5-3 0,1 1 0,-3 1 66,0 2 1,-3 0 0,1-5 0,-1 0 58,1 0 0,1 0 1,2 0-1,1-2 122,-1-3 1,4 4 0,1-4 0,-1 3 11,-2 2 0,1 0 0,-2 0 1,0 2-146,2 3 0,-5-2 0,4 6 1,-6 1-42,-4-2 1,5 5-1,-2-5-49,4 0 0,-2 0 0,-5-5 1,-1 2-1,3-2 42,2-1 1,-7-2-1,7 0 1,-1 0 29,0 0 0,3 0 0,2 0 0,2 0-11,-3 0 1,-1 0 0,-3 0 0,-1 0-61,-3 0 0,-7 0 1,-3 0-1,-10 0-413,-7 0 1,-7 4 0,0 3-110,-7 1 1,-5-3 345,-6 4 0,-1-6 28,-4 2 115,-3 3 0,-2-6-273,1 3 1,5-2-592,0 2 329,2-4 0,0 6 228,-2-7 0,0 0 1,-5 0-190,-2 0 1,3 0 0,-2 0-861,-1 0 1445,4 0 0,-25 0 0,0 0 0</inkml:trace>
  <inkml:trace contextRef="#ctx0" brushRef="#br0">22645 17769 7919,'-10'0'77,"2"-1"407,2-4 0,1 2-72,5-7 1,-5 1-257,0-6 1,1 1-76,4 0 0,-2-1 0,-1 1-119,-2-1 1,-1 3 0,2 0-1,-2 3 71,-2-2 1,3 3 0,-4 0 0,-3 1 135,0 4 0,2-3 0,0 1 0,1 0 259,1-1 0,-5 4 199,3-3-465,4 4 0,6 1 0,11 0 0,7 0 291,6 0 0,11-5 0,8 0 0,11 2-57,12 1 1,-26 2 0,3-1-1,9-1 1,3-1 0,7-2-1,3 0-121,6-1 1,3-1-1,-19 3 1,1-1-1,1 0 1,5 0 0,1 0-1,0 1 1,3-1-1,-1 1 1,1 0-219,0 0 0,0 1 1,0 0-1,0 1 1,0-1-1,1 2 1,-1 0-1,1 1 1,-1 1-1,1 0 0,0-1 1,-1 2 4,2 1 1,-1 0-1,0 1 1,-5 0-1,0 1 1,-1 2-1,2 2 1,-1 1-1,0 1 1,-2 0-1,-1 0 1,-1 1-86,0 0 0,0 1 1,-1 0-1,0 0 0,-1 1 1,1-1-1,-1 0 0,0 1 1,-1-1-1,1-1 0,-1 1 1,-1-1-202,24 5 1,-1 1 0,-6-1 0,-1-1 0,-6-2 0,0 0-1,-5-2 1,-2 0-493,-2-2 0,-3-1 0,-9-2 0,-2 0 0,29 3 0,-13-7 716,-9-6 0,0-4 0,-4-2 0,-4 2 0</inkml:trace>
  <inkml:trace contextRef="#ctx0" brushRef="#br0">27594 10806 7888,'-15'0'-16,"7"6"316,2-4 1,12 2-1,4-7 1,4-2-227,6 2 1,0 2 0,6 1-1,-1 0-242,6 0 0,-2 0 0,4 0 0,-1 0-235,2 0 0,-4 1 0,4 2 403,-4 2 0,12-13 0,2-8 0</inkml:trace>
  <inkml:trace contextRef="#ctx0" brushRef="#br0">27608 10575 8009,'0'-9'-480,"0"-1"759,0-1 0,0 3 0,2 0 1,3 2-126,4 2 1,10 3 0,5 1-155,3 0 0,20-14 0,17-11 0,1 0 0,6-2 0,0 1 0,0-1 0</inkml:trace>
  <inkml:trace contextRef="#ctx0" brushRef="#br0">29061 10129 7958,'-1'-9'845,"-4"-1"-447,-5-1 0,2 3 0,-1 0 1,-3 2-88,0 2 1,-4-2 0,-2 0 0,-1-1-40,1 1 1,-2 1 0,-1 5 0,0 0 103,0 0 0,2 0-334,5 0 0,1 6 1,3 4-276,5 3 1,4 1 0,1 1 0,0-1-41,0 0 1,0 1 0,1-1 0,4-1 90,5-4 0,-2 4 1,1-3-1,3 3 134,0 1 1,1-4 0,-2-1 0,-3 2 31,-1 2 1,2-3 0,-4-1 0,-2 3 67,-1 0 0,-2 3 0,0-1 0,-2 1 41,-2-1 0,-9 0 0,-8 2 0,0 2-17,0 1 1,-4 7 0,1-4-1,-3 2 63,-2 0 0,2 0 1,1 3-1,4-1-7,1-2 1,2-5 0,4 3 0,1-1-28,0-3 0,6 2 0,3 0-108,3-3 1,2-1 0,0-1 0,2-3-160,3-2 0,-2 1 0,6-4 1,3-1-249,0 0 0,4 1 0,2-4 0,3 3-1457,1 2 1867,2-5 0,50-34 0,-32 7 0,0 0 0</inkml:trace>
  <inkml:trace contextRef="#ctx0" brushRef="#br0">28515 11151 7847,'14'6'-118,"-4"1"0,-2 4 0,-1-3 453,1-2 1,-3 5-1,5 1 1,-1 4-147,-1 3 0,5 5 1,-5-3-1,2 1-243,-1 4 0,1 1 1,3 1-1,-2 1-435,-1 0 0,-7-2 1,3-1-1,-1-4 489,0-1 0,12-15 0,-1-7 0</inkml:trace>
  <inkml:trace contextRef="#ctx0" brushRef="#br0">28817 11252 7967,'-10'-15'0,"0"2"183,-1 4 0,-2 2 0,-1 7 1,-2 2 31,-3 3 0,1 11 0,-4 11 0,0 7-822,-1 2 1,-6 7-1,-4 5 607,1-1 0,2-5 0,-2 5 0,-3 3 0,1-1 0</inkml:trace>
  <inkml:trace contextRef="#ctx0" brushRef="#br0">29162 10719 8040,'0'-14'-273,"0"-1"497,0 1 0,0 0 762,0-1-901,0 7 1,-2 5-1,-1 11 1,-3 8-62,-2 5 0,3 9 0,-3 7 1,0 1-165,0 1 1,3-1-1,-3 5 1,0 0-59,0 1 0,0-3 0,-3-2 0,1-6 118,-1-3 0,3-1 0,-1-2 244,-3-3 0,6-12-13,1-17 0,4-5 0,1-14 0,0-3-36,0-5 0,0-3 1,1-5-1,4 2-70,5-2 0,-2 3 1,1-2-1,2 1 11,2 1 1,3-3-1,2 5 1,3 0 33,1 0 0,2 3 1,5 8-1,-2 6-124,-3 7 1,1 5-1,-5 6 1,-3 0-151,-1 0 0,-8 11 1,-3 5-1,-3 5 11,-2 4 1,-5 2 0,-3 2 0,-3 0 34,-5 0 0,-7 0 0,4-2 0,0-2 49,-2-1 1,4-1 0,-6 1 0,2-5 24,4-3 0,1-3 1,1-4 0,1-4 1,0-3-1,-1-2-166,1 0 0,4-7 1,2-2-1,0-4 229,0-2 0,-1-63 0,1 31 0,1 0 0</inkml:trace>
  <inkml:trace contextRef="#ctx0" brushRef="#br0">29507 10230 7837,'8'-14'-332,"-3"-1"0,-2 2 1,0 2-1,2 2 289,-2-3 1,1 1-1,-1 0 1,2 2 243,-2-3 1,3 4 0,-1-1 112,-2-2 1,4 3 93,-3-2 1,1 8-186,-5 2 0,0 7 0,0 9 0,-1 3-170,-4 5 0,2 5 0,-7 3 1,-1 4-68,-2 6 1,-1 0-1,-1 10 1,1 4-222,-1 5 1,1-2-1,1 5 1,4-2-97,4 1 0,3-6 1,2-7 330,0-5 0,32-25 0,8-15 0</inkml:trace>
  <inkml:trace contextRef="#ctx0" brushRef="#br0">29680 10360 9413,'0'16'0,"0"3"160,0 5 0,0 6 1,0 8-1,0 10-363,0 7 0,0 2 1,0 1-1,1 1-382,4 3 0,-3-9 585,3 0 0,3-7 0,0-3 0</inkml:trace>
  <inkml:trace contextRef="#ctx0" brushRef="#br0">29910 10431 8040,'0'-14'0,"0"0"386,0-1 0,-2 3-173,-2 2 0,-4 10 0,-8 11 0,-2 8-531,-1 10 0,-11 8 0,-1 11 0,-2 5-229,-3 3 1,-2 1 0,5-1 546,1-3 0,-5 9 0,0-3 0</inkml:trace>
  <inkml:trace contextRef="#ctx0" brushRef="#br0">30025 10158 8016,'10'-6'53,"-1"-4"1,1-1-1,4 1 1,1 6 575,-1 2 0,-1 10 0,-2 8 0,-1 11-248,1 10 0,-5 11 1,-1 8-1,-5 9-417,-5 12 1,1-32-1,-1 1 1,-4 3-1,-2 1 1,0 2-1,-2-1-501,0-2 0,-1 1 1,2-3-1,0 0 537,1-4 0,-2 0 0,-4 7 0,-2-1 0,-4 3 0,1-1 0</inkml:trace>
  <inkml:trace contextRef="#ctx0" brushRef="#br0">30831 9985 7988,'0'-14'-28,"0"-2"1,0-2 143,0-1 1,0 0 0,0 5 0,-2-1 284,-3 1 0,2 0 1,-6 1-99,-3 3 1,4 7 0,-1 11 0,-4 10-126,-5 7 0,1 13 1,-5 17-1,-1 6-128,1 6 0,-1 9 0,11-34 1,-1 0-1,1 3 0,0 1-189,-1 4 1,0 0 0,0 1-1,1 1 1,-1 3 0,0 0-1,2 1 1,1 0-71,2 1 0,0-1 0,2-1 1,1-1-1,5-1 0,2 0 1,0-3-1,1 0-104,0-1 0,3-2 1,3-5-1,1-2 313,14 32 0,3-10 0,5-3 0,7-9 0,6-9 0</inkml:trace>
  <inkml:trace contextRef="#ctx0" brushRef="#br0">30860 10748 8056,'-2'8'0,"-1"-2"279,-2 1 1,-1-6 0,2 6 367,0-1 0,-1-3-544,5 7 1,1-7 0,6 4-773,7-1 669,1-4 0,30-9 0,13-6 0,2-3 0,-1 0 0</inkml:trace>
  <inkml:trace contextRef="#ctx0" brushRef="#br0">31593 10172 8056,'8'-6'707,"-3"-4"-208,-3 4 0,-4 6 1,-3 13-1,-4 9-326,-4 12 0,-3 12 1,-2 7-1,-1 6-172,2 8 0,-4 7 0,10-31 0,1 2 0,0-1 0,1 0-1,0-3 0,2 4 0,3 29 0,3 5 0,5 1 0,0 0 0</inkml:trace>
  <inkml:trace contextRef="#ctx0" brushRef="#br0">31766 10690 8020,'-22'20'42,"2"-1"0,4 6 1,4-1-1,2 4 279,5 0 0,5 0 1,5-3-1,5-3-204,2-1 0,9 3 0,3-6 0,3-5-95,2-7 1,0 0 0,0-1 0,-1-2 136,1-1 1,-5-8 0,-1-4 0,-4-3-21,-6-1 1,-1-5 0,-7-1-1,-2 1-145,-1-2 1,-2 4 0,-2-5 0,-4 1-336,-8 3 0,-1 2 1,-6 2-1,1-1 69,-4 1 1,1 4 271,-1 1 0,0 31 0,-4 4 0</inkml:trace>
  <inkml:trace contextRef="#ctx0" brushRef="#br0">32327 10705 8020,'-10'-15'-34,"1"1"0,-2 1 126,-2 4 1,-1 2 0,-1 9 472,1 3 1,-1 7 0,3 9 0,0 2-311,3 2 1,6 4-1,-2 3 1,3 2-180,2-2 1,0-7 0,2-3 0,3-1-150,4-3 0,4-4 0,1-4 0,1-5 58,-1-4 1,2-1-1,2-1 1,1-6 163,-2-7 0,-5-1 1,-4-4-1,0 3 112,0 2 0,0-1 0,1 1 0,-4 0 276,-3-1 0,-1 7-488,4 4 1,1 4-1,4 6 1,-5 8-77,-4 9 0,-1 9 0,0 3 1,0 3-43,0 7 1,0 0-1,-1 6 1,-4-2 80,-5-2 0,-2-2 0,-4-2 0,-2-2 40,-1-2 1,-5 1-1,3-7 1,0-2-99,1-6 0,-4-4 1,4-7-1,3-1-633,1-3 0,1-4 0,1-6-1786,0 0 2465,6-6 0,-5-27 0,0-13 0,1-5 0,0 0 0</inkml:trace>
  <inkml:trace contextRef="#ctx0" brushRef="#br0">32715 10705 8020,'-1'-15'-262,"-4"1"0,2 0 0,-5-1 0,0 2 136,0 4 1,3 3 0,-4 6-1,-3 1 249,0 4 1,-3 9 0,1 10 0,-2 5-179,-3 5 0,3 2 1,-4 8-1,4-1-20,2 0 0,6 0 1,3 0-1,4-1 17,1-4 0,1-9 1,6-10-1,5-5 9,6-4 0,3 1 0,-4-6 0,3-3 299,-3-6 0,-1-8 0,-1-9 1,-1-1 215,0-4 1,1 4 0,-2-2 0,-2-2-82,-2-1 1,-1-7-1,2 1 1,-4 2-48,1 6 1,-6-1-1,4 5 156,-3-1 0,-2 12-516,0 6 0,-2 16 0,-3 17 0,-3 8-441,0 4 0,-5 9 1,5 3-1,-1 3-1015,-1 1 1,7 1 1477,-2-1 0,1-2 0,0 6 0,0 3 0,0 1 0</inkml:trace>
  <inkml:trace contextRef="#ctx0" brushRef="#br0">33018 10388 8225,'-15'0'-662,"1"0"1,-1 2 564,1 3 1,4 4 0,1 14-1,-2 9 596,-2 9 0,3 14 0,2 4 0,2 11-346,3 10 0,2-39 0,0 1 0,1 0 0,0-1 0,2 38-602,3-6 1,4 1-1,9-12 1,1-4 448,-2-9 0,44-14 0,10-14 0</inkml:trace>
  <inkml:trace contextRef="#ctx0" brushRef="#br0">33061 10676 6845,'0'21'653,"5"1"0,1 10 0,2 5-488,3 6 1,2 16 0,1 4 0,1 4-256,-1 0 90,0 3 0,5-19 0,2 2 0,3 7 0,-1 0 0</inkml:trace>
  <inkml:trace contextRef="#ctx0" brushRef="#br0">33334 10820 8247,'-14'8'0,"-1"-3"-197,1-4 1,0 4 0,-2 2 0,-2 2-158,-1 7 1,-7 2-1,2 9 1,-3 5 353,-2 3 0,1 2 0,-1 1 0,0 36 0,15-36 0,-1 0 0</inkml:trace>
  <inkml:trace contextRef="#ctx0" brushRef="#br0">33478 10331 8272,'13'-7'-106,"-2"9"770,-1 11 1,-7 16 0,2 17-395,-4 15 0,-2 14 1,-1-29-1,-1 2 1,-2 3-1,0 0 0,-1 3 1,-1 0-638,1 2 0,-2-1 0,-1-2 1,-1-2-1,0-1 0,1-2 1,0-5-1,2-1 83,-5 33 1,6-19-1,6-15 1</inkml:trace>
  <inkml:trace contextRef="#ctx0" brushRef="#br0">33377 9712 8347,'0'-14'-1851,"0"4"2519,0 0 0,2 2-102,3-1 1,-2 4 0,8 11 0,5 10 184,6 12 1,7 10 0,5 16 0,6 15-300,-17-29 1,0 3-1,3 10 1,-1 3-1,4 8 1,0 3-1,-1 8 1,0 2-453,-10-22 0,0 1 0,-1 2 0,-3 9 0,-2 1 0,-2 2 0,-1 3 0,0 0 0,0 0 0</inkml:trace>
  <inkml:trace contextRef="#ctx0" brushRef="#br0">33852 11324 8278,'-18'56'0,"1"1"0,-1-2 0,-2 0 0,-12 14 0,-4 1 0,-1 1 0,-1-1 0</inkml:trace>
  <inkml:trace contextRef="#ctx0" brushRef="#br0">30802 9381 8236,'10'0'-208,"-1"0"403,2 0 0,2 0 0,2 0 0,2 0 687,7 0 0,7 0 0,15 2 1,7 1-521,9 2 0,-22 0 1,3 1-1,4-2 0,2 0 1,5 1-1,1-1-241,3 1 1,2 0 0,5 0 0,1 0-1,5 2 1,0 0 0,4 0 0,1 0-505,2 1 0,0-1 0,-4 0 0,-1-1 0,3-1 0,-1-1 383,-4-1 0,0-1 0,-3 1 0,0 0 0,-1 0 0,0-1 0,-3 1 0</inkml:trace>
  <inkml:trace contextRef="#ctx0" brushRef="#br0">1424 17266 7672,'0'14'-1027,"2"-6"1769,2-3 0,4-3 0,7-4 0,1-3-269,3-4 0,5 1 0,10 0 0,4 0-221,3 0 1,14 0 0,4-4 0,7 4-41,7 2 0,7-3 1,-35 6-1,1 1 0,2 0 1,2 1-96,1-1 0,2 2 1,0 2-1,1 1 1,1 0-1,2 0 0,-2 1 1,0 0-93,1 1 0,0 1 0,-1 0 1,0 1-1,-2 0 0,-2 0 1,-5 1-1,-1-1 8,35 7 1,-19 5 0,-9 1 0,-10-3-165,-13-1 1,-5 0 0,-19 2 0,-4 1-29,-4-1 1,-7 2 0,-10 1 0,-9 1 235,-8 4 1,-11 1-1,-6 2 1,-7-2 125,-6-3 1,-3 2 0,-2-5 0,0-1-136,0 1 1,-3-2-1,4-4 1,9-3-218,6-2 0,16-4 0,2-6 173,6 0 0,17-6 0,12-5 0,17-5 139,18-3 0,15-7 0,18 2 0,10-3-147,-34 12 1,2 1 0,3 0-1,2-1 1,6 1 0,1 0 0,0-1-1,2 1-56,1-1 0,0 1 0,1 2 0,0 2 1,-1 0-1,-2 1 0,-1 0 0,-1 2-152,-3-1 0,-2 1 0,-3 1 0,-2-1 0,25-2-111,-21 4 1,-24 3 0,-26 2-1,-12 2 330,-14 3 0,-8-2 0,-14 7 0,-9 1-75,-11 2 0,-10 1 0,35-6 0,0 0 0,-2 1 0,0-1-77,-3 2 1,1 0-1,0 2 1,-1 0 0,-6-2-1,0 0 1,-2 1 0,1 1-1777,-3 1 0,1-1 1901,5-1 0,1-1 0,-1 3 0,1 1 0,4-2 0,1 0 0,-2 2 0,1 0 0,0 0 0</inkml:trace>
  <inkml:trace contextRef="#ctx0" brushRef="#br0">29176 17482 8136,'39'4'0,"2"1"179,4-2 1,5-1 0,12-4-1,8-2 70,10-6 1,-37 6 0,2 0 0,6-1 0,0 1 0,3-2 0,-1 0-36,5 0 0,0 0 0,3-2 1,1 0-1,4-2 0,0 0 1,1-1-1,-1 0-132,-2 0 1,0 0 0,-2-2 0,-1 0 0,-4 3 0,0 1 0,-2 0 0,0 0 191,-2 1 0,-1 0 0,-7 2 0,-2-1 0,34-4 0,-13 3-411,-10 2 0,-6 1-189,-9 5 0,-19 0 1,-16 0-1,-17 2-52,-14 2 1,-15 3 0,-12 4 0,-7-1 318,-6 1 1,-12 2 0,37-6 0,0 0 0,-3 0 0,0 0 9,0 1 1,1-1 0,0 0 0,0 0 0,1 0 0,-1 1 0,1-1 0,-1 0-112,-2 0 0,0 0 1,5-2-1,1 0 160,-1 0 0,0 0 0,-32 3 0,6 4 0,4 0 0,4-1 0,2-2 0</inkml:trace>
  <inkml:trace contextRef="#ctx0" brushRef="#br0">29507 11640 7959,'24'0'0,"-1"0"0,-1 0 120,0 0 1,-2-2 0,2-1 0,-1-3 242,-4-2 1,-1 3-243,-1-5 0,-9 3 0,-6-3-104,-8 5 1,-11 4-1,-5 1 1,-3 0 51,-2 0 0,-5 0 1,-1 0-1,0 0 66,0 0 1,-4 0 0,4 0 0,0 1 98,0 4 1,1-3 0,7 2 0,2-2 185,1-2 1,11 0-370,-1 0 0,17 0 1,6 0-1,14 0-5,9 0 1,4-6-1,8-2 1,-1-2 12,0 0 0,-5 6 0,-1-4 0,-3 0 381,-7 0-327,-5 4 1,-33 0 0,-15 8 0,-15 6-123,-12 3 1,-9 3 0,-5 1 0,-2 2-303,2-1 0,4 3 0,12 0 0,10-1-1455,10 1 1,15-2 1765,12-4 0,40-21 0,22-12 0,2 1 0,0 0 0</inkml:trace>
  <inkml:trace contextRef="#ctx0" brushRef="#br0">29191 11496 7994,'14'8'-254,"0"-3"304,1-3 0,4-2 0,0 0 0,-1 0 68,-2 0 1,3 0 0,2 0-1,0 0-66,-1 0 1,4 0 0,-5 0 0,-1 0-63,-2 0 0,-6 1 1,-1 2-1,2 2 125,2-2 0,-3-1 92,-1-2 0,-4 0 1,3-2 97,-1-2 0,-3 0 1,-4-5 35,0-2 0,-1 4 0,-2 1 439,-2-1-632,-6 6-241,9-6 0,-3 3-85,10-1 1,3 0 130,6 5 0,1 0 473,-1 0-230,-6 0 0,-3 2 0,-10 1-246,-4 2 1,-4 4-1,-2-2 1,-1-1-94,-3 0 1,3 4 0,-5-4 0,2 1-38,0-1 1,-2 5 0,4-3 0,-2 0 132,1-3 1,2 2-1,2-3 345,-1 0 0,6-3-108,-1-1 0,12-1 0,-1-3 0,6-2-127,4-2 1,2 3 0,1-3-1,0 0-483,1 0 320,-1 5 1,-9-3 0,-8 6 45,-10 0 1,-17 6 0,-4 4 0,-6 2-135,-3 3 1,1-1-1,4-1 1,6-2-2303,6-1 2490,12-1 0,37-30 0,18-14 0,3-1 0,0-1 0</inkml:trace>
  <inkml:trace contextRef="#ctx0" brushRef="#br0">29853 17381 7939,'-15'0'448,"9"0"1,7 0-1,14 0-84,12 0 0,14 0 1,14 0-1,7 0-123,10 0 1,10 0 0,-35 0 0,2 0 0,3 0-1,3 0-122,3 0 0,0 0 1,1-2-1,-1-1 1,1 0-1,0 0 0,-2 0 1,-2-1-126,-2 1 0,0 0 1,-3 0-1,0 0 0,-3 1 1,-1 0-1,34-2-338,-16 0 0,-18 1-178,-12-2 0,-20 5 0,-15 0 0,-20 8 160,-14 5 0,-13-3 0,-5-1 0,-3 3 659,-1 0 0,-3-2 0,0 0 1,-6-1 153,-4-1 1,3 5 0,-7-5 0,5 2-161,1-1 1,-4-4 0,0 3 0,3-2-467,8-3 0,18-1 0,6-2-461,10 0 1,14 0 635,13 0 0,7 6 0,7 2 0</inkml:trace>
  <inkml:trace contextRef="#ctx0" brushRef="#br0">30932 11669 8034,'0'14'0,"0"-6"0,0-1 0</inkml:trace>
  <inkml:trace contextRef="#ctx0" brushRef="#br0">30888 11885 8034,'-9'-8'0,"-1"1"-543,-1 1 0,-2 3 0,-1-7 497,-1-1 0,3 3 0,0 0 152,3 2 0,4-4-137,-5 5 1,6 0-144,-6 5 174,7 0 0,-4 26 0,7 6 0</inkml:trace>
  <inkml:trace contextRef="#ctx0" brushRef="#br0">30658 11842 8049,'10'0'121,"-1"0"1,-4 0 222,5 0 1,-5 0 0,3-2-118,-2-3 1,4 2 0,-4-5 0,0 0 18,1 0 1,2 3 0,-2-3 0,1 0-467,3 0 1,0 3-1,0-3 1,-1 2 42,1 3 1,2-4 0,1 1-1,1 0 98,-1-1 0,5 1 0,2 3 0,0-2 58,0 2 0,4 1 1,-1 0-1,3-1 89,2-2 1,5-1 0,1 3-1,2-2 113,2 2 1,9 0 0,5-1 0,3 0 102,2 0 0,4 3 1,2 1-1,3 0-244,7 0 1,2 0-1,-34 0 1,-1 1 0,39 3-74,-1 0 1,-38-1-1,1-1 1,0-1-1,1-2 1,2 1-1,1 0-44,1 0 0,2 0 1,2 1-1,2 0 1,-4 0-1,1 1 1,1 0-1,2 1-33,-2-2 1,1 1-1,2 2 1,0 0-1,-2 0 1,1 0-1,-1 1 1,0 0-176,-1-1 0,0 1 0,-2 0 0,0 0 0,-2 2 0,0 0 1,-3 1-1,0 0 285,-1 2 0,-1-1 0,36 9 0,-9 3 0,0-2 0,-6-2 0,-31-7 0</inkml:trace>
  <inkml:trace contextRef="#ctx0" brushRef="#br0">13509 11395 7896,'-6'15'-765,"-2"-7"0,-7-3 1270,1-4 1,-1-1 2,1 0 0,5-1-183,-1-4 1,7-3-77,-2-7 1,2 7-1,0 2 446,-2 0-203,0 4-388,5-11 1,2 12-1,2-4 162,6 3 0,3 2 1,1 0-1,2 2 127,3 3 0,4-4 1,7 4-1,5-3 55,8-2 1,8 1 0,13 2-1,10 2-253,-33-3 0,3-1 0,5 1 0,2-2 1,7 0-1,1 0 0,4 0 0,2 0-5,3 0 0,1 0 1,7-1-1,0 0 0,2 0 1,-1-1-1,0 0 0,0-1-198,-1 2 0,0-1 0,-4-1 1,0 0-1,-3 0 0,1 0 1,-2-1-1,0 1 6,-4 0 1,-1 0-1,-5 0 1,-4 1 0,-10 2-1,-3 2 1,33 4-658,-11 8 0,-5 1 1,-5 5-1,-7 0-3480,-6-1 4139,-5 6 0,-6-5 0,3 2 0,6-3 0,7 0 0</inkml:trace>
  <inkml:trace contextRef="#ctx0" brushRef="#br0">18660 9151 7851,'1'8'566,"4"-3"1,3-4 0,8-1 0,3 0-272,5 0 0,10 0 0,6-1 0,6-3-972,7 0 1,6-1 676,8 5 0,6-13 0,11-6 0,-21 6 0,0-1 0,1 1 0</inkml:trace>
  <inkml:trace contextRef="#ctx0" brushRef="#br0">20774 8489 8302,'-24'-5'71,"2"-1"1,1-1 178,4 1 1,-6 0 0,-1 2 0,-3 0-8,-2 0 1,1 3-1,-3 2 1,-2 3-37,-6 0 0,4 6 0,2-5 0,2 0 11,2 1 1,2-4 0,3 2-510,5-2 152,9-2 1,6 0 0,8 0-52,6 0 0,3 0 0,1 2 0,1 1 61,-1 2 1,0-1-1,1-2 1,-1 1 29,1 2 0,-6 1 0,1-2 0,-1 2 29,-1 2 1,-1 2 0,-7 4 64,0 0 0,-2 2 1,-3 2-1,-6 3-11,-6 1 0,-1-3 1,-6 5-1,-2 0 2,-1-1 1,-5 7 0,2-4 0,3-1 38,0 2 1,-1-4 0,1-1 0,3-1 29,5-4 1,5 4-1,4-2 141,5-1 0,4-2 0,2-3-90,4-4 1,8-2-1,8-7 1,1 0-162,4 0 0,1 0 1,2 0-1,1 0-267,3 0 0,4-2 1,5-1-1,-2-2-441,-2 2 1,1-3 762,4 1 0,25-19 0,8 0 0</inkml:trace>
  <inkml:trace contextRef="#ctx0" brushRef="#br0">20372 9165 8302,'0'15'112,"0"-6"0,0 1 0,0 1 203,0 2 1,4 3 0,1 3 0,-2 5-286,-1 3 1,3 7 0,0 1 0,-1 2-719,3 3 0,-4 0 1,5-2 687,-2-4 0,12-4 0,-2-1 0</inkml:trace>
  <inkml:trace contextRef="#ctx0" brushRef="#br0">20544 9295 8302,'-27'16'0,"1"3"0,1 5-138,-5 3 0,1 3 1,-5 4-1,4 4-852,1 4 990,0 1 0,-12 26 0,18-32 0,1 1 0</inkml:trace>
  <inkml:trace contextRef="#ctx0" brushRef="#br0">21508 8949 8001,'-5'-14'-770,"1"0"903,0-1 1,-2 1-1,1 0 375,2-1 1,-3 1 0,1-1 821,2 1-1212,1 6 1,2 10 0,0 12-1,0 8-127,0 6 0,0 7 0,-2 5 0,-1 4-181,-2 4 1,-6 5 0,3-5 0,-1-2-28,-1-1 0,5-6 1,-3-3-1,2-2 169,3-7 0,1-9 257,2-9 0,0-13 0,0-6 0,2-12-42,2-10 1,1-2 0,8-8-1,3-4-126,0-4 0,6 3 0,4-6 0,6-3-11,6-5 1,4 2-1,1-3 1,0 4 118,0 5 1,-1 10-1,-4 11 1,-6 8-123,-6 10 0,-12 7 1,-9 14-121,-3 7 1,-4 2 0,-3 8 0,-6 2 25,-7 1 1,1 3 0,-7 2 0,-2 3-6,-1 2 1,-6-5 0,-3 2 0,1-2 110,0 1 0,-3-4 0,4 1 0,2-6-61,2-3 1,1-2 0,2-6-1,3-3-204,5-5 0,7-4 0,4-2-81,2-4 0,1-5 1,7-7 306,3-3 0,14-46 0,8-21 0,-6 26 0,0 0 0,-1 1 0</inkml:trace>
  <inkml:trace contextRef="#ctx0" brushRef="#br0">22299 8216 7854,'0'-15'0,"0"1"-252,0 0 1,0-1 0,0 1 0,0-1 356,0 1 1,0 4 0,0 1 339,0-2 1,-4-2 0,-3 0-35,-1 3 1,-1-1 0,-7 8-213,-4 5 1,3 10 0,-7 14 0,-2 8-105,-1 9 0,-8 13 0,-3 12 0,17-30 0,0 0-161,-1 2 0,1 1 0,0 1 0,0 1 0,1 0 0,0 0 0,2 1 0,0 0-52,-1 2 1,2-1-1,4-4 1,1 0-1,-3 39 1,11-12-431,7-10 1,6-5-1,11-10 548,4-5 0,28-19 0,9-20 0</inkml:trace>
  <inkml:trace contextRef="#ctx0" brushRef="#br0">22343 8475 8099,'0'-15'1988,"0"10"-1771,0 10 1,0 11 0,0 18-1,0 6-203,0 6 0,4 5 1,1 7-1,-2 1-317,-1 3 1,3-2 0,0 2 0,-1-5 302,3-4 0,14-16 0,9-10 0</inkml:trace>
  <inkml:trace contextRef="#ctx0" brushRef="#br0">22688 8460 8099,'-2'-14'140,"-3"-1"1,-4 8 0,-9 3 0,-4 9 52,-5 9 1,-5 14 0,-11 12 0,-2 8-221,-3 9 1,23-25 0,-1 0 0,-3 4 0,0 0 0,0 0 0,1 0-357,-1 0 1,0 0 0,-20 28 0,7-8 382,12-11 0,20-21 0,12-12 0</inkml:trace>
  <inkml:trace contextRef="#ctx0" brushRef="#br0">22832 8101 8023,'8'-37'282,"3"3"1,-5 10 0,2 5 381,3 3 0,2 10 1,2 7-1,-1 14-66,0 12 1,-6 21 0,-3 16 0,-5 9-500,-1-33 1,-3 2-1,-1 4 1,-2 1 0,-4 3-1,-1 0 1,0 4-1,-1-1-464,-2 2 1,-1-1-1,-2 2 1,0 0-1,0-4 1,0 0-1,1-2 1,-1-1-508,1-2 1,-1-1 0,-12 27 0,9-10 871,6-12 0,49-58 0,8-13 0</inkml:trace>
  <inkml:trace contextRef="#ctx0" brushRef="#br0">23494 7856 7998,'1'-22'-68,"4"-7"1,-3 6 0,2-2 901,-2 2 1,3 17-320,-1 6 0,1 16 0,-5 24 1,-3 14-486,-6 15 1,-3 9-1,1-34 1,-2 0-1,1 1 1,-1 0-112,-1 0 1,1 1-1,-2 6 1,-1 0-1,0 1 1,0-1-1,-1 3 1,1 1-356,-1-1 1,2 0 0,2-5 0,2-1 0,1-6 0,2-1 435,-3 31 0,11-33 0,8-14 0</inkml:trace>
  <inkml:trace contextRef="#ctx0" brushRef="#br0">23609 8460 7998,'-29'23'-7,"5"4"1,1-2 0,1 7 196,0 7 1,6 1-1,1 0 1,9-4 260,4 0 1,9-3 0,2-6 0,6-3-487,4-4 0,3-6 0,5-3 0,-1-3 167,-2-1 0,0-4 1,3-6-1,-3-5 88,-5-5 0,-3 2 0,-1-10 1,-3 0-224,-2-3 0,-4-3 1,-6-2-1,0 0-276,0 0 1,-4 1 0,-3-3-1,-1-1-323,-3-1 0,-2-6 0,1 4 0,0 0-1478,3 0 2080,6 8 0,9 0 0,10 4 0</inkml:trace>
  <inkml:trace contextRef="#ctx0" brushRef="#br0">24026 8561 6747,'-8'6'798,"-3"2"0,4 7 0,1 1-545,-1 3 0,-2 5 0,4 8 0,2 1-134,1-1 1,2 4-1,0-3 1,2-2-158,3-6 1,4-4 0,9-8 0,1-4 209,-1-4 1,2-5-1,0-6 1,-3-9-126,-1-7 0,-1-5 0,-3-4 0,0-2 269,-3-6 0,-6 3 1,2-1-1,-3 2-250,-2 3 0,0 3 1,0 5 33,0 5 0,-2 9 0,-1 7-23,-2 6 1,0 13 0,5 13-1,0 8-68,0 4 1,0 14-1,0 2 1,0 2-80,0 1 1,-1-3 0,-4 1 0,-6-1 119,-7 1 1,1-2 0,-9-4 0,-3-4 63,-3-3 1,-6-3-1,4-4 1,1-4 114,-2-4 0,4-8 0,-2-2 0,4-6-194,5-4 0,8-4 1,6-6-1,1-2-611,1-2 1,-3-4 0,6-7 0,0-1-726,-1-3 0,2 1 1301,-5-6 0,-7-18 0,-3-10 0,-5-6 0,1-1 0</inkml:trace>
  <inkml:trace contextRef="#ctx0" brushRef="#br0">24817 8503 7995,'14'-6'-1106,"-4"3"1046,0-7 0,-9 7 388,-1-2 0,-1 4 1,-9 2-1,-1 4 173,-2 5 1,-6 4 0,-2 5 0,0 5-54,1 3 1,-1 9 0,3 2 0,-1 3-310,1 3 0,-2 5 0,-1 2 1,0 2-92,0 0 1,2-7 0,6 1-1,2-7 182,2-7-190,5-9 1,0-13 0,7-15 0,3-16 298,2-10 0,3-4 0,7-7 0,3-6-59,1-2 1,-3 1-1,5-5 1,2-1-232,1-2 0,10-2 0,4 2 0,7 4-47,3 4 0,2 9 0,5 6 0,-2 6-210,-4 7 1,-8 9 0,-12 16 0,-8 6-239,-10 7 1,-6 6-1,-10 8 1,-4 3 34,-8 2 0,-9 1 1,-10 5-1,-6-1 210,-2-4 0,2 2 0,1-5 0,-2 0 136,-2 1 0,1-3 0,1-6 0,3-3-71,2-5 1,8-9 0,8-5-139,3-4 0,8-7 0,4-5 0,8-5-748,5-3 0,9-12 1022,1 3 0,13-22 0,6-9 0,1-3 0,1-1 0</inkml:trace>
  <inkml:trace contextRef="#ctx0" brushRef="#br0">25465 8043 7995,'-29'14'-74,"0"1"0,2 4 0,1 2 0,2 1 488,-1 4 0,2 7 1,1 6-1,1 2 87,4 2 0,5 7 0,3 4 0,-1 5-329,2 4 1,2-1 0,6-4-1,0-1-677,0 1 1,5-7-1,3-5 1,1-6-1793,2-6 2297,5-10 0,31-23 0,15-10 0</inkml:trace>
  <inkml:trace contextRef="#ctx0" brushRef="#br0">25637 8316 7961,'0'-16'81,"0"-3"1,-1 10 0,-3 2 615,0 14 0,-8 15 1,4 18-1,-1 8-368,-1 9 0,2 7 0,-3 8 0,3 0-633,2 0 1,1-5-1,5-3 1,0-3-1570,0-5 1873,6-8 0,28-11 0,12-10 0</inkml:trace>
  <inkml:trace contextRef="#ctx0" brushRef="#br0">25896 8374 7995,'-22'8'13,"-5"0"1,3-2 0,-5 9 142,-5 7 0,-3 8 0,-6 9 1,-1 9-163,-4 6 0,22-22 1,0 0-1,-2 2 1,-1-1-1,0 2 1,0-1-782,0 0 1,1-1 786,-23 25 0,20-27 0,-1 0 0,3-1 0,-1-1 0</inkml:trace>
  <inkml:trace contextRef="#ctx0" brushRef="#br0">26155 7957 7970,'50'-37'454,"-7"3"1,-3 12-1,-10 8 1,-4 10 632,-4 12 1,-4 24-1,-9 29 1,-6-21 0,-3 3-614,0 7 1,-3 3-1,-5 8 1,-5 2-1,-3 4 1,-3 1-1,-3 2 1,-2 0-864,-4 2 0,-2 0 0,-1 0 0,-2 0 276,0 0 1,-5 0-1,-1-18 1,-6 1-1,-1-1 1,-2 2-1,0 0 1,0 0-1</inkml:trace>
  <inkml:trace contextRef="#ctx0" brushRef="#br0">25465 11482 7651,'-15'-5'-299,"1"-1"1,-1-1 382,1 1 1,1-5-1,2 1 1,1-1 585,-1 1 1,5-3 0,3 4-490,6-4 0,6 3 0,11 2 0,4 2 18,3 3 1,3 1-1,2 2 1,5 0 40,4 0 1,-5 0-1,5 0 1,-4 0-164,-5 0 0,-2 5 0,-3 1 0,-3 2-198,-4 4 0,-11 0 0,-7 3 0,-12-1-48,-14 1 0,-9-1 0,-14 2 0,-5 2 58,-11 1 1,-2 2 0,-4-4-1,-1 2 120,1-1 0,8 1 1,5-3-1,11-3 138,10 0 0,14-7 0,13-1-162,16-4 0,18-1 0,14-1 0,6-4 16,7-5 1,3 2-1,2-1 1,-1-1-134,1 2 1,-7 0-1,-3 5 1,-5-2-278,-5 2 1,-9 2 408,-10 1 0,-67-7 0,-17-1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14257 5842 8263,'-8'0'-792,"2"0"1030,6 0 1,1 0-23,4 0 0,-2 0 1,7 0-1,1 0-116,2 0 1,3 0 0,3 0 0,7 0-101,6 0 0,26-9 0,23-6 0,2 0 0,-14 3 0,-1 0 0,1 0 0,0 0 0</inkml:trace>
  <inkml:trace contextRef="#ctx0" brushRef="#br0">15437 5813 8296,'-11'-5'611,"6"0"-305,10 2 1,20 1-1,17 4 1,17 3-307,16 4 0,-21-1 0,8 1 0,1 0 0,6 1 0,0 0 0,-1 0 0</inkml:trace>
  <inkml:trace contextRef="#ctx0" brushRef="#br0">5726 11525 8070,'-29'14'0,"5"-1"0,0-2-597,-2-1 483,6 0 0,-8 4 0,5 2 355,-5 3 1,0-1 0,-1 6 0,2 0-201,3-2 1,-4 5-1,4-4 1,-1 1-279,1 0 0,3-7 0,7 2 1,1-3 236,3-1 0,42-46 0,16-10 0</inkml:trace>
  <inkml:trace contextRef="#ctx0" brushRef="#br0">4819 12000 8159,'-57'13'-270,"1"-4"1,2-2 74,1-1 0,0-4 1,-1 4-1,6-1 627,9 0 1,9-1-1,6-4 1287,5 0-1408,3 0 0,9 0 0,7 0 0,8 0-88,5 0 1,6-4 0,4-1-1,6 2-48,11 1 1,4 7 0,14 1 0,6 2-83,5 3 0,10 2 0,-37-6 1,1-1-1,2 0 0,0-1-67,-1 0 0,1 0 1,2-3-1,1 0 0,-1 2 1,1 0-1,3 0 0,1 0-34,3 1 1,0-2-1,-5-1 1,-1 0-1,3 0 1,0 0-1,-4 0 1,0-2 115,-3 0 0,-1 0 1,0 0-1,-1 0 1,37-2-1,-10-1 72,-11-2 1,-11 1 0,-14 4 0,-10 0-193,-7 0 0,-12 1 0,-10 2-570,-12 2 1,-15 11 0,-8-1 0,-7 2 309,-5 4 0,-6-5 0,-4 5 1,-5-2 138,-4 0 0,7 0 0,7-4 0,7-3 151,5-2 1,9 1 90,2-6 1,39 0 0,25-7 0,33-3-187,-21 1 1,4-1-1,7-2 1,2-1 0,10-1-1,3-1 1,6-1 0,2 0-84,-20 4 1,1-1 0,1 1 0,7-4-1,2 0 1,1 1 0,5 0 0,2 0 0,-1 1 97,-3 0 1,1 1 0,12-6 0,-25 4 0,6-4 0,6-1 0,5-1 0,2-2 0,2 0 0,1 0 0,-1-1 0,-2 2 0,-1 0 0,0-1 0,0 1 0,-1 0 0,1 0 0,0-1 0,0 1 0,-1 0 0,1 0 0,0-1 0</inkml:trace>
  <inkml:trace contextRef="#ctx0" brushRef="#br0">13049 12086 7988,'35'0'-240,"0"0"1,5 0 0,0-1 641,5-4 0,4 2 1,12-5-1,6 1-71,10 4 1,-33 0-1,1 0 1,4 0 0,0 1-1,2 0 1,2 1-177,1 0 1,2 0 0,5 1-1,1 0 1,1 0 0,-1 2-1,-2-1 1,0 2-366,-3 1 1,-1 2 0,0 2 0,0 2 0,-3 0 0,0 0-1,-3 1 1,0-1 209,-5 1 0,3-1 0,8-4 0,6-2 0,1-1 0,1-1 0,0 0 0,0 0 0</inkml:trace>
  <inkml:trace contextRef="#ctx0" brushRef="#br0">16933 12043 8063,'-21'8'-211,"-3"-3"1,-1-4 0,-1-1 0,4 0 52,1 0 0,2 0 0,4 0 1,1 0 458,0 0 0,-1-1 0,1-2 286,0-2 1,6-2 90,3 3 1,3-4-310,2-7 1,2 6 0,3 1-143,4 1 1,-1 2 0,2 5-1,-1-1 37,-1-4 1,5 3 0,-3-2 0,2 2 26,3 2 1,1 0-1,1 0 1,4 0 30,2 0 0,7 0 0,10 0 0,6 0-137,7 0 1,22-2 0,-31 1-1,2-1 1,6-1 0,3 0-117,6-1 1,2 0-1,10 0 1,3 0-1,-20 1 1,1-1-1,1 1 1,4 1-1,0 1 1,1-1-173,3 2 1,1-1-1,0 1 1,3 0-1,1 0 1,1 0 0,-1 0-1,0 0 1,1 1-1,1 1 1,2 0 0,-1 1 65,2 1 0,0 1 1,1 0-1,1 0 1,1 0-1,0 1 0,-18-1 1,1 1-1,0 0 1,-1 0-1,20 1 1,0 0-1,0 1-47,0 0 0,0-1 0,0 0 0,-19-2 0,1 0 0,-1 0 1,1 0-1,1 0 0,0 1 0,0-1 0,1 1 0,0 0 0,1-1 1,0 1-1,-1-1-131,1 1 0,0-1 0,0 1 1,0 0-1,0-1 0,0 1 0,0-1 1,0 1-1,-3 0 0,0 1 1,0-1-1,0 1 0,2-1 0,-1 0 1,0 0-1,1 1 10,-1 0 1,0 1 0,0 0 0,-1 0 0,1-1 0,0 0 0,0 1 0,-1 0 0,17 4 0,-1 0 0,0 1 204,-4-2 0,0 1 0,-1 0 0,-3 1 0,0 0 0,-1-1 0</inkml:trace>
  <inkml:trace contextRef="#ctx0" brushRef="#br0">18631 11309 7919,'0'-14'375,"0"-1"1,0 1 209,0 0 1,0 4 0,0 0 0,0-1-179,0-2 1,0 4 0,0-1 0,0-1-10,0-2 1,0 4-232,0-1 0,-5 8-126,0 2 1,-6 13 0,1 11-1,-2 5-23,-3 5 1,-1 9-1,-3 10 1,-5 2-16,-3 3 0,-2 4 0,0 2 0,1 0 81,-1 0 1,5 2-1,3-7 1,3-5-34,6-3 1,8-4-1,4-10 1,10-9-110,8-7 1,6 0 0,9-4-1,7-4-37,7-6 0,5-6 0,11-1 0,4 0 148,3 0 1,8-1 0,-37-1 0,0-1 0,2-1-1,0-2-27,2 0 1,1-1 0,3 0 0,0 0 0,2 0 0,0 0 0,-1 0 0,1-1-106,1 1 0,0 0 0,-1 0 0,2 0 1,4 0-1,1 1 0,1 0 0,0 1-44,-1-1 1,1 2 0,2 2 0,-1 1 0,-3-2 0,0 1 0,2 1 0,2 0-120,0 1 1,1 0 0,1 3-1,2 1 1,0 0 0,-1 1-1,-2 2 1,-1 1-12,-1 1 0,-2 1 0,0-2 0,0 2 0,0 1 1,0 2-1,1-1 0,1-1 145,-1 1 1,1-1 0,1 2-1,-2-1 1,0-1 0,-1-1-1,2 1 1,0-1-25,2 0 1,1 1-1,2 1 1,1 0 0,-1-2-1,1-1 1,-2 0 0,0 0 162,-1-1 1,2 0 0,1-3 0,0-1 0,2 0-1,0 0 1,-1 0 0,0-1 17,-1-2 0,-1 1 0,2-1 0,-1-1 0,-4 0 0,-1 0 0,2 0 0,-1 0-34,0 0 1,1 0 0,-2 0 0,1 0 0,0 0-1,0 0 1,-1 0 0,-2 0-39,0 0 0,-1 0 0,-3 0 1,0-1-1,0-1 0,-1 1 1,-1-2-1,-1 1-68,-2 0 1,0 1-1,-3-1 1,0 0 0,-4 1-1,-1-1 1,-1-1 0,-1 0 152,37-5 0,-2 0 0,-6-3 0,-10 1 192,-6-1 0,-5-2 0,-5-1 0,-2-1 257,-2 1 1,-6-1 0,-7 1 0,-4 0 149,-1-1 1,5-4 0,-2 0 0,3 0-277,1-2 1,3 0-1,1-4 1,3 2 65,2 2 0,-5-4 0,0 2 0,-5-1-257,-3 0 0,-7 2 0,3-2 0,-4 3 15,-2 1 0,-6-1 0,-3-6 0,-4-1-17,-1-2 0,5-2 1,0 3-1,-2 1-76,-1-1 1,-2 0 0,0 0-1,0 0-403,0 1 0,0 0 1,0 3-1,0 2-611,0 3 1,0-4 0,1 5 897,4 1 0,22 8 0,12 4 0</inkml:trace>
  <inkml:trace contextRef="#ctx0" brushRef="#br0">13653 15741 8008,'-16'-5'-336,"-3"0"0,3-6 0,-3 3 0,3 0 414,1 3 0,1-1 0,-1 1 0,1 0 9,0-1 1,4 4 15,0-3 158,7-3 326,-3 7-292,6-6 0,1 7-185,4 0 0,3 0 0,5 2 0,-2 1-10,-1 2 1,-1 0 0,6-5 0,1 0-36,3 0 1,-1 0 0,4 0 0,-1 0-12,-4 0 1,6 0 0,-1 0 0,2 0-34,0 0 1,-5 0-1,5 0 1,2 0 0,1 0 1,2 0-1,-1 0 1,3 0 6,2 0 1,-1 0 0,7 0 0,1 0 33,1 0 1,2 5 0,1-1 0,-1 0 16,0-3 1,2-1 0,1 0-1,2 0 21,-2 0 0,-1 0 1,0 0-1,1 0-30,2 0 1,5 0-1,-5 0 1,-2 0-77,-1 0 1,5 0 0,2 0-1,3 0-24,-3 0 1,4 5 0,-3 0 0,5-2 6,4-1 0,-1-2 1,4 0-1,1 0 61,-1 0 0,4-5 0,5-2 0,1 1 14,0 0 1,-3-4-1,-32 7 1,1 1-1,1 0 1,1-1-64,2 0 1,0 0-1,-1 2 1,0 0 0,1-1-1,1 0 1,-2 0 0,0 2-76,-1 0 0,0 0 1,3-2-1,1-1 1,0 1-1,0-1 1,1 2-1,0-1 36,0 1 0,0 1 0,-3 0 1,-1 0-1,3-1 0,-1 0 0,0 0 1,1-1 42,1 0 1,0-1 0,-3 0 0,1 1 0,-2 1-1,0 1 1,-3-2 0,1 0 83,-1 0 0,1 0 0,0-1 0,1 1 0,0 1 0,0 0 0,0 0 0,0-1 42,0 0 1,1-1-1,1 1 1,1-1-1,1 3 1,0 0 0,2 0-1,1-1 2,3-2 1,1 1-1,2 1 1,0 0-1,2-2 1,1 0 0,1 1-1,0-1-153,2 1 1,0-1 0,3-1 0,0-1 0,0 2 0,1 1 0,0 0 0,-1 1 14,-1 0 0,0 0 1,0-1-1,0-1 0,3 1 1,0 0-1,3-1 1,1 1 43,2-1 1,1-1-1,-4 2 1,0-2 0,2-1-1,0-1 1,-1 2-1,-1 0 40,-1 1 0,-1 0 0,4-2 0,0 0 0,-1 2 0,1 0 0,0-1 0,1 1-63,-2 0 0,0 0 0,1-1 1,-1 1-1,-3 2 0,0-1 0,0 0 1,1-1-55,2 2 0,-1-1 0,-5 1 0,-1 1 0,-1-1 0,-1 2 0,-3-1 0,-1 0-120,-3 0 0,0 0 0,-1 0 0,-1 0 1,-4-1-1,-1 2 0,-2-1 0,-2 1-340,33 4 0,-12-2 0,-14 7 509,-7 1 0,-3 5 0,-7 2 0,-2-1 0,-2 2 0</inkml:trace>
  <inkml:trace contextRef="#ctx0" brushRef="#br0">24342 15985 8045,'-8'0'514,"20"0"1,15 0-272,11 0 0,10-1 0,18-4 0,10-3-152,-32 4 1,2 0 0,6-2 0,1-1 0,5 2-1,1 1 1,4-3 0,0 1-4,3-1 1,1-1 0,1 1 0,0 0 0,-1-1 0,0 0 0,3-1 0,1 0-187,2 0 1,1-1-1,3 0 1,1 1 0,2 2-1,1 0 1,0-1 0,0 1 123,-26 2 0,0 0 0,1 1 0,3 0 0,0 1 0,1 0 1,3 0-1,1 0 0,0 0 0,4-1 0,0 0 0,1 1-117,2-2 1,0 1-1,1 0 1,6 0 0,1 1-1,-1 0 1,-1 0-1,-1 1 1,1-1 0,4 1-1,0 0 1,0 0 112,-18 1 0,1 0 1,0 0-1,-1 1 0,2-1 1,-1 1-1,0 0 0,1 1 1,1-1-1,0 1 0,1 1 1,-1-1-1,-1 2 0,0-1 1,0 1-1,-1 1-36,1-1 1,-1 2 0,0 0 0,1-1 0,-1 0 0,0 1-1,1-1 1,-1 1 0,1 0 0,-1 1 0,1 0 0,0 1 0,-1-1-1,0 0 1,0 1 0,0-1-42,-2 1 0,1 0 0,-1-1 1,0 1-1,19 3 0,1 0 1,-2-1-1,-3 0 0,0 1 1,-1-2-1,1 1 0,0-1 0,-1-1 40,1 0 0,0 0 0,0-1 0,-1-1 0,0 0 0,0 1 0,-1-2 0,1 1 0,-1 0 1,-2-1-1,1 1 0,-1-1 22,0-1 0,-1 0 0,1 0 0,-1 1 0,0 0 0,1-1 1,0 0-1,1-1 0,0 0-7,1 0 0,0 1 0,0 0 0,0-1 0,-1 0 0,1 0 0</inkml:trace>
  <inkml:trace contextRef="#ctx0" brushRef="#br0">26731 18417 7952,'-24'-14'-347,"0"-1"1,0 1 194,1-1 0,-4 6 1,1 1-1,-4 1 661,-3 4 0,-7-3 1,3 1-1,0 2-330,3 1 0,4 9 1,1 1-1,1 1-97,-1 1 1,6-2 0,4 3 0,3-3 79,2-2 1,1 6 0,2-4 185,1 0 1,7 4-120,-2-2 0,4-2 0,2 0 0,4 0 166,5 0 0,9-5 0,5 3 1,3-1 57,2 0 1,11 0 0,5-5 0,4 0-53,5 0 0,9 0 1,4 0-1,6-2-204,-32 0 0,0-1 0,5 0 0,2-2 1,8-1-1,2-2 0,3 0 0,1 0-155,4-2 0,2 1 1,5 1-1,1 0 1,3-2-1,1 1 0,1 1 1,1 1-8,-1 2 0,0 1 0,-5-1 0,-1 2 0,-8 1 0,-1 1 0,-3-2 0,0 1-82,-2 0 0,-2 1 0,-2 0 1,-2 0-1,-3 1 0,-1 0 0,-5 0 1,0 0-185,34 0 1,-5 0 0,1 0 0,-2 0 83,-5 0 1,0-2 0,-16-1-1,-1-3-36,-7-2 1,-1 5-1,-10-4 1,-5 2-1022,-6 1 0,-7 0 277,-4 9 0,-6 3 0,-8 7 0,-8 1-1465,-5 3 2392,-6-3 0,-5 17 0,-1-2 0</inkml:trace>
  <inkml:trace contextRef="#ctx0" brushRef="#br0">15149 18705 8020,'-9'0'0,"-1"0"-273,-1 0 0,-2 0 0,-1 0 352,-1 0 0,1-2 0,-1-1 0,1-4 180,0 0 1,1 2-1,2-5 1,1 1 216,-1 1 1,-2-5 0,0 3-48,4-3 0,-2 4 0,4 1-100,-1 1 0,5 1 0,0 3-81,6-2 1,5 0 0,8 5 0,5 0 121,7 0 1,14 0-1,12 0 1,9-1-205,9-4 0,8 2 0,-35-2 0,1 0 1,2 0-1,1-1-57,3 0 0,0-1 0,5-1 0,1 0 0,4-1 0,-1 0 0,0 0 0,-2-1-57,-3 2 0,-1-1 0,-3-1 1,-1-1-1,-7 1 0,-1 1 0,-3 0 1,0 0-14,35-7 1,-22 3 0,-10 2 0,-11 3 197,-8 2-226,-10-5 0,-9 9 0,-12-3 0,-5 4 1,-6 1 0,-12 4 0,-2 3 0,-7 1-19,-5 3 1,-11-3 0,-1 2 0,-4 1-108,-1 2 0,2-4 0,1 1 0,-1 1 114,-3 2 0,2 3 0,-2 3 0,3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5769 8762 8124,'-14'-9'-94,"-1"-1"0,2-1 107,4-2 0,2-1 0,11-1 0,8 1 397,17 0 0,21-7 0,26-3 0,-29 10 0,2 1-150,9-2 0,3 1 0,15-3 0,4-1 0,-18 5 0,2 0 0,2 0 0,7 0 0,2-1 0,1 0-339,-15 3 1,1 0-1,1 0 1,0 1 0,3 0-1,1 1 1,0 0-1,0 0 1,1 0 0,-1 1-1,1-1 1,-1 1-1,2 1 1,0-1 0,0 1-1,1 1 145,0-1 0,1 1 1,0 0-1,0 1 1,2-1-1,1 1 0,0-1 1,1 2-1,-1 0 1,1 0-1,0 1 1,0-1-67,-1 1 0,1-1 0,0 1 0,-1-1 0,2 1 0,-1-1 0</inkml:trace>
  <inkml:trace contextRef="#ctx0" brushRef="#br0">17408 5597 8242,'43'8'0,"2"-3"133,3-4 0,19-1 0,-24 0 1,3 0-1,11 1 0,3 0-8,11 1 1,4 1-1,-19-2 1,3 0-1,1 0 1,9 2-1,2 0 1,2 1-1,5-1 1,2 0-1,2 0-403,-17-1 1,2 0 0,1 0 0,0 0 0,6 1 0,2 0 0,0 0 0,2-1 0,-10 0-1,1-1 1,1 0 0,1 1 0,0-1 0,3 0 0,1 0 0,0 1 0,1-1 0,1 0 277,2 0 0,1 1 0,0-1 0,0 0 0,0 1 0,2 0 0</inkml:trace>
  <inkml:trace contextRef="#ctx0" brushRef="#br0">3453 15769 8137,'-21'-6'-70,"0"-2"0,-5-6 0,3-2 152,-3-3 1,5 1 0,2-6 0,5-2 295,4-1 0,4-2 1,6 1-1,0-3-376,0-2 0,0 1 0,1-8 0,4-3-50,5-4 1,7-7-1,4 0 1,1-7-19,4-6 0,-10 27 0,1-2 0,2-2 0,-1 0 0,2-2 1,0-1-32,2-1 0,-1-1 1,0-3-1,0-2 1,5-2-1,2-1 1,1-3-1,0 0-81,1-2 1,1-1 0,0-3 0,2 0 0,-2 1 0,1 0 0,4-3 0,0-1 206,-10 21 0,1 1 0,0-1 1,1-1-1,1 0 0,-1 0 1,1 1-1,-1 0 0,1 0 1,0 2-1,1-1 0,-1 1 30,1 0 0,1 0 1,-1 1-1,2-1 1,0 1-1,0 0 1,3-2-1,0 0 1,1 0-1,1 0 1,1 0-1,0 1-2,3-3 0,0 0 1,0 1-1,-1 1 0,0 1 1,0 0-1,3-2 0,1 0 1,0 0-1,0 1 1,0 0-1,1 0-103,0 1 0,1 1 0,1-1 0,1-2 0,2 0 0,0 0 0,0 1 0,1 1 0,0 0 0,0-1 0,0 1 0,0 0 68,0 1 1,1 1-1,-1 0 1,0 0-1,1 0 1,0 0-1,2-1 1,0 0-1,1 0 1,1 0-1,1 1 1,1-1 3,2-1 1,1 1-1,-1 0 1,-3 3 0,0 1-1,0-1 1,2 0 0,1 1-1,0 0 1,-1 1-1,0 1 1,0 1-19,1 1 0,0 0 0,1 1 0,1-1 0,0 2 0,1 0 0,0 1 0,0 1 1,0 0-1,-1 1 0,0 0 0,1 0-4,-3 2 1,0-1-1,0 1 1,1 1 0,1-1-1,-1 1 1,1 0 0,-1 1-1,1-1 1,2 1-1,0-1 1,0 1 44,1 1 1,0 0-1,0 0 1,1-1 0,-1 1-1,1 0 1,1 2-1,0 1 1,0 0 0,1 0-1,-1 1 1,1 1-71,1 0 0,0 0 1,0 0-1,-1 1 0,1 0 1,0 0-1,1 0 0,1 0 1,0 0-1,1 0 0,-1-1 1,1 0 62,-1 0 0,0 0 0,-1 0 0,0 0 0,-1 1 0,0 0 1,0 2-1,1 1 0,-1 1 0,-1 0 0,0 0 0,0 1-22,-1 1 1,0 1 0,-1 0 0,-2 2 0,-1 1 0,0 0 0,0 1 0,0-1 0,-1 1 0,-3 0 0,0 2 0,0 0-197,-2 1 0,-1 1 0,0 0 0,0 0 0,-1 1 0,-1 0 0,24-2 0,-1 1 0,-3 1 0,-1 0 14,-5 3 0,-2 0 0,0 0 0,-2 2 0,-4 0 0,-2 0 0,0 0 1,-1 2-9,0 0 0,-2 0 0,-6 2 1,0 0-1,-1 3 0,0 1 1,-3-1-1,1 0 170,-1 1 0,1-1 0,-2-2 0,0 1 0,3-1 0,0 1 0,2 0 0,0-1 0,2 0 0,0 0 0</inkml:trace>
  <inkml:trace contextRef="#ctx0" brushRef="#br0">5409 11942 8388,'15'2'-543,"-3"3"254,-2 4 0,-2-1 0,-5 2 0,2 3 223,-2 4 0,-8-1 0,-4 5 0,-6 0 161,-4 3 1,2-2 0,-6 0 37,2-1 1,-2-2 0,2-4 0,0-1-1,0-1 175,4-3 1,1-4-1,1-6 1,1 0-12,-1 0 1,6-8 0,1-6-1,1-9-118,4-4 0,8-3 1,5-2-1,4-3 35,5-2 0,-1 0 0,6-1 0,1 4-13,3 4 0,-4 2 0,-2 5 0,-1 3-143,-4 4 0,-2 12 1,-6 7-196,-4 10 0,-10 15 0,-6 3 0,-5 2 25,-3 2 0,-7 4 1,4-6-1,-2-1-106,0-1 1,5-3-1,-4 1 1,1-2 270,0-3 0,2-3 0,-2-8 0,1-3 223,4-6 1,1-2 0,3-4-118,3-2 1,4-6 0,6-8-1,2-2-79,2-3 1,11-2-1,9-7 1,3-2 85,2 2 1,4 2-1,2 1 1,1 2 58,-1 3 1,-2 5 0,-4 7 0,0 4-188,0 2 1,-9 3-1,-4 9 1,-6 7-157,-4 5 0,-2 7 1,-9 1-1,-6 4-98,-7 4 1,-3-1 0,-4-4 0,1 0 105,-2 0 1,-1-5 0,-2-2-1,0 0-26,1 1 0,4-6 1,1 1-122,2-7 1,12-6-765,14-10 1,9-8 1020,15-6 0,6-10 0,9-10 0,2-2 0,3-1 0,1 0 0,-1 0 0</inkml:trace>
  <inkml:trace contextRef="#ctx0" brushRef="#br0">10243 9367 8453,'-14'-5'-210,"1"-1"498,3-2 1,4-2-1,6-4 1,0-1 139,0 1 0,6-1 1,4 1-1,4-2 31,6-3 0,2 3 0,7-3 0,-2 3-101,-3 1 0,1 7 0,-5 4-301,-3 2 0,-7 10 0,-5 6 0,-7 10-137,-8 8 1,-6 0 0,-12 5 0,-3-2-216,-2-3 0,2 0 0,-2-2 0,1-1 322,-2-6 1,6-6 0,-3-4 0,6-3 148,-1-6 1,5-2 0,2-4 0,5-2-29,4-6 1,4-8-1,6-2 1,1-3-176,4-2 1,5-2 0,10-2-1,8 0 92,4 0 0,6 2 0,-3 3 0,2 3 64,3 0 1,-5 10-1,-1-2 1,-6 5-181,-4 5 0,-5 8 0,-9 6 0,-5 7-71,-4 6 1,-7 3 0,-5 2 0,-7 0 122,-6-1 1,-3 0 0,-2-3 0,1-3 32,-1-1 0,0-2 1,0-6-1,1-2 112,-1-1 0,0-7 0,2 2 0,3-7 73,5-7 1,3-1-1,3-11 1,3 1-202,5-4 0,7-3 0,6-4 1,8-1-39,5-1 0,9-1 1,9 4-1,4-1 107,5 2 1,-2-2-1,5 10 1,-3 2 22,-6 4 0,-2 10 0,-10 1 0,-4 4-212,-4 4 0,-9 1 0,-8 8 0,-5 3-150,-5 0 0,-10 6 1,-9 1-1,-4 1 184,-6 0 0,-4-2 0,-9 4 0,-1-2 154,2 1 1,1-4 0,4-2 0,2-3 24,6-1 0,2-1 0,4-1-84,3-4 1,10-4 0,9-10-319,3-4 0,9-4 1,4-1-1,7-1-463,6 1 0,3 4 0,2 2-724,-1 2 1,1 1 1477,0 5 0,32 26 0,7 6 0</inkml:trace>
  <inkml:trace contextRef="#ctx0" brushRef="#br0">5309 12187 8147,'0'9'-1582,"0"1"1242,0-7 125,0 4 180,0-7 0,1 0 0,2-2 40,2-3 0,5 2 1,-4-5 96,2 2 0,-5-6 1,4 4 151,-1 0 0,-4-4-132,2 2 1,-2 2 6,-2-2 0,-2 7-33,-2-2 1,0 4 0,-5 1 21,-2 0 0,3 0 0,-2 0 74,-1 0 0,3 1-16,-2 4 1,1-3-217,-6 3 0,7-2-21,4 2 0,2-2-271,2 6 269,0-5 297,0 2 222,0-6 366,0 0-938,0-6 0,0 2-86,0-5 0,2 6 49,2-2 1,0-2 89,5 3 1,-1-3-1,3 4 50,-1-2 1,-7-1 0,4 3 55,-1-2 0,-3 0-26,7 5 1,-5-5-57,4 1 28,1-1 1,-1 5 26,1 0 121,-7 0 12,3 0 36,-6 0-66,0 0-19,0-7 1,7 4-72,2-6 1,-1 4 0,2-3-1,3 0-39,4 0 0,1-2 1,6-4-1,3-1 2,5 1 1,5-7 0,8-3-1,3-3 41,4-2 0,11-6 1,4-3-1,-32 17 1,2 0-23,1 0 1,0-1 0,2-1 0,0 0 0,3-2 0,1 0 0,-1-2 0,0 0-16,0 0 1,0-1 0,4 1-1,1-2 1,2-1 0,0-2-1,5-1 1,1-1 10,2-1 1,2 0 0,1-2 0,1 0 0,3 0-1,1-1 1,1-1 0,0 0-119,2-2 1,2 2-1,-22 12 1,0 2-1,1-2 1,1 0-1,-1-1 1,1 0-1,0 0 1,-1 0-1,1-1 108,-1 2 0,-1-1 0,1 0 0,-2 2 0,1 0 0,-1 0 0,0-1 0,0 1 0,0-1 0,0 0 0,1 1 0,-1-1 29,2 0 0,0 0 0,-1 1 1,20-9-1,0 0 0,-1-1 0,-1 0 1,-2 1-1,-2 0 34,0-1 1,1 1 0,-1-1 0,1 0 0,0 1 0,-1 0 0,-3 2 0,0 0-113,-5 4 1,0 1 0,-4-1 0,0 0 0,-2 3 0,0 0 0,-1-2 0,0 1 18,1 1 1,-1-1-1,-4 2 1,-2-1 0,0 3-1,-2 0 1,-3-1 0,0 0-61,-4 0 0,1 2 0,34-18 0,-5 4 74,-3 6 1,-7 0 0,-5 9 0,-3 0 0,-2 0 116,0 4 1,-6 2-1,-3 4 1,-6 3-201,-4 2 0,2 1 0,-7 5 1,-1 0-145,-2 0 0,-2 2 246,0 2 0,-1 1 0,-3 10 0,-4 2 0</inkml:trace>
  <inkml:trace contextRef="#ctx0" brushRef="#br0">7639 10762 8515,'7'-14'0,"-6"4"0,4 1 0,-2-1 499,2 2 0,-2-3 0,7 5-82,1-2 1,2 4-1,1 0 1,1 2-292,-1 2 1,5 2 0,0 2-149,-1 6 1,-7 3-1,-3 3-204,-2 3 1,-1-3-1,-6 3 1,-4-3 0,-3-1 62,0-1 1,-5 0-1,3-1 1,-2-3 575,-3-5 0,1 1 0,0-1 394,-1-2 0,2-3-516,4-5 1,2-3 0,9-6-1,3-1-30,4 1 0,-1 4 0,4 1-180,4-2 1,-5-1 0,5 1 0,-2 3 0,-3 0-162,2 0 0,-5 5-75,2-2 0,-7 5 0,0 5-137,-6 5 0,-5 2 0,-7 3-625,1-1 0,4 1-2127,1-1 3044,6-6 0,32-31 0,18-18 0,5-3 0,0 0 0</inkml:trace>
  <inkml:trace contextRef="#ctx0" brushRef="#br0">7855 10101 8515,'-8'14'0,"2"0"0,-14 20 0,-4 4 0</inkml:trace>
  <inkml:trace contextRef="#ctx0" brushRef="#br0">7740 10374 8515,'-5'9'0,"0"1"-484,2 1 617,2-4 0,1-7 0,0-10-60,0-3 0,4-1 1,3 0-1,-1-1 31,0 1 0,4-1 1,-5 1-1,0 1-67,1 4 1,-4-4 0,4 3 480,0-3 1068,-4 5-1266,4 2 0,-6 12 1,-1 2-1,-2 2-135,-2 0 0,-2-2 0,4 3 0,-2-2 34,2 3 1,2-4 0,-1 0-445,-3-2 281,4 5 1,-6-11-44,7 0 1,0-6 0,0-9 202,0 1 1,0 4-1,0 1 964,0-2-1082,0 4 1,-1 7-1,-3 11 1,-2 7-230,-2 6 0,0 10 1,-3 4-1,1 5-246,-1 5 1,0 3-1,0 7 1,3-2-70,1-4 1,3 0 0,4-8 0,0-2-800,0-10 1,0-3 1244,0-10 0,6-32 0,2-13 0</inkml:trace>
  <inkml:trace contextRef="#ctx0" brushRef="#br0">16142 10676 7696,'-2'-16'0,"-1"-2"117,-2-1 1,-4-6 0,2 1 0,1-3 288,-1-2 1,-2 2 0,2 1 0,-1 4 101,-3 1 1,3-3 0,0 5 1539,2 1-1632,1 9 1,5 10-1,0 15 1,0 13-140,0 12 0,-1 15 0,-3 13 0,-2 8-236,2-34 1,0 0 0,0 1 0,-2 0 0,-1 3 0,-2 0 0,1 0 0,-1-1-173,0-1 0,-1 0 0,-3-2 0,0 0 1,2-2-1,0 0 0,-13 35-68,0-2 1,6-15-1,-1-8 1,5-11 197,4-11 0,-1-7 0,6-7 0,3-3 31,6-2 0,0-4 0,11-6 0,7 2 103,8 3 1,9-4 0,9 4 0,6-3-403,7-2 0,8 0 0,9 0 0,-37 0 0,1 0-518,0 0 1,-1 0 0,36-2 0,0-1-208,-4-2 1,-2 0 0,-8 5 0,-10-1 993,-13-4 0,-27-16 0,-8-9 0</inkml:trace>
  <inkml:trace contextRef="#ctx0" brushRef="#br0">16127 11165 7723,'31'-1'0,"2"-3"700,6 0 1,4-6 0,5 5 0,6 2-212,7 1 1,6 4 0,8 3 0,4 3-998,0 0 1,-3 3 0,-1-6 507,-7-2 0,3-40 0,-6-11 0</inkml:trace>
  <inkml:trace contextRef="#ctx0" brushRef="#br0">16012 10374 7946,'28'8'0,"-1"-3"256,1-4 1,8-1 0,16-1 0,14-3-279,12 0 1,-32-1 0,1 0 0,9 2 0,3 0 21,4 0 0,4-2 0,-5-8 0,5-4 0,0-1 0,5-3 0,0 0 0,0 0 0</inkml:trace>
  <inkml:trace contextRef="#ctx0" brushRef="#br0">18847 10158 7904,'-10'0'180,"0"3"257,-1 7 0,-2 14 0,-3 22 0,-1 17-296,8-25 0,-1 3 1,-5 10-1,-1 2 0,1 7 1,0 2-1,-2 2 0,0 1-278,0 2 0,-1 1 1,1 0-1,1 0 1,1-5-1,-1-2 0,1-5 1,-2-1-216,1-6 0,-1-2 0,0-7 1,0-2-1,-12 26 0</inkml:trace>
  <inkml:trace contextRef="#ctx0" brushRef="#br0">19177 10806 7921,'-43'49'6,"0"9"1,0 9 0,3 3 390,6 2 1,9-2 0,15-2 0,5-6-311,4-3 0,14-9 1,6-7-1,6-10-184,4-7 1,6-12 0,5-9 0,5-5 216,3-5 0,0-4 0,-5-12 1,0-8-70,0-8 0,-1-9 1,-4-3-1,-4-3-206,-4-2 1,-9-4 0,-6-2 0,-9-1 83,-4 5 1,-10 0-1,-7 8 1,-9 2-116,-8 1 0,-6 8 0,-10 7 0,-5 7-141,-3 9 1,5 11-1,5 3 1,6 9 274,6 9 1,17 9-1,7 8 1,10 1-166,10-1 0,7 3 0,17-4 0,4-2 217,4-2 0,7-1 0,2-16 0,12-2 0,2 0 0,8 1 0,-1 0 0,1 1 0</inkml:trace>
  <inkml:trace contextRef="#ctx0" brushRef="#br0">20055 11065 7921,'-24'-10'0,"0"2"51,-1 2 0,-1-4 0,0 4 0,2-1 265,-1 1 0,4 1 0,2 7 0,3 2 58,1 6 0,7 8 0,4 1 1,2 0-86,2 2 0,8-4 0,5 6 0,6-1-185,3 0 1,-2-6-1,4 0 1,1-6 103,2-4 0,1-1 1,-3-5-1,-3 0-18,-1 0 1,0-1-1,-3-4 1,1-5-176,-2-3 0,4-1 0,-2 0 0,-1 1 73,-2 3 0,-2 4 1,1 6-1,-1 3-164,0 7 1,-6 14 0,-3 20 0,-3 12 25,-2 10 1,-11 9 0,-5 3 0,-5 1 169,9-40 0,-2 0 0,-2 1 1,-1 0-1,-2-3 0,-1 0 1,-21 31 271,-2-2 1,-2-4 0,-3-3 0,-5 0-12,-3-1 1,0-4 0,4-12 0,4-2-298,3-2 1,5-7 0,6-4 0,10-10-1555,7-5 1,7-9 49,1 2 1,5-17-1,-2-7 1420,0-6 0,10-55 0,-3 33 0,0 1 0</inkml:trace>
  <inkml:trace contextRef="#ctx0" brushRef="#br0">21163 11079 7531,'-15'0'-456,"1"0"1,0 2 807,-1 2 1,7 4-1,2 8 1,1 5-329,0 8 0,-4 1 0,2 9 1,-1-1-127,-3-1 0,3 4 1,-1-4-1,-3 0 18,0-4 0,-3-9 1,1-4 184,-1-4 1,6-10 0,1-8 19,1-10 0,4-11 0,8-10 0,6-7 0,7-5-148,6-3 1,8-6 0,3 1 0,3-3 137,7-2 1,0 9 0,6 4 0,0 8 47,0 7 1,-4 4 0,-1 13 0,-6 4-96,-6 4 1,-12 11 0,-8 9 0,-7 6-37,-6 1 1,-2 5 0,-6-3 0,-7 3 45,-8 2 1,-6 5 0,-2-1 0,-2-2-55,-2-6 1,-6 2 0,4-4-1,-3 1-59,1 0 1,1-7 0,-1 1 0,6-7-315,6-6 1,1-3 0,7-6-249,5-5 0,7-2 0,11-15 1,6-4 600,7-7 0,10-5 0,9-4 0,10-13 0,2 0 0,-8 10 0,0 0 0,-1 0 0,1 1 0</inkml:trace>
  <inkml:trace contextRef="#ctx0" brushRef="#br0">22199 9928 7819,'44'-66'-275,"-5"4"1,-14 9-1,-7 7 1,-7 7 285,-6 11 1,-7 12 0,-7 13 0,-10 7 366,-7 11 1,-9 13 0,-5 16 0,-5 8-296,-3 9 0,21-28 0,0 1 0,1 5 0,1 1 0,-2 3 1,-1 2-65,-1 4 0,1 1 0,3-2 0,2 1 0,-3 3 1,1 0-1,3 0 0,2 0-196,2-1 0,3 0 0,2 3 1,2-1-1,1-1 0,2-1 0,2-3 1,2-2-188,3-3 1,2-3-1,14 27 1,12-11 0,7-11 363,2-10 0,3-11 0,7-6 0,0-10 0,1-7 0,1-7 0</inkml:trace>
  <inkml:trace contextRef="#ctx0" brushRef="#br0">22227 10647 7971,'0'10'-81,"0"-1"0,0 3-60,0 0 0,2 9 1,1 6-1,4 10 340,1 11 0,1 13 0,6 6 0,1 3-523,3 2 0,5-8 0,9-6 324,6-9 0,17-48 0,12-14 0,6-2 0,-1 1 0</inkml:trace>
  <inkml:trace contextRef="#ctx0" brushRef="#br0">22544 10748 7272,'-59'50'0,"-2"2"-252,30-24 0,0 0 1,-30 25-1,7 1 0,4 2 252,5 0 0,7 0 0,14-13 0,5-4 0,16-20 0,4-21 0</inkml:trace>
  <inkml:trace contextRef="#ctx0" brushRef="#br0">23076 10129 7844,'15'15'86,"-7"5"1,-4 6-1,-2 8 164,-2 9 0,-8 18 1,2-22-1,-2 3 1,-3 7-1,-2 1-245,-2 5 0,-2 1 0,-4 1 0,-1 1 0,-4-1 1,-1-1-1,-1 1 0,-2 0-1063,-1 1 0,0-1 0,2-7 0,-1-1 1058,-3 3 0,3-3 0,-3 10 0,7-13 0</inkml:trace>
  <inkml:trace contextRef="#ctx0" brushRef="#br0">21997 11295 8674,'7'-15'261,"2"1"0,7-7 1,8-1-1,11-2 129,10 0 1,11 0-1,8-3 1,-2 4-240,-2 9 1,-8 6-1,-15 10 1,-10 2-295,-11 6 0,-11 9 0,-15 5 1,-12 2 58,-13-2 0,-10 3 0,-16-3 0,-3 1 253,-3-1 0,-5-3 0,8-6 0,-1-3 134,-4-2 0,5-4 0,2-7 0,4-6 36,6-7 1,10-4-1,12-9 1,7-5-195,7-3 0,8-3 0,18-7 1,11-3-348,9-5 0,13-3 0,12-1 0,-26 28 0,2 2 125,2 0 0,1 1 0,3-2 1,2 2-1,-1 0 0,2 2 0,-1 0 1,0 0 246,0 1 0,1 1 1,30-10-1,-9 18 1,-9 8-283,-8 4 1,-16 15 0,-17 8 0,-15 10-131,-19 13 0,-20 5 0,13-19 1,-2-1-1,-5 2 0,-3-1 125,-3 1 1,-2 0 0,-1 1 0,-2-1 0,-3-2 0,0-1 0,-2 1 0,0 0 56,-2 0 1,0-1-1,-6 4 1,-1-1-1,0 0 1,1-1-1,2-3 1,2 0 182,5-4 0,1-1 0,4-6 0,2-2 0,-30 4 0,15-7 113,13-6 1,18-12 0,15-7-1,11-10 4,11-8 0,9-10 1,19-7-1,8-4-339,12-6 1,-23 28 0,1 0 0,6-5 0,2 1 0,3 0 0,3 1 84,2 0 0,2 0 0,2-3 0,2 0 0,4 3 1,0 1-1,3-2 0,0 1 78,3 0 1,1 1-1,0 1 1,0 2-1,1 4 1,-1 2-1,-7 4 1,0 3 95,-8 6 1,-1 2 0,-5 2 0,-4 4-1,19 6 1,-16 7-267,-18 9 1,-16 13 0,-22 8 0,-14 6-96,-15 7 1,-12 3 0,22-27 0,-2 0 0,-1 0 0,-1-1 123,-1 1 0,0 0 0,-2 0 1,0-1-1,-1 2 0,-1-1 0,-1 1 1,-1 0 96,-1-2 0,-1 1 0,0 1 0,0-1 0,0-4 0,-1-2 0,2 0 1,0-1 125,1-1 0,0-2 0,3-1 0,1-2 0,-24 6 1,15-8 67,14-7 0,16-14 1,13-7-1,6-8-213,7-6 1,15-7 0,10-5 0,10-6-81,8-7 1,-21 25-1,3 0 1,2-1-1,1-1 1,2 0 0,2-1 30,1 0 0,2 0 0,3-1 0,1 2 0,2 0 0,2 2 0,4 0 0,1 0 75,3 1 0,1 1 0,-2 4 1,-2 1-1,-6 5 0,-1 2 1,-6 2-1,-1 3 79,28-1 1,-17 15 0,-27 11-1,-16 11-358,-17 10 0,-19 11 0,-19 5 0,-10 4 159,23-25 1,-1-1 0,-3-1 0,-2-1 0,-4 3 0,0 0 0,-1 0-1,-1 0 55,-2 1 1,0 1 0,-4 1-1,0 0 1,0 1 0,0-1-1,-1-1 1,-1 0 55,0 0 1,-1-1 0,1-2 0,-1-1 0,2 2-1,-1-1 1,3-3 0,2 0 110,3-4 0,2 0 0,-24 9 0,23-19-171,10-7 1,15-17 0,15-7 0,9-9-57,11-9 0,8-7 0,8-7 0,8-7-29,8-5 1,-23 27-1,0-1 1,1 2-1,0-1 1,0 0-1,1-1 195,1 2 0,0-1 0,4-3 0,1 1 1,2 1-1,0 1 0,1 1 0,-1 0 185,1 3 0,1 0 0,-4 0 0,1 2 0,1 5 0,1 3 0,31-15-140,-8 8 0,-12 12 1,-20 14-1,-9 7-88,-11 8 1,-15 12 0,-11 1 0,-11 7-305,-10 3 0,-11-4 0,-6 6 0,-7 0 118,-6 3 0,-3-4 0,-2 1 0,35-20 0,0 0 159,-1-1 1,-1 1-1,-5 3 1,-3 1-1,-3-3 1,0 0 0,-2-1-1,1 0-15,0 0 0,0-1 0,4-4 0,0-1 0,1-3 1,0-1-1,4-1 0,0-1-130,-35 2 0,18-4 1,19-11-1,6-7-6,7-5 1,10-9 0,2 0 0,10-7-87,9-3 0,10 2 0,12-6 0,6-6 135,6-2 0,11 1 0,9-3 0,-26 25 0,2 1 180,0-1 1,2 0 0,2 1 0,1-1 0,-1 0 0,0 1 0,0 2 0,1 1 333,0 1 0,0 2 0,35-6 0,3 2 0,-5 11-83,-5 7 0,-11 11 1,-15 9-1,-12 9-165,-13 8 0,-3 3 1,-10 5-1,-6-2-323,-10 2 1,-3 0-1,-8 0 1,0-3-163,2-2 0,-5-3 0,4-7 0,-1-2 68,0-2 0,5 3 0,-3-7 1,-1-2 174,1-4 1,4-6-1,-1 3 1,3-2 248,2-3 1,-1-1-1,3-4-203,2-3 1,4-3 0,7-6-1,2 0-396,2-1 1,6 1-1,-1-1 1,3-1 121,1-3 1,-1 3 0,-2-3 0,-1 3 204,1 2 0,2-1 0,1 1 1,0-1 127,1 1 0,-1 0 0,1-1 0,1 1 25,3 0 1,2-2 0,4-2-1,1-1-203,4 1 0,0 2 0,7 3 0,0 2-64,0 2 0,-4 5 0,4 0 0,-2 2 208,-3 2 0,-3 2 1,-5 2-1,-5 6 147,-3 3 1,-8 1 0,-3 2 0,-5 2 64,-5 1 0,-11 7 1,-11-2-1,-7 3-136,-2 1 0,2 1 0,-4 0 0,-1 0-261,3 0 1,2-5 193,10 0 0,61-45 0,20-6 0</inkml:trace>
  <inkml:trace contextRef="#ctx0" brushRef="#br0">24501 10633 7814,'-2'-14'124,"-1"-2"0,-4-2 505,-1-1 0,0-7 0,-4 1 1,-1-6-240,-3-2 0,-3-6 0,1 4 0,-3-2 71,-1-3 1,-2 0 0,-5 2-1,0 4-150,1 4 0,-1 3 1,0 3-1,2 6-164,3 7 0,2 13 1,4 14-1,-1 11 13,1 10 0,-3 17 1,1 10-1,-3 11-132,11-32 0,-1 0 0,0 3 0,0 1 0,0 4 0,1 0 0,0 2 0,1 0-182,1 2 1,-1 0-1,1-1 1,1-1-1,2 0 1,1-2 0,1-2-1,1 0-514,1-3 1,1-1-1,1 1 1,0-1 0,1-2-1,0-1 1,0 33-1369,0-9 1,0-15 2035,0-8 0,0-19 0,0-11 0</inkml:trace>
  <inkml:trace contextRef="#ctx0" brushRef="#br0">23637 11093 10676,'21'0'165,"3"0"1,10 0 0,6 0 0,8 0-2465,9 0 2299,1 0 0,-3-14 0,13-10 0,1-2 0,3 0 0,0-1 0,1 0 0</inkml:trace>
  <inkml:trace contextRef="#ctx0" brushRef="#br0">24788 10072 7814,'-14'0'120,"0"0"0,-1 1 477,1 4 1,-5 6 0,-2 15 0,-2 14-292,-2 14 1,9-17-1,0 3 1,-2 6-1,1 2 1,-1 4-1,1 2-262,-2 3 1,2 1-1,3 2 1,1 0-1,4-4 1,1-2-1,1-4 1,2-2-452,2-5 0,2 0 0,-1 35 0,4-7 1,2-4 406,6-5 0,12-26 0,7 0 0,2 1 0,1 0 0</inkml:trace>
  <inkml:trace contextRef="#ctx0" brushRef="#br0">24846 10431 7814,'14'-14'620,"1"0"0,-7 10 0,-4 14 0,-2 19-296,-2 14 0,-2 16 0,-1 15 0,0-33 0,-2 2-626,-1 4 0,-1 1 0,3 4 0,-1 1 0,-3 1 0,0-1 0,3-1 1,0-1-2349,2-5 1,0-1 2649,-3-4 0,7-1 0,20 0 0,9-1 0,2 1 0,0 0 0</inkml:trace>
  <inkml:trace contextRef="#ctx0" brushRef="#br0">25220 10590 7814,'-50'35'4,"-9"8"0,25-16 0,-1 0 0,-1 3 0,-1 1 146,-1 2 1,1 1 0,1 3 0,2 1 0,-4 1 0,0 1 0,3-1 0,2 2-917,0 0 0,3 1 0,6-6 0,2 0 766,-16 31 0,12-32 0,5-9 0</inkml:trace>
  <inkml:trace contextRef="#ctx0" brushRef="#br0">25608 10029 7784,'29'-8'0,"-6"-4"0,-4 11 0,-3 9 1412,-2 14 0,-6 33 0,-6 23 0,-6-30 0,-2 3-1144,-4 7 1,-4 2-1,-4 4 1,-4 2 0,-4 5-1,-2 0 1,-2-2 0,-1 0-940,-2-4 1,-1-1 0,1 1 0,0 0 0,1-4 0,-1 1 0,1-1 0,0 1 670,2-3 0,-1 2 0,7-10 0,0 4 0,0 0 0,0 2 0,-1 0 0,1 0 0</inkml:trace>
  <inkml:trace contextRef="#ctx0" brushRef="#br0">21465 13280 8799,'6'-20'804,"-4"4"1,3-4 0,-4 3 890,-1-2-1478,0 9 0,-6 5 0,-5 21 0,-7 11-274,-6 10 0,-5 6 1,-6 4-1,-6 4-10,-6 5 1,-7-2 0,28-23 0,-1 0 0,-29 29 20,-1-3 1,-1-1 0,1-3 0,2-5 139,7-3 1,2-10-1,12-6 1,2-7 45,2-1 0,8-12 0,3 1 141,3-7 1,9-3-143,7 0 1,8 0-1,11 0 1,7 2-125,6 3 1,5 3-1,6 7 1,2 6-378,3 8 0,-2 6 0,5 10 1,-1 3-2217,-4 5 1,-8 3 2577,-4 1 0,-42-11 0,-11 4 0,-3 3 0,1 0 0</inkml:trace>
  <inkml:trace contextRef="#ctx0" brushRef="#br0">20185 15237 7758,'9'5'0,"1"0"572,1-2 0,10-1 0,7-2 0,11 0-224,7 0 1,13 1 0,13 2-1,8 2-1552,-38-3 0,1-1 1204,-2 2 0,4-4 0,11-8 0,6-5 0,2-1 0,5-1 0,0 0 0,0 0 0</inkml:trace>
  <inkml:trace contextRef="#ctx0" brushRef="#br0">23278 13237 7805,'0'-27'0,"0"1"368,0 2 1,-7 8 0,-2 2 110,-4 8 1,-3 20 0,-3 18-1,-7 24-412,10-19 1,0 4-1,-2 10 1,-1 4 0,-3 7-1,0 2 1,-3 7 0,0 2-117,7-20 0,-2 1 0,1 0 1,-3 4-1,0 0 0,0 1 0,-2 3 1,-1 0-1,1 1 0,0-3 1,0 1-1,1-2-777,2-2 0,1-2 0,0 0 0,-3 16 1,2-2 825,5-8 0,3-2 0,1-3 0,2-1 0,2-5 0,1 0 0</inkml:trace>
  <inkml:trace contextRef="#ctx0" brushRef="#br0">23652 13870 7805,'-45'37'0,"-1"6"0,-4 8 206,-1 5 1,25-22 0,-1 1 0,-1 2 0,0 1 0,1 2 0,1 2 66,1 1 1,3 2-1,5-4 1,3-1 0,-5 31-1,14-12-35,13-10 0,15-17 0,15-9 0,5-11 55,5-7 0,3-11 0,7-9 0,1-9-23,3-8 0,-3-4 1,2-9-1,-5-3-131,-3-5 1,-12-3 0,-1-1-1,-9-1-173,-14 1 1,-7 1 0,-13 3 0,-5 3-237,-7 1 1,-15 4 0,-5-1-1,-8 6-518,-5 6 1,-7 5-1,4 7 1,2 8 34,5 7 0,14 6 0,14 4 1,11 5 306,15 6 1,17 4 0,18-4 445,11 0 0,1-10 0,19-4 0,8-1 0,-1 0 0,-9 1 0,-1-1 0,1 1 0,-1 0 0,1-1 0</inkml:trace>
  <inkml:trace contextRef="#ctx0" brushRef="#br0">24644 14014 7823,'-43'15'2,"0"-1"1,0-5-1,0 1 1,0 1 472,0 2 1,4 3-1,2 3 1,2 7-149,3 6 1,3 0-1,7 6 1,8 2-168,7 2 0,6-1 0,4-2 0,5-7-95,6-7 1,10-4 0,0-8 0,3-4 36,2-4 1,0-5 0,0-5 0,0-6 126,-1-6 1,-1-1-1,-3-6 1,-6-3 114,-7-5 0,2-5 0,-5-5 0,0 3-16,-3 0 1,-4 6 0,1-4-1,1 2 12,2 3 0,0 3 1,-7 7-186,-3 7 1,-1 15-1,-4 19 1,4 20-42,0 21 0,5-19 0,0 2 1,-2 7-1,0 2 0,0 5 0,-1 1-70,-1 5 0,1 2 0,0-1 0,0 1 0,-1 2 0,0-1 0,0-2 0,-1-2-105,0-1 0,-1-2 1,0-3-1,-2-1 0,0-4 1,-1 0-1,-1-4 0,-2-1 132,0-5 0,-1-1 0,-15 29 0,0-7 0,-1-3-166,-4-1 0,4-13 1,-4-9-1,6-8-835,4-9 0,-2-8 1,5-3-1,0-2-357,1-2 0,0-6 0,6-8 1287,0-9 0,-7 0 0,-1-2 0</inkml:trace>
  <inkml:trace contextRef="#ctx0" brushRef="#br0">25925 13626 7823,'0'-29'295,"0"0"0,1 2 0,3 3 519,0 5 0,3 9 0,-4 7 0,3 8-187,2 9 1,-4 20-1,0 17 1,-5 13-572,-9 13 1,5-35-1,-1 0 1,-4 3-1,-2 0 1,0 1 0,0 1-251,-2 0 0,1 0 1,0 1-1,-2 0 1,-3 3-1,-2 0-8,0 2 1,0 0 0,0-8-1,0-1 1,1-1 0,0-1-1,-13 28 1,8-14-575,9-11 1,4-16 784,11-15 1,3-8 0,12-9-1,-1-3 214,1-2 1,5 0-1,6-3 1,7 3 188,11 1 1,5 1-1,9 3 1,1-2-549,3 2 1,9-4-1,7 1 1,0-2-848,1-3 0,-4-2 0,-8-3 0,-6-2-1054,-7-1 2037,-5-13 0,-39-10 0,-8-10 0,-1-10 0,1 1 0</inkml:trace>
  <inkml:trace contextRef="#ctx0" brushRef="#br0">25867 13928 7815,'7'13'0,"2"-2"0,6-3 625,4-2 1,5-3 0,11-7 0,10-6-260,11-3 0,8-1 0,9-1 0,2 1-1095,2 0 1,0-1 0,-5 1 728,0-1 0,-23-40 0,-1-19 0,-13 21 0,-1 0 0,1 1 0</inkml:trace>
  <inkml:trace contextRef="#ctx0" brushRef="#br0">25882 13237 7863,'14'0'3,"2"0"0,3 0 0,7 0 264,6 0 0,13 0 0,14 0 0,11 0-156,10 0 0,-33 1 1,2 0-112,2 1 0,-1 1 0,15 5 0,-12 6 0</inkml:trace>
  <inkml:trace contextRef="#ctx0" brushRef="#br0">28284 13165 7808,'-28'-14'-122,"-8"-5"1,-2-2 0,-2-2 56,2-2 1,-5-2 0,1 0 0,-6 1 504,-3 2 0,0 8 0,-4 2 0,4 7-109,2 6 1,-6 15-1,3 10 1,-3 13 85,2 9 1,4 13-1,26-24 1,1 2-1,-1 3 1,0 2-184,-1 2 0,0 1 0,0 4 0,1 1 0,3 3 0,2 2 0,1-1 0,1 0-274,0 2 0,1 0 0,3-1 0,2-1 0,0 0 0,1 1 0,0-2 0,2-1-221,-1-2 0,1-1 0,3-2 0,0-1 0,1-5 0,1-1 0,2 36-552,5-8 1,10-7 0,7-13-1,2-10-607,0-6 1,0-11 1419,5-6 0,-4-7 0,-2-12 0,-4-5 0,0-7 0</inkml:trace>
  <inkml:trace contextRef="#ctx0" brushRef="#br0">26874 14129 8036,'-22'15'501,"3"-1"1,11-6 0,9-3 0,12-2-36,10 2 1,10-4 0,7 4-1,7-3-624,5-2 1,-1 0 0,4 0 0,6 0-428,9 0 1,8-8 0,-35 2-1,1-3 1,-1-2 0,1-2 381,2-2 0,0-2 0,0 0 1,2-2-1,4-4 0,0-1 0,1-1 1,-1-2 202,0-1 0,2-7 0,-8-2 0,3-8 0,2-4 0,-2 1 0,-4 3 0,-1-2 0,-1 1 0,-3 2 0,6-6 0,-2 2 0,-4 2 0,8-8 0,-8 4 0,-17 12 0,-5 1 0,13-35 0,-9-2 24,-6 1 1,-5 6 0,-12 3 0,-4 5 407,-5 8 0,-2 7 1,-4 11-1,-4 10 115,-4 11 0,-4 8 0,-6 16 0,-4 12-25,-4 11 0,1 14 0,1 10 0,1 13-305,19-30 1,0 1-1,-3 5 1,0 2-1,-1 3 1,0 1 0,1 0-1,0 1-195,0 0 0,1 1 1,2 2-1,1 0 0,0 2 1,0 1-1,0 2 1,1 0-282,2 1 0,0 0 0,2 2 0,3-1 0,5-5 1,2-1-1,2-2 0,1-1 259,2-2 0,1-1 0,2-4 0,2-2 0,2-1 0,3-1 0,0-1 0,2 0 0,1-1 0,-1 1 0</inkml:trace>
  <inkml:trace contextRef="#ctx0" brushRef="#br0">28745 13525 7859,'-15'21'323,"1"3"1,0 9-1,-1 9-4,1 9 1,-1 10-1,1 14 1,0 3-211,-1 2 1,7-5 0,3 2 0,5-5-476,5-5 0,6-3 366,13-6 0,-12-26 0,7-7 0</inkml:trace>
  <inkml:trace contextRef="#ctx0" brushRef="#br0">29493 12834 7871,'-2'-20'0,"-3"4"-94,-4 4 1,-6 9 0,-2-2 0,-2 4 93,1 1 0,-43 38 0,26-14 0,0 0 0</inkml:trace>
  <inkml:trace contextRef="#ctx0" brushRef="#br0">29176 13511 7815,'-1'-15'0,"-2"1"766,-2-1 1,-11 7-1,0 5 1,-5 8-338,-5 9 1,-9 22-1,-10 18 1,18-20 0,-3 2-357,-5 6 0,0 1 0,-5 6 0,0 3 0,-6 5 0,-1 1 0,-3 3 0,-1 1-356,15-20 1,0 1-1,0 0 1,-1 0-1,0 1 1,0 0-1,2-2 1,-1 0-1,2-1 1,-13 15-1,1-2-303,5-5 1,2-2 0,7-8 0,2-3 585,-13 17 0,9-10 0,15-14 0,6-1 0</inkml:trace>
  <inkml:trace contextRef="#ctx0" brushRef="#br0">29809 12676 7815,'8'10'575,"-3"-1"0,-3 2 0,-2 9 838,0 4 0,1 12 1,4 14-1,5 19-965,-4-27 0,1 4 1,-3 9-1,-1 5 1,0 8-1,-1 3 1,-1 4-1,-2 2-553,0 3 0,-3 1 1,-4-3-1,-4-1 0,-4 2 1,-3-1-1,-3-2 1,-3 0-873,-3-2 0,-1-1 1,-1 0-1,-1-1 1,-3-1-1,-2-3 977,-1-3 0,0 0 0,-1 3 0,-1 0 0,1-8 0,0 0 0</inkml:trace>
  <inkml:trace contextRef="#ctx0" brushRef="#br0">6143 9280 7975,'24'-14'0,"2"0"-63,-1-1 1,1 1 0,2-1-1,3 1 151,2 0 1,4-1 0,6 1 0,4 0-84,5-1 1,9 6-1,16 1 1,-36 4-1,1 1-39,2 1 1,2 1 0,7-1 0,2 1-1,7-1 1,3 1 0,5-2 0,3 1-259,7 0 0,2 1 0,-26 0 0,0 0 1,1 1-1,5 0 0,1 0 0,1 0 292,2 0 0,0 0 0,0 0 0,2 1 0,0 1 0,1 0 0,2-1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18242 6964 8132,'-4'-38'-90,"-1"-1"0,-6 2 1,3-3-1,-2 4 387,0 0 0,2-2 0,-3 5 0,3 1 151,2 1 0,-4 9 1,4 3-1,-1 3 23,1 1 1,0 7 0,2 7-271,0 9 0,-8 20 0,3 22 1,-6 11-182,-4 11 0,2 6 0,6-34 1,-1 0-1,1 1 0,0 1-109,0 2 0,0 0 1,-1 1-1,0 0 0,-2-2 1,0 0-1,2-3 0,-1-2-65,0-2 1,2-2 0,-7 30 0,-1-9 0,5-11 55,4-15 1,4-17-1,6-17 267,0-12 1,0-9-1,1-14 1,3-5-28,0-6 0,1-9 1,-3 1-1,1-8 19,2-2 0,6-3 1,-2-5-1,6-5-113,-6 35 0,1-1 0,4 0 0,2 0 0,5-4 1,2 0-1,2 0 0,2 1 29,2-1 0,3 1 1,6 2-1,4 2 0,4 4 1,2 2-1,2 1 1,1 4 259,-2 4 0,1 5 0,-3 8 0,-1 6 0,34 12 0,-10 26-202,-11 26 1,-16 12 0,-27-25 0,-3 2 0,-2 3-1,-1 0-189,-1 4 1,-2 1 0,-2-1 0,-2 2 0,-1 1 0,-1 0 0,-2-1-1,-3 0-93,-2-3 0,-2-1 1,-2-4-1,-2-2 0,-4-5 1,-2-1-1,-22 33-1,18-35 0,-2-2 0,-26 21 0,-4-1 0,1-9 196,-1-5 0,-9-9 0,-2-7 0,-1-4-170,4-7 1,-2-4 0,0-8 0,-3 0-319,-7 0 1,2-6 0,-3-5 0,8-5-325,10-3 0,7 6 0,13 8 0,9 4 261,7 1 0,11 6 0,5 5 0,5 7-749,5 6 1252,3 3 0,0 2 0,-1-1 0</inkml:trace>
  <inkml:trace contextRef="#ctx0" brushRef="#br0">19436 7626 8722,'23'-2'936,"6"-3"0,14-3 0,17-8 0,16-1-836,-32 7 0,1 1 0,4-3 0,0 0 0,0 2 0,1 0 1,-3 1-1,0-1-788,-3-1 0,-2 1 0,32-1 0,-12-3 0,-4 0 688,-5-4 0,-23-11 0,-11-8 0</inkml:trace>
  <inkml:trace contextRef="#ctx0" brushRef="#br0">19623 7021 7927,'12'-6'0,"2"-4"316,7-2 1,12-3 0,12 1-1,13 1-122,12 4-194,-30 4 0,5-3 0,9-14 0,7-9 0,1-1 0,6-5 0,1 0 0,-1 1 0</inkml:trace>
  <inkml:trace contextRef="#ctx0" brushRef="#br0">21681 7036 11396,'21'8'0,"6"-3"-136,9-4 0,11-1 1,17-1 135,8-4 0,-19-13 0,11-10 0,7-5 0,-2 2 0,-7 2 0,0 1 0,0-1 0,0 1 0,0-1 0</inkml:trace>
  <inkml:trace contextRef="#ctx0" brushRef="#br0">22990 6964 7924,'-14'0'0,"-1"0"-784,1 0 1260,6 0 1,3 0 0,10-2 0,6-2 29,7-6 1,10-9-1,11-5 1,2-3-177,2-2 0,2 0 0,3 0 0,5 0-247,3 1 0,-5-6 0,-3 1 0,-3 1-47,-2 1 1,-8-2 0,-8 1 0,-11 4-101,-9 8 1,-9 4 0,-8 3 0,-10 3-215,-11 6 0,-12 8 0,-10 8 0,-4 7 97,-6 9 0,-2 14 0,29-16 0,0 1 0,0 1 1,2 1 153,0 2 1,1 1-1,0 0 1,3 1-1,3 3 1,3 0-1,2 0 1,2 0 146,-10 36 1,17-8-1,20-8 1,17-13-368,16-12 1,11-9 0,10-9 0,2-4-289,3-4 0,-4-8 0,4-5 0,-1-3 150,1-5 0,-7-8 0,-1 1 0,-9-1 385,-4 0 0,11-32 0,-26 22 0,-1 0 0</inkml:trace>
  <inkml:trace contextRef="#ctx0" brushRef="#br0">23752 6906 7924,'-9'-14'79,"-1"0"1,6 6 0,-4 1 0,0 2 233,0 1 0,0 5 0,-4 10 1,3 7-168,-2 6 0,-4 10 0,-2 4 0,-3 3-202,3 3 0,1-6 1,1 0-1,1 1 54,0-3 1,6 0-1,3-9 176,3-3 0,4-10 1,3-12 96,4-10 1,9-8-1,3-15 1,-1-2 75,1-5 0,5 1 0,-4-2 0,2-1-29,0-1 0,0-2 0,5 0 1,-2 1 40,-3 4 1,2 4-1,-7 10 1,-2 6-145,-1 7 0,-3 6 1,-3 13-1,-7 12-358,-6 12 1,-5 16 0,-7 8 0,-1 4-959,-3 1 0,3 3 0,-3-2 0,3 1-845,2 1 1,1-12 1945,3 1 0,17-19 0,9-7 0</inkml:trace>
  <inkml:trace contextRef="#ctx0" brushRef="#br0">24285 6547 8138,'8'-15'0,"-3"1"598,-4-1 0,-1 9 0,0 8 0,0 10 135,0 11 0,-6 17 1,-5 8-1,-5 9-773,-4 10 1,-5 7 0,13-31 0,0 2-1,-1 0 1,-1-1-321,-1 2 1,1 0 0,2-1 0,2 1 0,0-4 0,0 0 0,2-1 0,0 0-445,-6 36 0,6-18 0,3-13 0,4-14 804,1-11 0,0-11 0,19-36 0,5-14 0</inkml:trace>
  <inkml:trace contextRef="#ctx0" brushRef="#br0">23954 6993 7806,'14'-20'200,"1"1"1,-1 0 0,2 5 0,3 1 455,5 3 0,3 4 0,2 6 0,2 2-217,2 2 1,-3 6-1,4 11 1,-4 6-397,-1 5 1,-5 3 0,-1-3 0,-4 2-26,-6-2 0,-1-2 1,-7-1-1,-2-1 20,-1 1 0,-4-6 1,-1-4-1,-3-5 56,-2-4 1,-2 1 0,-4-6 235,-1-2 1,6-1 0,1-4 0,1-3 128,4-4 1,-3-9 0,1-1 0,2 0-135,1-2 0,2 3 1,0-6-1,2 0-293,3 2 0,3-5 1,6 3-1,2-3-869,3-2 1,4 5 0,7 1 0,3 3-1269,6 2 0,2 2 0,1 3 2105,-4 4 0,23 9 0,0 8 0</inkml:trace>
  <inkml:trace contextRef="#ctx0" brushRef="#br0">24760 7108 7806,'-2'22'132,"-1"-3"1,-4-3 244,-1-1 1,5 1 0,-3 1 57,-1 2 1,6 1 0,-4-6-107,3 0 1,9-6-1,2-3 175,4-3 0,2-2 0,-1-2 0,-1-3 68,-4-4 1,4-4-1,-3-1 1,1-2-68,-2-4 1,3-2 0,-6-5 0,0 1-481,1 2 1,-2 0 0,-5-4 0,0-1-569,0 0 1,-2 5 0,-1 2 0,-4 1-965,-1 3 1,5 2-1,-2 2 1507,4 0 0,20 38 0,5 9 0</inkml:trace>
  <inkml:trace contextRef="#ctx0" brushRef="#br0">25220 6993 7806,'14'-7'0,"1"1"0,-1-5 702,0 1 1,-6 9-1,-1 1 1,-2 9-15,-1 9 1,1 6 0,-6 11-1,-4 6-803,-5 6 1,-3 7-1,-1-1 1,0 3 79,-1 1 1,1-4 0,0-3 0,-1-6 452,1-7 0,6-6-9,3-7 1,3-12 0,2-13 0,0-12 233,0-9 1,5-10 0,0-4 0,0 0-132,1-4 0,-3 3 0,7-1 1,1-4-470,2-4 0,1 6 0,2-2 1,3 4 5,5 1 0,8 10 0,2 0 0,-2 4-150,-2 6 1,-2 7-1,-4 5 1,-5 5-445,-3 5 1,-8 8 0,-5 8 0,-8 1 96,-9 4 0,-7 1 0,-8 2 1,0-1 15,1 1 0,-6-5 0,-1 0 0,0 0-257,0-2 1,1 1 0,5-7 0,2 0-499,3-3 1,-2-7 1186,7 4 0,18-44 0,9-19 0,0 0 0,1 1 0</inkml:trace>
  <inkml:trace contextRef="#ctx0" brushRef="#br0">25925 6993 7806,'-6'22'114,"4"4"0,-1-9 421,6-4 0,10-5 0,7-8 1,4 0 128,7 0 1,-2-2 0,6-2 0,-2-8-4,1-5 1,4 1-1,-4-2 1,-2 5 87,-2 4 0,-6 4 0,-1-3-445,-3 2 1,-7 14 0,-10 11-1,-7 10-350,-11 9 0,-14 8 1,-15 18-1,17-29 1,-2 1-333,-4 1 1,0 1 0,-2 5 0,0 2 0,-1-2 0,0 0-1,0 1 1,1 0-266,1 0 0,1 0 0,4-5 0,2 0 0,5-3 0,3-1 0,-10 21-2721,13-16 3364,8-12 0,53-64 0,11-14 0</inkml:trace>
  <inkml:trace contextRef="#ctx0" brushRef="#br0">27421 6748 8026,'-33'0'0,"-3"2"606,0 2 1,4 0 0,0 5-1,6 4 94,7 5 1,3 9 0,3 10 0,2 4-275,1 9 0,7 6 1,-2 6-1,4 5-443,1 3 1,0-4 0,0-5 0,0-7-765,0-6 0,5-3 1,1-4 780,2-2 0,2-23 0,4-11 0</inkml:trace>
  <inkml:trace contextRef="#ctx0" brushRef="#br0">26961 7295 7768,'9'-15'466,"1"1"1,1 1 216,2 4 0,3-3 0,3 8 0,5 0-453,3 3 0,8 2 1,5 3-1,7 2-2802,5 2 2572,11-5 0,-14-10 0,10-4 0,1-3 0,6-2 0,1 0 0,-1 0 0</inkml:trace>
  <inkml:trace contextRef="#ctx0" brushRef="#br0">29004 6935 7814,'-29'10'-61,"0"-1"1,-4-4-1,-3 5 1,1 1 548,0 2 0,-8 3 1,3 3-1,0 6 3,-2 7 0,2 0 0,0 8 1,4 4-161,1 2 1,6 7 0,8-5 0,5-4-275,8-4 1,5 0 0,6-8 0,7-5-341,9-6 0,8-6 1,8-6-1,8-4-257,8-3 0,4-9 0,1-2 1,0-4-148,3-2 0,5-1 1,-5-1-1,-3-2 687,0 1 0,-5-4 0,2-2 0,-1-3 0,0-2 0,-8 2 0,-7 1 0,-2 2 0,-3-2 0,-1-1 0,-35-14 0,-7-4 0</inkml:trace>
  <inkml:trace contextRef="#ctx0" brushRef="#br0">29349 7266 7814,'-2'14'0,"-1"1"-8,-2-1 0,1 1 0,2-1 232,-3 0 0,4 1 0,-4-1 90,3 1 0,-3-6 0,1 1-327,0 1 1,1-5-280,-2-1 1,2-3-362,-6-2 572,5 0 0,-4 0 1,5-2-1,-2-3 140,2-4 1,2 1-1,-1-2-27,-3-1 0,4-2 0,-4-1-18,3-1 1,-3 1 0,1 0 0,0-1 111,3 1 0,1-1 0,0 1 0,0 0 195,0-1 0,5 1 0,-1-1 0,1 1 747,2 0 1,1-1-606,6 1 1,0 8 0,-1 7-377,-3 12 0,-4 9 0,-6 12 0,0 4-176,0 4 0,-1 1 1,-3 2-1,-2 1-126,-2 2 0,5-2 0,-4-7 0,3-6 564,-1-2 0,0-9 246,5-3 1,0-17 0,0-12 0,0-10 35,0-8 0,2-12 0,2-4 0,6-4-561,3-2 0,8-4 1,3-1-1,3-4-978,2-3 1,6 1-1,3 8 1,4 7-539,1 6 0,5 2 0,0 9 0,-4 8 1446,-4 8 0,21 13 0,0 8 0</inkml:trace>
  <inkml:trace contextRef="#ctx0" brushRef="#br0">29881 7108 7977,'-6'14'194,"-4"1"1,-2-3-1,-3-2 1,1-4 360,-1 1 0,-1-4 1,-1 5-1,-2 0-188,1 0 1,-3 1-1,4 6 1,2 1-1,4 3 1,3-3-1,-2 3 1,7-1 26,6 1 0,5-3 1,7 2-1,1-6 27,3-2 1,3-7 0,7 2 0,0-5 182,0-5 0,0 0 1,-1-7-1,-1-4-148,-3 0 1,-3-7 0,-6-1 0,-1-5-227,0-4 0,-4 3 0,-2-6 0,-2 3-252,-2-1 1,-3-4-1,-1 4 1,-1 2-1923,-4 2 0,-3 3 0,-7 3 0,1 5 1944,0 3 0,-1 20 0,1 6 0</inkml:trace>
  <inkml:trace contextRef="#ctx0" brushRef="#br0">30500 6964 12208,'-14'0'246,"-1"0"1,1 1 986,-1 4 0,-4 2 0,0 5 0,0 1-162,-2 3 0,0 8 0,-4 0 0,1 3-346,-2 2 0,7 0 0,3-2 0,6-1-751,4-2 0,3-7 1,9 1-1,9-5-275,7-4 1,5-6-1,2 4 1,0-2 202,-1-1 0,1 6 1,-2-4-1,-3 1 132,-4-1 0,-4 5 0,-4-1 0,-2 3 274,-5 1 0,-7 2 0,-6 3 0,-9 5-202,-9 3 1,-1-3 0,-12 0 0,-1 0-689,-1-1 0,-1 1 0,2-8 0,4-5-586,0-3 0,9-3 0,8-5 1,5-2-87,4-3 1,4-4 0,6-9 0,3-1-22,6 1 1367,1-4 0,35 1 0,14 0 0,0-5 1,0 0-1</inkml:trace>
  <inkml:trace contextRef="#ctx0" brushRef="#br0">30903 7194 12208,'-13'-9'-851,"2"1"0,0 0 1008,-5 0 1,1 4 0,-6 0-1,1 2 925,-4 2 1,3 6 0,2 4 0,3 4-164,1 6 1,3-3 0,2 5 0,7 1-552,6-1 1,0-3 0,7 5 0,1 0-129,2-1 0,1 4 0,0-5 0,1 2 112,-1 0 1,-1 0 0,-3 3-1,-6-3-17,-2-4 1,-2 0 0,-2 1 0,-4 0-124,-8 0 1,-7 3 0,-9-4 0,-4 1-705,-4 0 0,-4-2 0,-1-4 1,1-3-492,4-2 0,-2-4 0,6-6 0,2 0 836,2 0 1,8-34 0,2-15-1,-2-3 1,0 0 0</inkml:trace>
  <inkml:trace contextRef="#ctx0" brushRef="#br0">31507 6978 8063,'10'-14'0,"-2"0"314,-2-1 1,4 1-1,-6-1 1,0 1 496,-3 0 1,4 4-410,0 0 0,0 9 0,-7 2-292,-3 12 1,-1 10 0,-5 10 0,1 7-34,-1 6 1,-4 6 0,-2 5 0,-2-1-3,1-3 1,2 1 0,2-4 0,1-1 90,3 1 0,-1-9 0,6-7 0,2-5 64,2-5 0,9-10 0,4-9 0,7-5 76,4-5 0,2-9 0,7-10-184,2-3 0,4-9 1,-4 0-1,-2-3 1,-2 1-302,-1-2 0,-2 0 0,-3 2 1,-6 4-239,-7 4 0,-5 3 0,-6 1 0,-1 4-2,-4 1 0,-5 2 0,-7 6 0,-4 3 79,-1 5 0,-4 4 1,-6 2-1,-3 6 196,-2 7 0,4 7 0,-6 9 0,-1 4 440,-1 4 1,-2 5 0,-1 5 0,3 4 13,2-1 0,7 3 0,13-8 0,10-4-295,5-7 0,17-6 0,8-5 0,9-6-133,9-7 1,4-5 0,3-6-1,4-1-388,1-4 1,7-3 0,2-7-1,-2-1-229,-4-3 1,-3 2 0,4-7 734,-3-2 0,-5-33 0,-22 25 0,-1-1 0</inkml:trace>
  <inkml:trace contextRef="#ctx0" brushRef="#br0">31953 7093 7781,'-13'15'33,"2"1"0,3 1 319,2 3 1,-4 5 0,5-1 0,2 3 295,1 2 1,-2 0-1,-1 0 1,0 1-435,-1 4 0,-1-6 0,-2 3 0,4-7 490,3-4-451,2 0 1,2-16 0,3-7-205,4-10 1,4-11 0,1 0 0,1-4-116,-1-6 1,1 4-1,1-4 1,1 2-44,2-1 1,1 4 0,-6-1 0,2 4 61,3 0 1,-5 6 0,2 0 0,-4 6 32,-1 4 0,-3 4 0,0 8 30,-2 2 1,-1 11-1,-5 9-19,0 3 1,0 7 0,0 1 0,0 0 0,2 2-416,2-1 1,-2 3-1,4 2 1,-1-2-182,0-6 1,6-2 0,-1-3 0,3 0-409,1-4 0,0-4 0,1-7 1007,-1-3 0,0-4 0,7-63 0,2-15 0</inkml:trace>
  <inkml:trace contextRef="#ctx0" brushRef="#br0">32341 7280 7781,'15'-44'-320,"-2"-4"0,-4-5 104,-4-3 0,3-6 0,2-2 0,2 0 636,3 0 0,4 9 0,0 14 0,-1 11 355,-2 9 1,-8 13 0,-4 9 0,-2 14-210,-2 12 1,-2 16 0,-2 16-1,-8 13-598,4-30 1,-1 1-1,-1 2 1,-1 1-1,-2 2 1,1 0-1,0-2 1,1-1-725,1-1 0,-1 0 598,1-1 1,1 0 0,2 2 0,0 0 0,0-2 0,1-1-752,-4 33 0,4-10 909,6-12 0,26-55 0,6-18 0</inkml:trace>
  <inkml:trace contextRef="#ctx0" brushRef="#br0">32241 7208 7737,'1'-14'892,"4"1"0,6 2-147,7 2 1,7-3-1,14-5 1,9-2-883,6 1 0,5 7 0,2 3 0,3 0 137,2 0 0,-21-5 0,2-3 0,5-3 0,0 0 0</inkml:trace>
  <inkml:trace contextRef="#ctx0" brushRef="#br0">32701 7295 7737,'0'14'0,"0"1"228,0-1 1,0 2 0,0 2 0,0 1 337,0-2 1,-5-1-1,1-1 1,-1-1 125,-2 0 1,6 1-1,-6-1 2058,1 1-2016,4-7 1,-4-10 0,6-12 0,0-10-258,0-8 0,6-5 1,6-6-1,4 0-460,3-1 1,1 6 0,-2 1 0,3 2-671,1 3 1,2 3 0,7 5 0,2 5-6099,6 3 6751,2 8 0,28 34 0,-32-6 0,1 0 0</inkml:trace>
  <inkml:trace contextRef="#ctx0" brushRef="#br0">21465 8619 8213,'0'-15'55,"0"1"1,0 4-1,0 1 1150,0-3-856,0 6 0,2 0 1,2 7-1,8 4 28,5 5 1,9 7 0,10 2-1,11 1-179,7 0 0,2-4 1,10 5-1,-1 0-288,1 3 0,-10-2 1,-2 2-21,-8 2 0,-18-1 0,-19 1 0,-9-2 0,-9 2-74,-11 1 0,-18 1 0,-10 1 0,-6 2 238,-4 2 0,-6-2 0,-1 4 0,1-2-345,6 1 1,1 4 0,4-3 0,-3 4-425,-2 6 0,9-2 0,4 5 715,5-4 0,-5-26 0,-6-7 0</inkml:trace>
  <inkml:trace contextRef="#ctx0" brushRef="#br0">21091 9813 8563,'14'0'164,"2"0"1,3 0 0,5 1 663,4 4 0,8-3 0,8 4 0,10-1-954,11 0 1,-25-3 0,2 1 0,9-3 0,2 0-1,4-1 1,3 0 125,-1 1 0,9-5 0,-7-5 0,9-4 0,7-3 0,1-2 0,-1 1 0,-7 1 0,-1 0 0,1 0 0,-1 0 0,1 0 0,0-1 0</inkml:trace>
  <inkml:trace contextRef="#ctx0" brushRef="#br0">23076 9050 8194,'-35'31'254,"-3"2"0,-7 6 0,0 10 0,5 10 748,4 12 1,4 0-1,9 8 1,10-4-346,12-3 0,15-10 0,15-15 0,11-9-58,11-9 0,7-7 1,10-9-1,-1-5 72,2-8 0,0-13 1,0-12-1,-4-7-304,-1-7 1,-3-9-1,-10-6 1,-6-7-400,-5-6 1,-10-2 0,-3 1-1,-11 0-330,-9 0 1,-7-1 0,-8 0 0,-13 4-227,-16 1 1,-19 8-1,22 31 1,-4 3-1,-1 2 1,-2 2 324,0 1 1,-2 5 0,-12 13 0,-2 8 0,-2 4 0,-1-1 0</inkml:trace>
  <inkml:trace contextRef="#ctx0" brushRef="#br0">23278 7971 8257,'33'-6'-62,"2"-4"0,2-1 93,3 1 1,13-1-1,6 6 1,5 2-63,5 2 0,7 2 0,-34 1 1,0 1-1,1 1 0,2 0-24,0 0 1,1 0 0,3 2 0,1 1 0,0-2 0,0-1 0,4 2 0,1 1 6,2 0 1,0 0 0,0-1 0,1-2-1,-1 0 1,1 0 0,-1 0 0,-1 0 132,0 0 1,-1 0 0,-1-2 0,-1-1 0,-3 2 0,-1-1 0,-3-1 0,-1 0 207,32-1 1,-15 0 0,-25 0 81,-8 0 1,-18 0 0,-21 0-244,-17 0 0,-19 0 1,-15 0-1,-14 0-184,31 0 1,-2 0 0,-3 0 0,-2 0 0,-3 0 0,-1 0 0,-3 0 0,-1 0-38,-1 0 1,-1 0-152,-5 0 0,1 0 0,2 0 0,1 0 523,-1 0 1,1 0-102,2 0 1,2 0 0,6 0-1,2 0 1,3 0 0,1 0 96,-34 0 1,48 0 0,46-2 0,50-1-466,-12 1 0,5-1 0,15-2 1,5 0-1,-17 3 0,2 1 1,1 0 185,-1 0 0,1 0 0,15-1 0,-24 1 0,7-1 0,7-1 0,5 0 0,4 0 0,3-1 0,2 1 0,1-1 0,1 1 0,-2-1 0,-3 1 0,-2 0 0,-1 0 0,0 0 0,0 0 0,0 0 0,0-1 0,0 1 0,0 0 0,0 0 0,1 0 0,-1 0 0,0 0 0,0 0 0</inkml:trace>
  <inkml:trace contextRef="#ctx0" brushRef="#br0">29248 8216 8283,'58'-7'-8,"-1"-1"0,3-6 1,2 1 200,5 4 1,10-4-1,-36 8 1,1 0 0,3-1-1,1 1 538,4 0 1,1 0-830,5-2 0,1 2 1,-1 3-1,0 2 1,1-2-1,0-1 219,-3 2 1,0 1 0,2-1 0,-1 2 0,-2-1 0,-1 0 0,-1 0 0,0 0-9,-1 0 0,-2 0 1,32 0-1,-15 0 76,-9 0 0,-9 0 0,-14 0 0,-12-2-368,-13-3 1,-13 2 0,-20-5 0,-15 2 20,-15 2 0,-12-2 0,27 3 1,-3 1-1,-4 0 0,-2 1 56,-4 0 1,-1 0 0,-5 1 0,-2 0 0,0 1 0,-1 0-1,0 0 1,1 1 35,1 0 0,0 1 0,2 0 0,1 0 0,1 0 0,2-1 0,1 2 0,2 0-12,1-1 1,2 2 0,-22 13 0,24-4-97,22 2-211,27 7 0,27 0 1,28 8 75,-20-16 0,2-1 309,2 3 0,10-2 0,0-10 0,11-3 0,9-3 0,5 0 0,0-1 0,-2 2 0,-5 1 0,0-1 0,0 1 0,0 0 0,1-1 0,-1 1 0,0 0 0</inkml:trace>
  <inkml:trace contextRef="#ctx0" brushRef="#br0">21897 15424 7593,'14'0'-310,"0"0"0,1 0 0,-1 0 0,1 0 269,-1 0 1,2 0 0,1 0 0,4 0-4,2 0 1,-6 0-1,4 0 1,-2 0 43,0 0 0,1 0-75,-6 0 0,-3 0 161,-6 0 1,-2 0 0,-11 2 0,0 1 234,0 2 0,5 1 13,-2-1 0,12-3 0,7 4 0,11-1 97,12 0 1,24-1 0,-18-3 0,4 0 0,8 0 0,5 1-230,8 0 1,4 1 0,-14-1 0,2 0 0,1 0 0,9 0 0,2-1 0,1 1 0,4 1 0,2-1 0,1 1-608,-18-1 0,1 0 1,0 0-1,0 0 0,2 1 1,0 0-1,1 1 1,-1-1 404,-2 0 0,1-1 0,-1 0 0,1 0 0,1 0 0,1 0 0,0-1 0</inkml:trace>
  <inkml:trace contextRef="#ctx0" brushRef="#br0">9481 15928 8207,'14'0'267,"0"0"0,2-5 1,7-1-1,14-4 186,19-6 1,17 0 0,-25 5 0,2 0 0,5 0 0,2 1-220,5 0 0,2 2 0,5 3 0,1 1 1,5 1-1,0 1 0,2 1 0,0 2-337,-2 1 1,0 1 0,2 1 0,1 1-1,0 4 1,1 1 0,-25-2 0,1 0 0,0 0 77,2 1 0,1 0 0,-2 1 0,24 4 0,-1 0 0,-25-4 0,0-1 1,1 0-1,23 3 0,-1 1-331,-4 0 0,1-2 1,-2-2-1,0 0 0,-8 0 1,-1-1 355,-3-2 0,0-1 0,3 1 0,-1 0 0,-11-4 0,-1 0 0,0 1 0,0-1 0</inkml:trace>
  <inkml:trace contextRef="#ctx0" brushRef="#br0">26716 13295 7745,'31'5'525,"2"-1"1,5 1-1,12-5 1,9 0 52,12 0 1,7-5 0,-35 3 0,2 0 0,1 0 0,0 0-430,4 1 0,1 1 1,2 0-1,1 0 1,3 0-1,0 0 1,-2 0-1,-2 0-144,-2 0 1,-1 0 0,-2-1 0,-1 0-1,-5 0 1,-1-1 0,37-4-66,-6-2 1,-23 0 0,-7-4 0,-15 3-69,-12-2 1,-11-1 0,-13 1-1,-12 3 55,-9 2 1,-9-4 0,-10 5-1,-10 2 109,-12 2 1,-2 2-1,32 1 1,0 1 0,0 1-1,-1 2-8,0 0 0,-1 0 1,-1 2-1,0-1 1,0 0-1,-1 0 1,-1 0-1,1 1-239,0-1 0,0 0 0,4 1 0,1 0 0,-35 10 1,6 2-903,7 3 1113,22-6 0,76-22 0,38-12 0</inkml:trace>
  <inkml:trace contextRef="#ctx0" brushRef="#br0">21810 13367 7804,'-14'0'15,"7"0"1,7 0 661,8 0 1,20 0 0,12 0 0,16 0-402,14 0 0,-27 0 0,2 0 1,7 0-1,1 0 0,6-1 0,1 0-159,2-1 1,2-1 0,1 2 0,1 1 0,-2-3 0,0 1 0,-3 1 0,-2 0-198,-6 1 0,-2 0 1,27 0-1,-19 2 1,-17 3-514,-17 4 0,-15 4 0,-13 3 0,-15 2-1668,-14 1 2261,-14 6 0,-13-15 0,-10-4 0,-8 5 0,0-1 0</inkml:trace>
  <inkml:trace contextRef="#ctx0" brushRef="#br0">12516 13223 8057,'-19'0'-310,"0"0"1,1 0 574,2 0 0,7 0 0,1-2 137,1-3 0,4 4-230,8-4 0,5 3 0,7 1 0,4-2 120,1-2 1,2 0-1,5 5 1,1 0 90,4 0 1,3 0 0,8 0 0,3-2-201,4-2 1,6 2 0,6-3 0,8 4-203,8 1 0,-38 0 0,0 0 0,2 0 0,0 0 0,2 0 0,-1 0-58,3 0 0,0 0 1,1-1-1,0 0 0,-1 0 1,0-1-1,-3-1 1,-1 1-98,-2 1 1,-1-1-1,33-6 1,-9 0 0,-2-2 113,-7 1 0,-7 1 1,-10-4-1,-7 4 134,-7 2 1,-9-4 0,-9 6 13,-6 0 0,-4 3 1,-13 1-1,-5 0-55,-8 0 1,-6 0-1,-9 0 1,-4 0 47,-5 0 1,-3 5-1,-2 1 1,1 0-55,-1 1 1,1 2 0,-2-2 0,-2-1-152,-2 1 0,7 4 1,9-2-1,2 3-193,2-3 0,3 4 1,6-3-1,10 2-575,7 3 1,9-6 891,3 1 0,42 0 0,10 4 0</inkml:trace>
  <inkml:trace contextRef="#ctx0" brushRef="#br0">26385 13280 8901,'15'0'626,"2"-4"0,7-3 0,11-1 0,10-3 1,14 3-1,13-2 1,-31 5-1,1 1-266,5 0 1,1 0 0,3-2 0,2 1 0,5 2-1,2 1 1,-1 0 0,0 1-355,-2 0 1,0 0-1,-3 1 1,0 0-1,-3 0 1,-1 0-1,0 0 1,-1 0 9,0 0 1,-2 0 0,-4 2 0,-1 1 0,30 3 0,-8 1 45,-5-1 1,-8-1 0,-6-4 0,-10 3-409,-11 0 1,-15 1 109,-9-5 1,-12 5 0,-14 0-1,-6 0 179,-6 1 1,-7-4-1,-6 2 1,-7-2-35,-1-2 1,-2 0 0,1 0 0,-4 0 10,-2 0 1,2 0 0,0 0 0,8 0 107,5 0 1,3-5 0,8-1 0,8-2 496,13-3 0,14-2 1,20-2-1,15 1-124,13 0 1,16-1-1,13 1 1,8-1-272,-38 8 1,1 0-1,0 0 1,0 0-1,1 0 1,-1 1-1,-1 0 1,0 1-51,-1-1 0,0 2 0,0 2 0,-1 1 0,34-4 1,-5 4-310,-4 1 1,-17 1 0,-14 4-113,-12 4 1,-14 4-1,-9 2 1,-12-1 178,-10 0 0,-12 2 0,-8 2 0,-8 1 167,-5-1 0,-6 3 1,-2-2-1,-2 0 98,-3 2 1,-1-5 0,-2 3 0,3-3 92,7-2 0,8-1 1,17-3-93,8-6 1,16-2 0,20-2 0,15 0-120,13 0 0,20-6 0,7-4 0,7-3-363,3-1 1,4 4-1,3 2 1,1 0-529,-39 4 1,1 0 876,36 1 1,-18-13 0,9-8 0,2 0 0,3 0 0,1 0 0,0 0 0</inkml:trace>
  <inkml:trace contextRef="#ctx0" brushRef="#br0">27205 13453 8974,'10'-10'791,"0"2"1,1 0-410,1 0 0,16-1 0,8-7 0,16-2-239,15-1 1,-25 6 0,4 0-1,7 1 1,2 1 0,6-2-1,1 0-23,3 1 0,0 0 0,3-1 0,0 0 0,-2 3 1,-1 1-1,-3 0 0,-1 1 40,-4-1 1,-2 2 0,-13 0 0,-3 1-1,22-4-128,-23 5 1,-33 4 0,-22 1 0,-18 1-157,-18 4 1,-16 2 0,29-2-1,-1 1 1,-2-1 0,-1-1-154,-2 2 0,1 0 1,4 0-1,1 0 0,-40 9 1,9-1-1411,9 1 0,9-6 1687,5 1 0,16-7 0,5 3 0</inkml:trace>
  <inkml:trace contextRef="#ctx0" brushRef="#br0">13106 13122 7974,'-8'-6'-542,"0"4"0,5-4 1169,-2-1 1,-1 4 227,1-7 1,5 7-516,0-2 0,8 4 0,11 1 1,7 0-76,6 0 1,5 0 0,7 1 0,6 4-216,7 5 0,7-2 0,10 0 1,1 0-195,2 0 0,1-3 0,-1 3 0,1-2-50,-3-3 0,0-1 0,-11-2 0,-1 0 150,-4 0 0,0-2 1,-14-1-1,-7-3 62,-8-2 0,-15 3 0,-4-5-4,-8-1 1,-8 3-1,-14-2 1,-6 1 2,-7 1 0,-5-3 0,-6 4 0,0 1 0,-1 0 1,-4 1-1,-3 3 1,-1-1-9,-3-2 0,-4 0 0,6 5 0,-4 2-10,-6 3 0,-2 3 1,-7 6-1,2 1 11,2-1 1,5 0-1,5 2 1,4 2-84,6 1 0,9 0 0,20-4-489,10-1 0,13-1 0,12-4 562,12-4 0,51-16 0,-29 3 0,0 0 0</inkml:trace>
  <inkml:trace contextRef="#ctx0" brushRef="#br0">21465 13913 7889,'0'-14'0,"0"0"0,0-1 0,0 1 41,0-1 0,0 1 0,2 0 0,2 1 210,6 3 0,4-1 0,7 5 1,9-1-130,12 1 1,11 1 0,16 5-1,-29 0 1,3 0 78,4 0 1,3 0 0,11 1 0,3 0 0,5 1 0,3 1 0,2 1 0,2 3-194,3 1 0,2 1 0,-23-3 0,1-1 1,1 0-1,5 2 0,0-1 0,2 0 0,2 0 1,1-1-1,0 0 112,3 0 1,0 0 0,2 0 0,3 0 0,1-1 0,0 1 0,0 0 0,1 0 0,-1 0-1,-16-2 1,-1 1 0,1-1 0,0 1-117,3 0 1,0-1-1,0 1 1,0-1 0,2 2-1,0 0 1,1 0 0,0 0-1,0-1 1,0 1 0,0 0-1,0 0 1,0 0-1,-1-1 1,1 1 0,-2 0 5,-1 0 1,-1 0-1,0 1 1,0-1-1,-1-1 1,0 0 0,0 1-1,0-1 1,-2 2-1,0-1 1,0 1 0,0 0-1,19 1 1,0 1-1,0-1-94,-2 0 1,0 1 0,-1-1-1,-6 1 1,-1 0 0,-1 0-1,-3 2 1,-1-1 0,-1 1-1,-3 0 1,-2-1 0,0 1-180,-3 0 1,-1-1 0,-1 1 0,21 3 0,-2 1 0,-4-1 0,-2 0 0,-6-2-1,-3 0 3,-8-1 1,-3 1-1,-6-2 1,-2 1-1,19 4 1,-16 1 10,-16-1 0,-17-6 1,-13-3-1,-15-4 412,-14-1 1,-22-4 0,-15-3 0,28 3 0,-3-1-70,-4-3 0,-3 0 0,-5 1 0,-1-1 1,-6-2-1,-2-1 0,-4 1 0,-1 0-121,-6-2 0,-2 0 0,0-2 0,0 1 0,24 3 0,-1 0 0,1 1 0,0-1 0,0 1 0,0-1-42,0 0 1,0 1-1,-1-1 1,-1 0-1,0 0 1,-1 0 0,-3-1-1,0 1 1,-1-1-1,-1 0 1,-1-1 0,-1 1-11,0 0 1,0 1 0,-1-1 0,-1 1 0,0 0 0,0 0 0,-2 0 0,0 1 0,-1-1 0,0 1 0,-1-1 0,0 0 105,-2 1 1,1-1 0,0 1 0,4 1 0,0 1 0,1 1 0,-1 0 0,0 1 0,1 0 0,3 1 0,2 1 0,0 0 30,2 1 0,2 0 1,0 0-1,1 0 0,0 1 1,2 1-1,-23 1 1,2 2-1,4 2 0,3 0 59,6 1 0,4 1 1,8 2-1,2 1 1,7 0-1,2 1 1,-23 10 217,16-1 1,23 4-1,20-3 1,19 0-244,21 0 1,24 0 0,-16-13 0,4-1 0,7 1 0,3-1 17,7-2 1,4-2-1,-15-1 1,2-1-1,2-1 1,5 0 0,3-1-1,0 0 1,7 1-1,1-2 1,2 1-121,-16 0 0,2 0 0,0 0 1,1-1-1,-2 0 0,0-1 0,1 0 1,0 0-1,5 1 0,0 0 0,1-1 1,0 1-1,1-1 0,1 0 0,0-1 1,1 1-4,3-1 0,1 1 0,0-1 0,1 1 0,-12-1 1,1 0-1,0 0 0,0 0 0,0 0 0,2 1 1,0-1-1,1 0 0,-1 1 0,0 0 0,-1 0 1,0 0-1,0 0 0,0 0 0,-1 0-769,13 0 0,0 1 1,-1-1-1,-1 0 782,-2 1 0,0 0 0,-1-1 0,0 1 0,-2-2 0,0 1 0</inkml:trace>
  <inkml:trace contextRef="#ctx0" brushRef="#br0">9121 8619 9647,'10'-8'456,"-1"3"0,-1 5 0,3 3 0,-3 3-674,-1 2 1,-2-3 0,-5 5 0,0 1 88,0 2 1,-2 1-1,-1 0 1,-4 1-63,-1-1 0,-3 1 0,-6-1 0,-3-1 343,3-4 1,-4 3-1,2-8 1,1 0 238,2-3 0,-3-2 1,2-4-1,2-5-114,4-3 0,3-1 0,-2 0 0,6-1-162,2 1 1,5-1 0,5 1 0,8 0-19,5-1 0,5 1 0,6 1 1,3 4-59,1 4 1,-4-2-1,2 3 1,-4 2-335,-1 5 0,-6 0 1,-4 7-1,-5 1-86,-4 2 1,-4 6 0,-8 0 0,-2-1 62,-6-2 0,-7-2 0,-4 1 0,-3-1 159,-7 0 0,3-1 1,-8-2-1,3-3 251,-1-1 1,1-2-1,2-5 1,1 0 160,1 0 1,-3 0 0,10-2-125,-1-3 0,9-3 0,9-6 0,4-1-108,1 1 1,6 1-1,5 2 1,7 1-42,6-1 1,11-2-1,7-1 1,6 0 153,3-1 1,-3 1-1,4 0 1,3-1 37,1 1 1,0 1 0,-5 2-1,-8 3-314,-8 1 0,-11 3-29,-5 4 1,-24 1 0,-14 4 0,-16 5-95,-11 2 1,-5 3-1,-9-1 1,-2 2 147,-5 3 0,-3-3 0,-1 3 0,4-1 133,5 1 1,6-3-1,8 2 1,10-5 138,6-4 0,17-1 0,12 2-158,14-5 0,12-5 0,10-5 1,6-5-36,2-3 0,9-3 0,2-1 0,6-4 140,4-1 0,-3 3 0,4-4 0,-4 1 144,-2-1 1,1 4 0,-4-3 0,-7 1 352,-14 3 0,-12 9 0,-16 4-437,-10 3 1,-19 9-1,-11 4 1,-8 5-147,-5 3 1,-7 5 0,3-3 0,-3 0-94,3 0 0,2 3 0,7-4 0,0 1-71,0 0 0,7-2 0,9-5-86,11 1 1,10-2-1,11-4-107,4-4 1,9-3 0,3-2 0,1 0-1540,4 0 1880,1 0 0,27-52 0,-24 20 0,1 0 0</inkml:trace>
  <inkml:trace contextRef="#ctx0" brushRef="#br0">14444 17496 8034,'-32'8'-62,"3"-3"0,-1-4 0,11-1 0,1 0 594,2 0 1,10 0 0,8 0-207,10 0 1,11 0 0,12 0 0,10 0-98,11 0 0,9 0 1,13-1-1,-34-1 1,0 1-105,5-1 0,1-1 0,7-2 0,2 0 0,5 2 0,3 0 0,4 0 1,2-1-244,4 1 0,2 0 0,-21 1 0,1 0 0,2 1 0,3 1 0,2 0 0,0 0 0,3 1 0,1-1 0,1 1 88,2 0 1,0 1 0,1 0 0,2 0 0,0 0 0,-1 2 0,0 0 0,0 1 0,1 0 0,2 0 0,1 0-1,0-1-120,-18 0 0,0 0 0,1-1 0,0 1 0,4-1 1,-1 1-1,2 0 0,-1-1 0,2 1 0,0-1 0,1 1 1,-1 0-1,1-1 0,1 1 0,-1-1 0,0 1 99,1 0 0,0-1 1,0 1-1,0-1 1,1 1-1,0 0 0,1-1 1,0 1-1,2-1 1,0 1-1,1 0 0,-1-1 1,1 1-1,0-1 1,-1 1-1,1 0-66,0-1 1,0 1 0,-1-1-1,1 1 1,0 0 0,1-1-1,-1 1 1,0-1 0,-4 1-1,0-1 1,-1 0 0,1 0-1,0 0 1,0-1 0,1 1-1,0-1 28,0-1 0,0 1 0,0-1 0,-1 0 0,0-1 0,0 1 0,0-1 1,-1 0-1,-1 0 0,0 0 0,-1 0 0,0 0 89,-3 0 0,0 0 0,0 0 0,-1 0 0,17-1 0,0-1 0,0 0 0</inkml:trace>
  <inkml:trace contextRef="#ctx0" brushRef="#br0">10977 8575 7942,'-22'0'19,"1"0"1,6-1 258,1-4 0,1-3 1,4-6-1,4-1 428,3 1 1,4-1 0,3-1 0,6-1-456,6-2 1,1-2 0,6 2 0,3-4-109,5 1 1,0-4 0,6 6 0,2-1-48,2 0 0,0 2 1,-2 6-1,-4 3-81,-1 6 0,-7 2 1,-9 4-1,-5 2 70,-4 6 0,-4 0 0,-6 2 0,-1 4-13,-4 0 1,-3 0 0,-8-1 0,-3 1-442,-5 3 0,-4-1 0,-2 6 0,-3-1-1766,-6 0 2135,-2 4 0,-26-14 0,-12-4 0,22 1 0,0 0 0,0-1 0</inkml:trace>
  <inkml:trace contextRef="#ctx0" brushRef="#br0">10473 8705 8294,'15'-15'-154,"-1"3"1,2-1 562,3-1 1,5 2 0,10-7-1,6 2-55,6-3 0,12 3 1,9-7-1,3 0-62,2 1 0,0 3 0,0 5 0,-2 1 14,-2-1 1,-13 6 0,-11 1-136,-9 2 1,-18-1-1,-9 4-142,-9-2 1,-7 0 0,-8 5 0,-3 0-119,-5 0 0,-4 0 0,0 0 0,-3 0-97,-2 0 1,1 0 0,-7 2 0,1 1 4,1 2 0,-3 0 0,7-5 0,1 0 45,1 0 0,9 0 0,6 0 87,10 0 1,20 0-1,21 0 1,12-2 90,10-3 0,7 2 0,8-5 1,2 0 97,2 0 0,-2 5 1,1-2-1,-6 4 25,-7 1 1,-11 0-69,-8 0 0,-33 6 0,-28 2 0,-25 2 34,-22-1 1,-12 1 0,33-3 0,0 0 0,-1 0 0,-1 0-86,-2 0 1,0 1 0,-4 1 0,-2 1 0,1 0 0,-1-1 0,2 1 0,0-1-38,4 2 0,1-1 1,5-2-1,2 0 1,-29 11-1,15-3 17,14-1 0,22-6 1,15-1-99,14-1 1,18-2 0,14-5-1,8-2 21,5-3 1,10 2 0,6-7 0,-32 5 0,1-1-112,4 0 0,0-1 0,-3 1 0,-1 0 1,1 0-1,1 0 0,37-2-392,-5 2 0,-8-4 1,-8 6-1,-13 2 554,-17 5 0,-70 18 0,-31 9 0</inkml:trace>
  <inkml:trace contextRef="#ctx0" brushRef="#br0">9697 8806 8051,'44'-15'-24,"4"1"0,-1-1 1,4 1-1,-2 0 17,-2-1 0,-9 2 1,-6 2-1,-6 2 48,-7-3 0,-5 5 0,-6-3 75,-8-1 1,-8 3-1,-13 0 1,-7 0-49,-9 0 1,-11 5-1,-6-2 1,-9 3-69,-9 2 1,-4 0 0,34 0-1,0 0 1,-39 0-30,39 0 1,1 0 0,-39 2 0,0 1 0,3 3 51,7 2 0,6-3 0,14 5 0,10-1 19,10-1 1,19 0 0,8-4-1,15 0-12,16-1 1,15-1-1,16-2 1,13 0-29,-31 0 1,3 0-1,2-1 1,2 0-1,5 0 1,1-1-9,3 0 0,1 0 1,4-3-1,1 0 1,2 1-1,1 2 0,-1-2 1,-1 1-1,1-1 1,0 0-44,-1 0 0,0 0 0,2 0 0,-1 0 0,-6-1 0,-2-1 0,-2 2 0,-2 0 54,-6 1 1,-2 0 0,29-7 0,-18 4 0,-12-2 0,-8-4 1,-20 0 0,-15-3 0,-17 1 112,-16-1 0,-16 1 0,-9 0 1,-12-1-103,-11 1 1,36 7-1,-1 1 1,-7 0 0,-2 1-1,-2 1 1,-1 0-49,-5 1 1,0 0 0,1-1 0,-2 1 0,-5 1 0,-2 1-1,1-1 1,-1-1-143,-1 1 1,-2 1 0,-4 3-1,-1 1 1,1 1 0,1 1 0,0 2-1,0 1 84,4 1 0,2 1 0,8-2 0,2 1 0,6 3 1,1 0 88,5 1 0,2 0 0,1-2 0,2 0 0,-26 13 0,13 2 0,11 1 0</inkml:trace>
  <inkml:trace contextRef="#ctx0" brushRef="#br0">9409 8978 7708,'-29'0'0,"-1"0"-344,-4 0 0,5 0 1,-1-1-1,6-3 516,3 0 0,7-1 0,4 3-158,-1-3 0,5 2 0,-1-5 0,2 0-31,1 0 0,-6 3 1,4-3-1,-2 1-5,-4-1 1,4 3 0,-1-3 0,-1 0 37,2 0 1,-3-2-1,6-4-26,2-1 1,1 6-1,2-1 1,0-1 25,0-2 1,7-3 0,4-1 0,5-3 27,3 3 0,5 1 0,-3 1 0,3 1 108,6 0 0,2 1 0,10 2 1,6 3 130,6 1 1,10-2-1,-23 6 1,1 1 0,6 0-1,2 1-204,5 0 1,2 0 0,6-1 0,3-1 0,5 1 0,2 0 0,4 0 0,3 0-167,-24 2 0,2-1 0,-1 1 0,-2 0 0,-1 0 0,1 0 1,4 0-1,1 0 0,-1 0 0,-1 0 0,-1 0 0,0 0 65,1 0 0,-1 0 0,-1 0 0,1 0 1,0 0-1,-1 0 0,0 0 0,0 0 1,0 0-1,-1 0 0,1 0 0,-1 0 7,26 0 1,-2 0 0,-6 0 0,-2 0 0,-2 0-1,-1 0 1,-4 0 0,-1 0 88,-5 0 0,-1 0 0,-10 0 0,-2 0 1,26 0 189,-20 0 0,-29 0 149,-22 0 1,-13-2 0,-17-1 0,-5-2-209,-8 2 0,-4 1 0,-9 4 0,-4 3-68,-4 4 1,-3 4 0,-5 2 0,0-1-153,0 0 0,0 1 0,0-1 0,-2 0-43,-2 1 0,4-2 0,-2-2 0,7-2-178,3 3 0,-5-4 1,5 1-1,2 1 335,5-2 0,4-2 0,-2-6 1,3 0-376,-3 0 1,-1 0-1,-1 0 1,-2 0-16,-4 0 1,-9 0-1,-9 0 1,39 0 0,-1 0 177,0 0 1,0 0 0,0 0 0,0 0-1,-1 1 1,1 0 0,0 0 0,0 1-27,-1 0 1,2 1 0,-30 6-1,11-2 1,16 1-105,15 3 1,9-3 0,11 2 242,6 1 0,34 2 0,10 1 0</inkml:trace>
  <inkml:trace contextRef="#ctx0" brushRef="#br0">9970 8633 8376,'-50'2'-1,"-1"1"1,1-1 0,-1 1 0,3-1 0,1 0 0,-1-1-1,1-2 1,1 2 0,0 0 25,1 1 0,0 1 1,-2-2-1,0 1 0,-1 2 1,0 2-1,-3-1 1,-1 1-114,-3 0 1,0 0 0,3 2-1,0-1 1,-4 0 0,0 0 0,2 0-1,0 1 76,-1-1 0,-1 0 0,-1 0 0,-1 0 0,1 1 0,-1-1 0,2 0 0,2 0-50,4 0 1,1 1-1,3-1 1,2 0 0,-36 7-1,8 2 81,8 4 0,15-9 0,11 3 0,14-1-211,11 0 0,10 1 0,12 0 0,14 1 2,12-1 1,13 1-1,19-1 1,11 0 159,-35-6 0,2-1 0,2-2 1,2-1-1,5 1 0,1-2 1,4 1-1,2-1 30,4-2 0,2 1 1,5 1-1,0 0 0,4 1 1,2-1-1,2 0 1,1 0-378,-27-1 1,1 1 0,1-1-1,5-1 1,1 1 0,0-1 376,2 0 0,-1-1 0,2-1 0,1 1 0,1 0 0,1 0 0,4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21868 4014 8373,'29'0'-83,"-1"-4"0,3-3 1,-1-1-117,-1-3 0,3 3 0,-10-2 1,2 1 1140,0 1 0,-6-5-791,1 3 0,-11-1 0,-8 2 0,-10 4-47,-7 3 0,-1 2 0,-6 0 0,-3 0-73,-5 0 1,0 0 0,-5 0-1,1 2-122,-1 3 1,-2-2-1,-4 5 1,0 0 77,0 0 1,5-3-1,1 3 1,0 0 44,0 0 1,1-5 0,-3 3 0,7-1 77,7 0 0,-1 1 1,7-3 18,1 2 0,10 0-36,8-5 0,13 0 0,11 0 0,5 0 46,4 0 1,11-5-1,8-1 1,4-1-27,2 1 1,4 1 0,0 4-1,1-3-48,1 0 0,0-3 1,1 4-1,-7-2-8,-9 2 0,-10-3 0,-7 1 0,-8 0 8,-10-1 0,-8 2 0,-12-4-47,-8 2 0,-12 0 0,-9 2 0,-2 0-140,-3 0 1,-8 3 0,-5 1 0,-4 0 29,-5 0 0,2 0 1,-4 0-1,1 0 33,-5 0 0,-2 5 0,0 1 1,3 0 28,4 1 1,6 4-1,4-3 1,5 2 48,3-1 1,15-6 0,6 4-91,6-1 1,10-3 0,5 5-1,6-1-190,7-4 0,3 3 1,3-1-1,1-2-22,2-1 1,2 0 0,-3 1 0,1 2-78,-1-2 1,2 0 0,1 0 359,2 2 0,35-28 0,16-13 0,-19 9 0,0 0 0,0 1 0</inkml:trace>
  <inkml:trace contextRef="#ctx0" brushRef="#br0">21465 3986 8155,'29'0'47,"1"0"1,2-2 0,3-1 329,2-2 1,3 0 0,6 5 0,2 0-67,-1 0 1,-1 0 0,-1 2 0,0 1-237,-4 2 1,-9 4 0,-3-2 0,-8-1-191,-5 1 1,-10 2 36,-6-4 1,-11 0-1,-10-4 1,-1 2-90,-4 2 0,-7 0 0,-7-5 0,-7 0 25,-6 0 0,-3 5 1,-3 0-1,-1-2 118,-3-2 1,-5-1-1,4 0 1,1 0 98,6 0 0,9 5 0,1 0 0,9-2 83,9-1 0,15-2 0,17 0 50,15 0 0,10-2 1,16-1-1,0-2-112,4 2 0,3-3 1,7-1-1,0 1-20,-1-1 1,-4 3 0,-2 4-1,-1 0-3,-4 0 1,-1 0 0,-5 0 0,-7 0 172,-9 0 0,-8 1 0,-8 4-282,-8 5 0,-8-2 0,-13 0 0,-7 0-91,-9 0 1,-6-4-1,-5 4 1,-3 0-71,-1 0 1,-4-3 0,4 3 0,-6 0 150,-4 0 1,4-5-1,1 4 1,7-2 177,5-1 1,9 1-54,2-5 1,18 0 0,13 0-1,16 0 22,14 0 1,3-5 0,9-1 0,1 0-56,1-1 1,4-2 0,1 2-1,4 1-36,1-1 1,-3-2 0,5 2 0,1 1 144,2 0 1,0-4 0,-3 5 0,-5 2 55,-4 1 1,-7 1 0,-5-2 308,-6-2 0,-14 0-385,-12 5 0,-6 0 0,-8 0 0,-1 0-174,1 0 0,-7 0 0,-3 0 1,-3 2-212,-2 2 0,-4 0 0,-3 4 0,0 0-146,-4 0 1,-2 1-1,1 4 1,1-2 26,1-1 1,7-1-1,-1 4 1,4-2 98,5-1 0,3-7 463,7 2 0,7-3 0,7-4 0,10-3 127,8-4 1,1-4-1,8-2 1,5 1-78,3 0 0,3-1 1,7 2-1,3 2-151,5 2 1,-4 1 0,-1-4 0,-4 5-176,-6 0 1,-3 2-49,-6 5 1,-16 0 0,-15 0 0,-17 0-27,-11 0 0,-10 5 1,3 2-1,-2-1-56,1 0 1,6 5-1,-1-3 1,4 2-54,5 0 1,-2-6 0,7 4 0,0 0 108,-2 0 1,7-3 0,-2 3-1,6 0-998,4 0 1155,1-5 0,37-3 0,8-8 0</inkml:trace>
  <inkml:trace contextRef="#ctx0" brushRef="#br0">23364 4331 7825,'10'0'-1684,"-1"0"1687,-6 0 0,5 0 92,-3 0 163,-3 0-109,11 0 1,-10 0-60,6 0 0,-4 0-54,5 0 1,-1 0 0,6 0 8,-1 0 0,1 0 1,1 0-1,3 0 24,5 0 0,4 0 0,6 0 1,6 0-24,6 0 1,5-2 0,9-1 0,2-3-21,5-2 0,3 4 0,2-2 0,2 1-4,3 0 0,-4-4 0,4 4 0,-2 0 3,2-1 1,-4 4-1,6-2 1,-1 0 18,-37 2 0,-1 0 0,40 0 0,0-3 0,-1 4 8,-4 1 1,3-5-1,-3 0 1,-3 2-14,-3 1 0,-8 2 1,3-1-1,-4-3-47,-2 0 0,-4-1 1,-9 5-1,0 0-16,-2 0 0,3 1 1,-9 3-1,1 0-76,1 0 0,-6 2 0,4-1 0,0 0-49,0 1 1,-5-4 0,1 4 0,-2-1-25,-3 0 1,6-1 0,-1-2 0,-1 1-16,-1 2 1,-7 0-1,0-5 1,0 0-108,-2 0 295,-1 0 0,12-7 0,6-1 0</inkml:trace>
  <inkml:trace contextRef="#ctx0" brushRef="#br0">24932 10762 7987,'-14'0'-16,"-1"0"1,1 0 289,0 0 1,-1 0 157,1 0 0,7-1 0,7-2-52,8-2 1,13-6 0,8 3 0,9-2 146,9 0 1,6 2 0,9-3-1,7 3-368,6 2 0,-31 3 0,1 1 0,7 2 0,2 0 0,4 1 0,2 0-363,3 1 1,0 0 0,5 2 0,0 0 0,2 3 0,-1 1-345,2-1 0,1 0 0,2 0 0,0 1 548,1-1 0,-1 0 0,-2-1 0,0-1 0,-3 1 0,1-1 0</inkml:trace>
  <inkml:trace contextRef="#ctx0" brushRef="#br0">29550 4230 8129,'16'-1'-179,"4"-4"1,-3 2 0,9-7 0,4-1 342,7-2 1,12-1 0,9-1 351,7 1-288,6-1 0,7 1 0,-37 7 0,0 0 1,0-1-1,1 1 6,-1 0 1,-1 0 0,2 0 0,-1 1 0,38-5-91,1 1 0,-2 5 0,0-2 0,-7-1 0,-6 1-18,-4 1 1,-2 1 0,-3 5 0,-3 0-167,-5 0 1,-3 0 0,-4 0 0,-1 0-3,-2 0 0,-10 2 0,-1 1 0,-5 3-467,-4 2 1,-9-3 267,-4 4 0,-11-1 0,-9 2 0,-7-5 144,-5-4 1,-8 4 0,-5 0 0,-7-2 143,-5-1 1,-6-2 0,-4 0 0,-4 0 127,1 0 0,-4 0 0,5 0 0,-2 1-10,-2 4 1,-3-3 0,1 3-1,3-2-41,4 2 1,0-2 0,0 5 0,4 0-57,5 0 1,11-3-1,9 3 1,5-2-80,5-3 1,5 0-1,11 1-56,8 0 0,11 1 0,12-5 1,2 0 34,6 0 1,13-5 0,6 1-1,9-1 27,8-2 1,10 1 0,-36 1-1,1-1 1,3 1 0,1 0-100,4 0 0,1-1 1,6 0-1,3-1 1,6 1-1,2-1 1,5 2-1,2-1-2239,5 1 1,0 1 2342,-25 2 0,1 2 0,0-2 0,2-1 0,0-1 0,1 0 0,2 2 0,-1 1 0</inkml:trace>
  <inkml:trace contextRef="#ctx0" brushRef="#br0">21839 18719 7935,'14'-14'-8,"2"6"1,2 3 24,1 3 0,5 2 1,-3 0-1,3 0 101,6 0 0,1 0 0,7 0 0,2 2 22,2 3 0,2-4 0,3 6 0,2-3 4,2 1 0,2 2 1,5-4-69,-1 2 0,-6-1 1,-4-4-1,-6 0 1,-4 0-96,-2 0 1,-8 0 0,-7 0-43,-4 0 1,-8 2 11,-4 3 0,-4-4 0,-4 4 107,-6-3 0,-3-2 0,-3 0 0,-1 0 2,-3 0 0,-5 0 0,1 1 1,-5 3 3,-4 0 1,1 1 0,-7-5 0,1 0 45,1 0 1,0 2 0,5 1 0,-1 2 7,1-2 1,1-1 0,3-2 0,0 0 65,4 0 0,4 0 0,5-2-37,1-3 0,8 2 0,6-5-144,8 2 1,11-4-1,6 4 1,7-1-220,7 1 0,9 1 1,6 5 215,7 0 0,-10-9 0,14-5 0,6-4 0,-1 2 0,8-2 0,0 0 0,0 0 0,0 0 0</inkml:trace>
  <inkml:trace contextRef="#ctx0" brushRef="#br0">21307 17309 7810,'20'-14'-15,"3"-1"0,6-1 0,-1-1 75,1-3 0,0 1 1,0 5-1,0 0 281,-1-1 0,-5 6 0,-4-1 1,-3 0-181,-2 2 0,1 2-227,-1 6 1,-4 0 0,-1 0 59,2 0 1,1 2 0,-1 1-1,-2 2-79,3-2 1,-6 5 111,-1 1 1,-5-1 0,-5 0 24,-5-1 0,-4-1 0,-5-3 0,-5 4-116,-3 1 0,-7-3 0,-1 3 0,-2-2-15,-3-3 0,-1 3 0,-3 1 0,1-1 75,0 1 1,5 2 0,1-4 0,2-2 128,3-1 0,3-2 38,5 0 0,16 0 0,14 0 0,12-2-156,11-3 0,8 2 1,9-5-1,4 0-81,1 0 0,0 3 0,2-3 0,-5 1 36,-4-1 0,-1 3 0,-1-3 1,-4 1-20,-4 4 84,-10-5 0,-18 7 0,-17-4 0,-14 3-63,-12 2 0,-5 5 0,-1 1 0,0 2-90,0 4 1,6-4 0,3 1 0,4 2-610,1 2 735,7 1 0,52-25 0,20-6 0</inkml:trace>
  <inkml:trace contextRef="#ctx0" brushRef="#br0">30284 4245 8408,'0'-10'28,"0"0"1,2 2 0,3-3-1,6 3 216,6 2 0,2-4 1,10 4-1,6-2-38,5-3 0,10 3 0,4-2 0,7 0 32,6 2 0,-3-3 0,-3 5-270,-7-2 0,-11 5 0,-11-2 1,-9 5-144,-14 5 1,-17 3-1,-20 6 1,-11 0-52,-7 1 0,-12-1 0,-9-1 0,-5-2 180,-5-1 0,2-2 0,34-3 1,-1 1-1,0-2 0,-1 0 128,1-1 1,0 0 0,0 2-1,1 0 1,-31 0 0,3-2 123,7-1 1,4-2-1,20 0-93,11 0 0,15 0 0,14 0 0,11-2-79,9-3 1,13 4 0,8-4 0,9 3-63,4 2 1,6 0-1,3 2 28,6 3 0,0 6 0,10 5 0,-21-4 0,1 1 0,0 0 0</inkml:trace>
  <inkml:trace contextRef="#ctx0" brushRef="#br0">30888 8475 7986,'-8'-24'107,"2"1"0,1 3 326,0 2 0,-4 0 0,4 1 0,0-2 442,-1 1 0,-2 4 1,-8 4-1,-2 5-457,-1 4 1,-8 7 0,0 5-231,-5 7 1,-7 6-1,4 9 1,-2 7-1,-3 7 142,-1 5 0,-1 6 0,6 3 1,7 1-370,8-1 1,7 0 0,6-2 0,9-2-764,12-6 0,21-12 1,15-10-1,12-10-301,11-8 1,6-6 0,-35-7 0,0-1 1102,-2 1 0,5-6 0,12-17 0,12-14 0,6-6 0,-2 1 0,-9 6 0,0 0 0,1 0 0,-1 0 0,0 0 0</inkml:trace>
  <inkml:trace contextRef="#ctx0" brushRef="#br0">31795 8345 7994,'-29'-22'0,"0"3"0,5 3 0,2 3 0,-1 2 500,1 1 0,4 7 0,-1-2 0,3 3-328,2 2 1,1 7 0,2 4 0,1 7-566,-1 6 1,3 4 0,-1 4 0,-3 4 91,0 0 1,2 7 0,0 7 0,-1 0 61,-2-1 1,5 4 0,4-5 0,2-3 17,2-5 1,2-5 0,4-8-1,7-5 273,4-7 0,4-7 0,-3-8 0,3-2 251,1-3 0,-4-3 0,1-8 0,-3-3 128,-2-5 1,0-5-1,-1-3 1,-2-3 100,-1-2 1,-5-1 0,3-5 0,-2 0-176,-3 0 1,-1-1 0,-2 0-1,0-3-257,0-1 0,0 7 1,0 9-1,0 6 139,0 7 0,0 11 0,0 10 0,0 10-78,0 11 0,-5 17 1,0 8-1,2 8-534,2 6 1,1-1 0,1 4 0,4-1-650,5-3 1022,9-2 0,32-22 0,16-3 0,-17-10 0,-1 1 0,1-1 0</inkml:trace>
  <inkml:trace contextRef="#ctx0" brushRef="#br0">32255 8302 8005,'-14'-14'0,"-1"1"0,3 2 744,2 1 0,-3 8 0,5 4 0,0 12 218,3 14 1,-1 8-1,1 14 1,2 7-954,1 9 0,2 6 0,0 6 1,0-35-1,0 1-768,0 3 1,0 0 0,0-3 0,0-2-1,0 40 759,0-7 0,-32-16 0,-8-3 0</inkml:trace>
  <inkml:trace contextRef="#ctx0" brushRef="#br0">31766 8777 8005,'6'-23'0,"2"3"0,7 5 0,1 2 928,3 4 1,5 2 0,9 7 0,7 0-477,7 0 1,2 7 0,7 2-1,0 6-452,3 4 0,-11-19 0,3-3 0,2 1 0,0 1 0</inkml:trace>
  <inkml:trace contextRef="#ctx0" brushRef="#br0">30155 7870 8133,'-15'-1'-555,"1"-4"1,-1 2 554,1-7 186,0 7 1,4-2 0,2 12 0,0 7 68,0 8 0,5 7 0,-2 6 1,4 7-622,1 4 0,-5 9 0,0-3 0,2 4-779,1 2 1145,2-13 0,-6-4 0,-2-12 0</inkml:trace>
  <inkml:trace contextRef="#ctx0" brushRef="#br0">29795 7554 7824,'-21'0'-383,"5"6"1,-5 5 0,2 7 748,0 6 1,-2 16 0,4 8 0,-2 8-319,1 6 0,7 5 0,3 10-48,4-37 0,1 2 0,3 6 0,2 1 0,2 2 0,0 0 0</inkml:trace>
  <inkml:trace contextRef="#ctx0" brushRef="#br0">32068 7151 8089,'8'19'0,"-2"4"-318,1 4 0,-4 6 1,7 17-1,-1 9-500,-1 11 818,5 2 0,-9-1 0,0 7 0,3 2 0,0 0 0</inkml:trace>
  <inkml:trace contextRef="#ctx0" brushRef="#br0">32672 7194 8089,'0'14'17,"-4"2"0,-1 4 1,0 7 27,-1 10 0,-1 17 1,-4 24-1,6-31 1,0 2-46,0 4 0,-1 6 0,-1 11 0,-2 9 0,0 2 0,1-14 0,0-1 0,1 0 0,-1 1 0</inkml:trace>
  <inkml:trace contextRef="#ctx0" brushRef="#br0">29953 8561 7947,'-29'0'342,"2"-6"0,2-2 1,2-2 282,3 0 1,-6 6 0,0-6 0,-6 0-238,-6 2 0,-5 2 1,-8 4-1,-13-1-618,-16-2 0,29 3 0,-4 0 0,-7 1 0,-2 2 0,-6-1 0,-2 1 29,-5 1 1,-3 1 0,22-1 0,-1 0 0,-1 0-1,-5 2 1,-1 0 0,0 0 0,-3-1 0,-1 0 0,0 0-91,-3 1 0,-1 0 1,0-1-1,-3 2 1,0-1-1,-1 0 0,1 1 1,-1 0-1,0 0 1,17-2-1,0 1 0,-1 0 1,0 1 285,-2-1 0,0 1 1,0 0-1,-2 0 1,-3-1-1,-1 0 1,-1 1-1,0-1 0,0 2 1,1 0-1,-1 0 1,0 0-1,0 1 1,-1-1-1,1 0 0,-1 1-55,-1-1 0,-1 1 0,1 0 0,-1 0 0,-2 1 0,0 0 1,-1 1-1,0 0 0,-2-1 0,-1 1 0,-1 0 0,0 0 1,15-2-1,0 0 0,-1 1 0,0-1 0,1 1 83,-2-1 1,1 1-1,-1 0 1,0 0-1,0 1 1,-2-1-1,-1 0 1,1 0-1,-1 1 1,1-1-1,1 1 1,1 0-1,0 0 1,0 0-1,-1 0 1,-2 0-1,0 0 1,0 1-1,-1-1 1,1 0-76,-3 1 1,1-1 0,-1 1 0,1-1 0,-1 1 0,-1 1 0,0-1 0,0 1 0,-1 0 0,1-1 0,0 0 0,0 0 0,1 0 0,-1 0 0,0 0 0,1 0 0,0 0 0,0 0 0,-1 0 0,1 1 110,0-1 0,-1 1 0,1 0 1,-1 0-1,1 0 0,0 0 0,0 0 1,0 0-1,0 1 0,-1-1 1,-2 1-1,0-1 0,-1 1 0,1 0 1,-1 0-1,1 0 0,-1 0 0,1 0 1,0 1-1,-1-1-5,2 0 1,-1 1-1,1-1 1,0 1 0,-1-1-1,0 1 1,-1-1 0,0 1-1,1-1 1,0 1 0,4-2-1,0 1 1,1 0 0,0 0-1,0 0 1,-2 0-1,1 0 1,0 0 0,0 0-1,-1 1-44,1-1 1,1 0 0,-1 1-1,0-1 1,0 1 0,0-1 0,1 1-1,-1-1 1,0 1 0,1-1 0,1 0-1,0 0 1,0 0 0,0-1 0,0 1-1,2 1 1,-1-1 0,1 0 0,0 1-1,-1 0-28,1 0 0,0 0 0,0 0 1,0 1-1,0 0 0,2 0 0,0 0 1,0 1-1,0-1 0,-1 1 0,0 0 1,-2 0-1,1 0 0,0 0 1,0 0-1,1 0 0,0 1 0,0 0 1,1-1-1,-1 1-79,2 0 1,0 0 0,0 0 0,1 0 0,-1 0 0,-1 0 0,1 1 0,-1-1 0,0 1 0,1 0 0,3 1 0,-1 0 0,1 0 0,0 1 0,0-1 0,0 1 0,-1 0 0,1 1 0,0-1 0,-1 0 105,2 1 0,-1-1 0,0 1 0,0 0 0,1 1 0,-15 4 0,-1 2 0,1-1 0,1 1 0,1-1 0,1 1 0,1 0 0,0 0 0,3 0 0,0 0 0,0 0 0,1 1 31,1-1 1,0 1 0,1 0 0,0 1 0,1-1-1,0 1 1,0 0 0,1 0 0,1 0 0,1 1 0,-1 0-1,1 1 1,1-1 0,1 1 0,0 0 0,1 0 29,1-1 1,1 1 0,0 0 0,1 0 0,1 0 0,0 1-1,1 1 1,1-1 0,-13 9 0,1 1 0,1 0 0,1 0 0,0 0-1,2 1-2,2 0 0,1 1 1,0-1-1,2-1 0,0 1 1,2 0-1,3-1 0,1 0 1,0 0-1,4-1 0,0 1 1,1 0-24,2 0 0,1 0 0,0 0 0,2-1 0,1 0 0,0 0 0,1 0 1,2 1-1,-1 0-33,1 0 0,0 0 0,1 0 0,-15 17 0,3 1 0,4-2 0,2 2 0,2-2 0,1 1 0,3-3 0,0-1 228,2-1 0,1 0 1,2-2-1,1 1 1,5-2-1,1 0 1,2-2-1,1 0-123,-1-2 0,2 0 1,4-2-1,2 0 1,0-4-1,2-1 1,-5 35 240,9-6 1,4-5 0,6-8 0,4-3-359,9-5 0,1-7 0,8-4 0,1-7 0,3-7 0</inkml:trace>
  <inkml:trace contextRef="#ctx0" brushRef="#br0">10373 13410 7956,'-21'9'0,"-3"1"530,-3 1 1,3 8 0,1 7 0,3 8-35,2 9 1,-3 8-1,2 11 1,1 5-362,3 4 0,2-1 0,2-1 0,3-4 176,1-1 1,6-8 0,10-8 0,10-3 546,7-2 1,15-1 0,11-2 0,12-5-572,-27-19 0,2-2 1,9 0-1,3-2 1,7-5-1,3-1 1,8-2-1,4 0-151,-19-3 0,0-1 0,3-1-229,2 0 0,2-1 0,9-8 0,-9-7 1,8-6-1,5-6 0,5-3 0,1-2 1,1 0-1,-2 1 0,-11 5 0,0 0 0,1 0 1,-1 0-1,0 0 0,1 0 0,-1 0 1,1 0-1,-1 0 0</inkml:trace>
  <inkml:trace contextRef="#ctx0" brushRef="#br0">4186 16921 8113,'-9'0'-113,"-1"0"0,5 0 618,-4 0 0,4 0 122,-5 0 0,7 1-175,-2 4 0,5-3 0,5 4-88,5 0 0,11-2 0,7 4 0,12 0-185,11 0 0,12-5 1,-23-1-1,1 0 1,6 0-1,1-2-643,4 0 1,3 0 407,0 2 0,6-4 0,4-9 0,9-7 0,5-3 0,-1 1 0,-10 2 0,-1 1 0,1-1 0,-1 0 0,0 1 0</inkml:trace>
  <inkml:trace contextRef="#ctx0" brushRef="#br0">3855 11640 8137,'-14'0'1,"1"-2"227,4-2 1,5 0 44,14-5 0,8 4 0,15-3 0,7 0-13,7 0 1,9 3 0,9-3 0,5 0-175,9 0 1,-37 6 0,0 1 0,4-1 0,1-1 0,2 2-1,0 1-92,0 0 1,1 0-1,1 0 1,0 0-1,-6 0 1,0 1 5,-4 3 0,2-3 0,27-16 0,4-7 0,2 2 0,0-1 0</inkml:trace>
  <inkml:trace contextRef="#ctx0" brushRef="#br0">8373 16172 7990,'-14'-14'0,"-1"0"0,1-1 0,-1 1-182,1-1 0,1 1 0,2 0 404,1-1 0,6 2 1,-4 2-1,0 3 884,0 2 86,4-5-1043,-2 9 1,12-4 0,4 7-1,4 2 3,6 2 1,4 6-1,11-3 1,6 2 2,6 0 0,12-2 1,0 3-1,5-3-8,5-2 1,3 4 0,6-5 0,-37-4 0,1 1-30,0-1 0,1-1 1,38 0-1,-14 0 0,-4-1 34,-4-4 0,-5 2 0,-6-7 1,-11-1-34,-10-2 1,-8 4-1,-9-1-212,-5-1 1,-5 3 0,-5 0 0,-6 0-83,-7 0 1,1 5 0,-9-2-1,-4 3-106,-7 2 0,-5 0 0,-2 2 0,-4 3-192,-5 4 1,-2-1-1,1 2 1,1 1 472,-1 2 0,-2-11 0,-8-3 0,-5 1 0,1-1 0</inkml:trace>
  <inkml:trace contextRef="#ctx0" brushRef="#br0">9941 16662 8010,'-16'0'45,"-3"0"0,1 0 1,-4 0-1,1 0 134,4 0 1,1 1 0,1 6-1,1 9-101,-1 11 1,6 9-1,1 12 1,1 5-176,4 3 1,8 2-1,6-2 1,8-4 188,10-4 0,8-12 1,13-11-1,5-10 510,6-7 1,8-18 0,-2-14 0,5-13-313,-33 15 1,-1-2-1,0-4 1,1-2 0,0-3-1,-2-2 1,-2-2 0,-3 0-318,0-1 1,-3-1 0,-4 2 0,-2-1 0,15-31 0,-14 5-274,-11 5 1,-21 13-1,-19 17 1,-19 10-279,-20 8 1,23 15 0,-2 5 0,-6 4 0,-2 4 577,-2 1 0,-2 7 0,3 10 0,-3 7 0,-1 3 0,-7 3 0,1 1 0,0-1 0</inkml:trace>
  <inkml:trace contextRef="#ctx0" brushRef="#br0">25421 4417 10064,'44'-21'-5,"0"5"0,3-3 0,1 2-348,-2-3 1,-6 4-1,-5-3 1,-3 3 364,-5 2 1,-9 4 0,-4 1-39,-7-2 1,-7 3 0,-5 0 0,-5 1 10,-3 4 0,-7 0 0,-6 0 0,-6-2 42,-6 2 1,-4 1 0,-3 2 0,-1 0 5,-2 0 1,-6 0-1,3 0 1,-2 0 6,0 0 1,7 0-1,-2 0 1,1 0-12,-1 0 1,10 5 0,0 0-1,7-1 43,7 3 0,8-6-88,16 4 0,16 2 0,24-3 0,10 0 53,12-3 1,7-1 0,-27 0 0,2 0-1,2 0 1,1 0 3,1 0 1,2 0 0,1-2 0,1-1 0,2 1 0,0 0 0,1 0 0,1 0-52,1 1 0,-2 1 0,-2 0 0,0 0 0,-1 0 0,0 0 0,-3 0 0,-1 0-12,-1 0 0,-3 0 0,28 0 0,-14 0 1,-18 0-130,-13 0 0,-16 0 0,-16 0 30,-12 0 1,-22 0 0,-9 0 0,-9 0 115,-10 0 0,-7 0 0,32 0 0,-2 0 0,1 0 0,0 0 25,0 0 0,-1 0 1,-2 0-1,0 0 0,-2 0 1,1 0-1,0 0 1,0 0-2,1-1 0,1 2 0,1 1 0,0 1 0,2 0 1,1 0-1,-36 3-25,10 1 1,16 2-1,12-2 1,15 1-33,12 3 1,7 2 37,10 1 0,1-3 0,4 4 0,-4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23868 4691 15452,'-24'-2'0,"1"-3"-858,2-4 0,2 1 0,6-2 992,4-1 0,4 3 0,10 0 0,6 1 303,7 4 0,9-5 0,8 0 0,2-1-102,3-1 1,6 5 0,5-3 0,4 0-155,4 0 0,19 3 0,-36 2 0,1-2 0,5 1 0,1 0-99,6 0 1,2 0 0,10 2-1,2 0 1,-16-1 0,1-1 0,2 1-1,5 0 1,2 0 0,0 0-216,5 0 0,1 0 0,2 1 0,5-1 0,2 0 0,0 1 0,2 0 0,1 1 0,1 0 1,-18 0-1,0-1 0,1 1 0,1-1 120,1 0 1,1 0 0,0 0 0,0 0 0,5 1 0,-1 0-1,2 1 1,-2-1 0,0-1 0,0 1 0,0-1 0,0 0-1,0 1 1,-1 0 0,1 0 0,-1 0 45,1-1 1,0 1 0,0 0 0,0 0 0,-2-1 0,1 1 0,-1 0 0,0 0 0,2 1 0,1 0 0,0 1 0,-1 0 0,-2-1 0,0 1 0,0 0 0,-1 0-22,-1 0 0,0 0 1,0 0-1,-1 1 1,-2 0-1,-1 1 1,0 0-1,0 0 1,17 0-1,-2-1 1,1 1-1,-1 0 1,1 0-1,-1 0-117,-1 1 0,0-1 0,-1 0 0,0 0 1,1-1-1,-3 1 0,-3 0 0,-2 1 1,-1 0-1,-2-1 0,-1 0 0,0-1-133,-3 0 1,-1 0 0,0 0 0,-3 2 0,0 0 0,-1 0 0,-3-2 0,-1 1 0,0 0-1,22 1 1,-2 1-41,-5 0 1,-1 0-1,-5-1 1,-3 1-1,-5 2 1,-2 1-1,-2-2 1,0 1 277,-3-3 0,-2 1 0,-2 1 0,-2-1 0,38 0 0,-3-2 0,0-1 0</inkml:trace>
  <inkml:trace contextRef="#ctx0" brushRef="#br0">14775 7899 8253,'-14'0'-536,"-1"0"0,6 0 588,-1 0 0,9 0 140,1 0 0,6 0 1,10 0-1,3 0 36,5 0 0,5 0 1,4 0-1,7 0 126,7 0 0,1 0 1,9 0-1,10 0-167,12 0 1,-34-2-1,2-1 1,8 0-1,2 0 1,4 0 0,1 0-83,3-1 0,0 1 0,2 0 0,0 0 1,5 1-1,2 1 0,0-2 0,0 1-254,3 0 0,0 1 0,-6-1 0,0 2 0,-3 0 1,-2 2-1,-4-1 0,-1 1-110,-2 0 1,-1 1 0,-3 1 0,-1 1 0,-3-2 0,-2 1 0,-3-1 0,-2 0-756,33 3 0,-12-1 1014,2-5 0,-6 5 0,2 0 0,-4-2 0,-2-1 0</inkml:trace>
  <inkml:trace contextRef="#ctx0" brushRef="#br0">9912 8762 8067,'10'-12'512,"0"2"0,-6 2 0,6 5 1,1-2-691,2 2 0,1 1 0,2 2 0,2 0-553,1 0 1,2 5 0,-4 0 730,3-2 0,24-1 0,3-2 0</inkml:trace>
  <inkml:trace contextRef="#ctx0" brushRef="#br0">10013 8547 7829,'-8'-2'1506,"3"-3"-2083,4-3 1,1-1-384,0-1 1,1 7 959,4-2 0,48-3 0,17 0 0</inkml:trace>
  <inkml:trace contextRef="#ctx0" brushRef="#br0">10330 8561 7849,'0'29'0,"-5"-5"0,0 1 0,0 4-40,-1 3 1,4 2-1,-4-6 1,1 1 39,0 0 0,52-26 0,16-6 0</inkml:trace>
  <inkml:trace contextRef="#ctx0" brushRef="#br0">9351 5237 7950,'-6'29'-380,"-2"-3"1,-7-1 0,1 2 479,0-1 0,4-7 0,1 0 0,-3-3 351,0-1 1,2-2-99,0-4 1,2-4 0,-1-10-110,4-4 0,3-4 1,2-3-1,0-3-91,0-5 0,0-4 0,2 0 0,1-1-9,2 0 1,6-4 0,0-3-1,5 1 139,4 0 1,0 1 0,-1 4-1,5-2 220,4-1 0,2 5 0,2 11 0,2 6-42,-2 6 0,-1 22 0,0 14 0,-2 15-632,-7 16 0,-11 10 1,-8-28-1,-1 0 0,-1 2 1,0-1 170,0 2 0,-2 2 0,-7 21 0,-4 4 0,0 5 0,0-1 0</inkml:trace>
  <inkml:trace contextRef="#ctx0" brushRef="#br0">11365 9410 7299,'7'-8'-436,"-6"2"1,6 4-1,-6-1 467,4-2 0,-2 0 0,7 5 57,1 0 1,-3 0 0,2 0 0,3 0-1,4 0 0,5 0 1,7 0-1,2 0-64,2 0 0,6 0 1,9 0-1,4 0-20,4 0 0,2 0 0,-1 0 1,2 0-7,4 0 0,1 0 0,4 0 0,0 0-28,0 0 0,4 0 0,2 0 0,1 0-26,0 0 0,-3 0 0,10 0 1,-40 0-1,2 0-12,3 0 1,0 0-1,1 0 1,0 0 0,5 0-1,1 0 1,0 0 0,-1 0 66,2 0 0,1 0 1,4 0-1,3 0 1,2 0-1,1 0 0,2 0 1,1 0-132,-1 0 1,0 0 0,4 0-1,2 0 1,0 0 0,0 0-1,5 0 1,1 0 128,-25 0 0,1 0 0,0 0 0,26 0 1,-1 0-1,-23 0 0,0 0 0,1 0 0,-1 0 1,1-1-1,-1 1-970,2-2 0,0 0 0,1 1 973,5 0 0,0 1 0,0-1 0,0 0 0,-1 1 0,1 0 0,3 0 0</inkml:trace>
  <inkml:trace contextRef="#ctx0" brushRef="#br0">13221 12719 7816,'15'0'0,"-6"-1"0,1-3 66,1 0 1,-3-6 0,2 5 0,1 0 2,2-1 1,3 4 0,3-4 0,5 1 131,3 0 1,3 1 0,4 4-1,6-2 53,6-3 0,10 4 0,6-4 1,1 3-101,1 2 1,-3 0-1,6 0 1,-2 0-174,-4 0 0,0 2 1,-15 1-1,-4 2 19,-7-2 0,-10-31 0,-1-13 0,3-3 0,-1 0 0</inkml:trace>
  <inkml:trace contextRef="#ctx0" brushRef="#br0">18818 4014 8190,'9'-8'45,"1"4"1,0 2 166,4 2 0,-6 2 0,-2 1 0,-1 5-56,0 5 0,6-1 0,-3 14 0,2 4-127,-1 7 1,2 8 0,7 6 0,3 10-314,1 7 0,-3 6 0,-8-34 0,1 0 0,10 32 284,1-8 0,1-11 0,4-4 0</inkml:trace>
  <inkml:trace contextRef="#ctx0" brushRef="#br0">19336 4072 8202,'-15'14'0,"1"-1"0,0 0 76,-1 1 1,-4-3-1,-2 10 1,-1 2 94,-4 5 0,-1 3 1,-3 9-1,-2 3-376,-2 3 1,-4 7 0,4-3 0,1 1-595,-3 3 0,8-9 799,-1-2 0,-6-3 0,4 3 0</inkml:trace>
  <inkml:trace contextRef="#ctx0" brushRef="#br0">19350 4676 8195,'0'10'-272,"0"-1"1,-1-1 0,-3 4 456,0-3 0,-1 1 0,3 4 0,-1 1-638,-2-1 0,0 0 0,5 1 453,0-1 0,0 7 0,0 1 0</inkml:trace>
  <inkml:trace contextRef="#ctx0" brushRef="#br0">19408 4432 8157,'-10'-28'-34,"0"4"0,1 5 64,1 3 161,-5 2 1,13 6 0,2 3-1484,10 3 1292,3 9 0,50 14 0,6 9 0</inkml:trace>
  <inkml:trace contextRef="#ctx0" brushRef="#br0">19710 4806 8077,'13'9'655,"-4"1"1,-7-1 0,-9 6-1,-1 1-1020,-3 3 1,-3 3 0,-5 7 364,-5 0 0,-1 2 0,-3 5 0,-2 2 0,-1 1 0</inkml:trace>
  <inkml:trace contextRef="#ctx0" brushRef="#br0">20185 4259 8036,'-2'8'22,"-1"-2"275,-2 1 1,-5 1-1,6 6 58,0 0 0,-2 2 0,1 4 1,2 4-230,1 3 0,2-3 1,0 0-1,2 1-34,3 3 1,3-6 0,6-3 0,1-3-45,-1-2 0,5-4 0,2-2 0,1-2 75,4-2 0,-4-3 0,2-2 0,2-4 111,1-5 0,0-4 0,-1-4 0,-6-1 37,-4 1 0,2 4 1,-10 3-79,0 1 0,-3 7 0,-10 2 0,-5 7-64,-2 8 1,-11 15 0,-4 1 0,-6 7-991,-4 8 1,3 0 0,-4 8 0,-2 1-1440,-2 2 0,4 1 2300,0 1 0,18-26 0,1-7 0</inkml:trace>
  <inkml:trace contextRef="#ctx0" brushRef="#br0">20544 4892 7988,'-14'19'-261,"-1"0"1,6 5 0,-1-3-1,-1 0 136,-2 0 0,0 3 1,4-5-1,3-2-82,-1-1 0,6-1 207,-4-1 0,22-19 0,7-4 0</inkml:trace>
  <inkml:trace contextRef="#ctx0" brushRef="#br0">20645 4662 7821,'-10'-2'-360,"1"-3"-577,6 4 937,-4-6 0,14 14 0,1 1 0</inkml:trace>
  <inkml:trace contextRef="#ctx0" brushRef="#br0">18731 3712 8110,'-14'-6'-647,"0"4"1,-1-3 938,1 4 1,-5 12 0,-2 7 0,0 7-121,0 10 1,-4 12 0,-1 9-1,-4 8-191,-4 8 0,19-33 1,2 1-1,-10 39 0,2-1-256,4 0 0,7-2 0,5-11 1,5-6-88,5-4 1,-2-11 361,7 0 0,12-1 0,9-6 0</inkml:trace>
  <inkml:trace contextRef="#ctx0" brushRef="#br0">18717 3727 8147,'0'-24'0,"0"0"0,0-2-235,0-1 1,0 0 0,2 1-1,1 4 1027,2 1 0,1 2 1,-3 4-1,2 1-401,-2 0 1,0 4-257,2 0-84,-3 7 0,3-2 0,-10 10 0,-5 6-160,-3 7 0,-1 4 1,0 9-1,-2 1 100,-3 1 1,1 12 0,-4 0 0,1 4 153,3 6 0,-3-1 0,2-1 0,3-5-133,5-3 1,5-4-1,6-1 1,0-5-128,0-4 0,1-1 0,2-11-7,2-1 1,6-9-53,-1-4 165,3-3 69,-5-9 1,-3 7 23,-10 0 0,-3 13 1,-7 11-1,1 5 9,0 4 1,-1 6-1,-1 9 1,-1 6-27,-2 7 0,-2 4 0,3 6 0,1-4-125,4-5 1,5-4 0,8-5-1,0-5-234,0-4 1,8-9 0,5-4 0,7-6-702,8 1 0,-1-5 993,11-2 0,32-9 0,-28-7 0,0 0 0</inkml:trace>
  <inkml:trace contextRef="#ctx0" brushRef="#br0">20918 4115 8437,'8'0'1084,"-1"6"0,-7 4 0,0 4-747,0 6 1,0 8 0,0 12 0,0 7-487,0 5 1,0 4 0,0 2-1,0 0-198,0-1 0,0-1 0,0-3 0,0-7-25,0-6 0,0-6 1,0-10-1,0-5 69,0-3 1,1-3-1,2-2 388,2-2 1,0-4-1,-3 3 16,2-1 1,-2-1 0,4-3 0,1 2-51,2-2 1,4-1 0,2-2 0,-1 0 178,0 0 1,1 5 0,-2 1 0,-4 2-102,-4 3 0,-3 8 0,-2 5 0,-2 5-58,-3 5 0,-9 4 1,-12 10-1,-4 3-347,-4 0 1,-4 5 0,4-3 0,1 3-294,-2 2 0,6-12 1,0-5-1,8-5-1271,5-9 1840,8-5 0,2-20 0,6-4 0</inkml:trace>
  <inkml:trace contextRef="#ctx0" brushRef="#br0">21494 4273 10315,'-8'16'-75,"3"3"0,-1 1 0,-1 7 0,1 5-305,-1 3 0,-2-1 0,4 2 380,2-1 0,-5-1 0,0-5 0</inkml:trace>
  <inkml:trace contextRef="#ctx0" brushRef="#br0">21465 4029 8292,'-14'0'-290,"6"0"0,1 6 0,9 2 290,3 0 0,41 37 0,16 3 0</inkml:trace>
  <inkml:trace contextRef="#ctx0" brushRef="#br0">21652 4604 7963,'10'0'0,"-1"0"149,2 0 0,2 0 0,2 0-122,-1 0 1,2 0 0,2 0 0,1 2-606,-2 3 0,4-4 1,0 4 577,1-3 0,28-28 0,11-6 0</inkml:trace>
  <inkml:trace contextRef="#ctx0" brushRef="#br0">21710 4403 7963,'-10'0'-31,"2"-2"235,2-3 1,2 4 206,9-4 1,10 3-1,9 2 1,4 0-412,6 0 0,23-15 0,12-8 0,9-1 0,-1 0 0</inkml:trace>
  <inkml:trace contextRef="#ctx0" brushRef="#br0">22314 4129 7963,'8'2'1129,"-3"3"0,-9 4 1,-2 9-1,-2 4-935,-3 6 0,-4 5 0,-2 15 0,-4 6-585,-1 7 0,4-2 0,1 2 1,4-7 390,3-6 0,33 4 0,2-1 0</inkml:trace>
  <inkml:trace contextRef="#ctx0" brushRef="#br0">22486 4734 9960,'0'-10'-325,"0"1"1,2 5-378,3 0 0,-2 2 702,7 2 0,57-13 0,-24 5 0,0 0 0</inkml:trace>
  <inkml:trace contextRef="#ctx0" brushRef="#br0">22745 4748 7866,'10'0'240,"0"0"0,-6 0 0,6 0-183,1 0 1,-3-5 0,2 1-490,1 0 1,-5 1 0,1 0-234,-1-2 0,2-1 665,6 1 0,7-9 0,2-9 0</inkml:trace>
  <inkml:trace contextRef="#ctx0" brushRef="#br0">22932 4719 7866,'-8'15'-235,"0"-6"2,4 1 366,2 0-133,2-3 0,46-13 0,17-10 0</inkml:trace>
  <inkml:trace contextRef="#ctx0" brushRef="#br0">23350 4705 9621,'0'-6'1553,"0"6"-1623,0 8 1,-5 4 0,0 3-1,0 1-127,-1 3 1,3-2 0,-5 6-1,1-2 233,4-4 0,-3-1 0,-1-1 0,1-1 898,0 0-363,1-6 0,6-3 1,3-11-1,2-7 66,2-5 1,3-7 0,7 1-1,2-2-68,3 2 1,-4 4-1,5 5 1,2 2-99,1 4 0,6 2 0,2 9 1,1 6-179,-1 11 1,3 5 0,-4 14 0,-5 4-716,-9 4 0,-2 1 0,-13 4 0,-4-2 422,-4-2 0,1-73 0,-4-19 0</inkml:trace>
  <inkml:trace contextRef="#ctx0" brushRef="#br0">10977 12806 7833,'0'8'-124,"0"0"541,0-4 1,-2-2 29,-2 3 0,2-2 73,-3 2 1,5-4-217,5 4 0,-2-3 0,7-2 0,1 0-63,2 0 1,3 4 0,3 1-1,5 0-60,3 1 0,2-4 0,1 4 0,2 1 40,2 2 1,6-1-1,-2 0 1,4 0-1,1 0 1,2-4-1,1 0 1,2-2-43,-2-2 0,5 0 0,1 0 0,-1 0-39,-3 0 1,1 0-1,1 0 1,-1 0-64,1 0 0,-2 0 1,-5 0-1,0 0-175,0 0 0,0 0 0,-1 2 1,-4 1-343,-4 2 0,-5 6 0,-4-3 0,-2 1-501,-3 1 0,0 0 0,-6 2 941,0-2 0,-10-47 0,-6-22 0,1-5 0,0 0 0</inkml:trace>
  <inkml:trace contextRef="#ctx0" brushRef="#br0">13149 12719 6453,'-6'8'-416,"4"0"1225,-2-3-277,-4-3 1,4 4 783,-5-6-902,6 0 1,-4-2-1,6-1 754,-4-2-713,3 1 0,-6-1 294,3 0-406,4 0 1,-1 4-1,9-3 1,1 0-164,3 0 0,6 3 1,6 1-1,2 0-50,6 0 1,4 0 0,2 0 0,6 0-239,2 0 1,6 0 0,0 1 0,0 3-187,-3 0 1,2 6 0,-3-4 0,-2 1 117,-5-1 0,0-1 0,-6-5 0,-2 2 149,-2 2 0,-1-2 0,0 3 0,-2-4 76,-3-1 0,3 0 0,-1 0 0,4 2-32,3 3 0,1-4 1,-5 4-1,0-3 71,-1-2 0,1 5 0,-2-1 0,-3 0 257,-5-3 1,-3-1 0,-1 0 0,-1 0 1758,1 0-305,-1 0-930,0-6 145,-6 4-619,-1-11 0,-6 12-428,4-4 0,-3 2-257,3-2 0,-2 3-460,2-2 467,-4 2 1,7 2-400,-3 0 521,-3 0 0,4-2 0,-4-1-603,2-2-587,-2 1 547,4 4 1,-7 0 221,-4 0 0,2 0 168,-7 0 0,1 0 308,-6 0 0,1 0 263,-1 0 0,6 0 293,-1 0 1,9 0-199,1 0 1,6 0-1,8 0-351,1 0 0,-1-5 0,1 0-95,-1 2 1,0 1 0,1 2 0,-1 0 0,1 0 1,-1 0 0,0 0-551,1 0 1,-6 0-1597,1 0 2339,-1 0 0,-1-6 0,-1-2 0</inkml:trace>
  <inkml:trace contextRef="#ctx0" brushRef="#br0">14156 11136 7694,'0'-14'319,"-1"1"0,-2 2 1317,-2 2-1419,0 5 1,5 0-1,0 10 1,0 7-256,0 4 0,0 9 0,0-2 1,0 3-103,0 2 1,0 1-1,0 2 1,-2 2-1870,-2-2 2009,2 4 0,-17 27 0,3 12 0</inkml:trace>
  <inkml:trace contextRef="#ctx0" brushRef="#br0">14415 11237 7703,'-6'-8'9,"3"0"108,-7 3 1,5 4 0,-4-4-84,-2 3 1,-2 9-1,0 2 1,2 4-156,1 2 0,1 4 0,-4 2 1,2-1 65,1 1 1,7 0-1,-2-4 1,4 3 166,1-3 1,0-1 0,0-1 145,0-1 0,6-6 0,4-3 247,2-4 0,3-1 0,-1-1-140,0-4 0,-4-3 0,-2-6 0,0-1-17,0 1 0,-3-1 0,3 1-225,-2 0 1,4-1-1,-5 1 1,-1 1-97,3 4 1,-6-4 0,6 5-603,-1 0 267,-4 1 1,9 9-1,-6 3 1,-2 4-445,-1 4 1,2 3 0,3 2 0,-1 2-994,1 3 1745,-3-6 0,22 36 0,6 2 0</inkml:trace>
  <inkml:trace contextRef="#ctx0" brushRef="#br0">14689 11065 7719,'0'-15'1212,"-2"7"0,-1 5-1032,-2 6 0,-4 7 1,2 9-1,1 5-258,-1 3 0,-2 3 0,2 2 0,1 2-287,0-2 1,-4 0 0,4 0 0,-1 2 42,1-3 0,1-7 0,5-4 653,0-4 1,0-10 226,0-6 1,0-8-1,0-11 1,2-5 60,2-3 0,0 3 0,5 0 1,1-2-232,-2-1 0,5 3 0,-4 2 0,4 1-291,1 3 0,1 4 0,-1 3 0,2 3-259,3 1 0,-8 4 1,4 6-1,-4 5-354,-3 5 0,3-2 1,-6 10-1,-2-2 62,-1 0 0,-4 5 0,-1-4 0,-3-1 166,-2 2 0,-2-5 0,-6 3 1,-1-3 149,-3-2 0,0 0 0,2 1 0,-1-2-42,1-4 1,2 2-1,2-6 1,-1-2-366,1-1 0,4-2-62,1 0 1,6-2 606,-2-2 0,35-24 0,10-10 0</inkml:trace>
  <inkml:trace contextRef="#ctx0" brushRef="#br0">14775 11324 7719,'10'-8'265,"-1"3"1,-4-2 615,5 3 0,-1-6-481,6 5 0,-6-1 1,1 3-168,1-2 0,0-2 0,0 4-76,-1-2 1,0-4 0,4 2 133,0-1 0,-4 4-158,0-6 0,-6 2 0,4-3 43,-1 1 1,-4 7-201,-8-2 0,2 4 0,-7 1 0,-1 1-214,-2 4 0,-1 5 0,-2 7 0,0 4-167,2 1 0,-4-2 0,10 2 1,-2 0-247,1 1 1,6-4 0,-2 3-1,3-1 147,2-3 1,7-2 0,2-2 0,4-1 503,1-4 0,58-41 0,-29 8 0,1 0 0</inkml:trace>
  <inkml:trace contextRef="#ctx0" brushRef="#br0">15149 11093 7719,'8'-27'-114,"-3"3"0,-2-1 0,0 5 0,2 3 1012,-2 1 1,-1 1-466,-2 1 1,0 8-1,0 6 1,-2 9 19,-2 9 0,0 4 0,-5 9 0,-2 2-299,-2 6 0,-2 8 0,1 5 0,-2 2-586,-3 4 0,8-9 0,-2 7 432,5-5 0,9 16 0,7 1 0</inkml:trace>
  <inkml:trace contextRef="#ctx0" brushRef="#br0">17796 12633 7689,'10'0'201,"0"0"1,-6 0 806,6 0 1,-5 0-1,4 0-558,2 0 1,-3 0 0,2 0 0,1 0-39,2 0 1,8 0 0,3-2 0,3-1-24,2-2 1,1-1-1,4 3 1,4-2-215,4 2 1,-1 1 0,-2 2-1,-4 0-264,0 0 0,-10 0 0,1 2-234,-8 2 0,-7 0 0,-11 5 0,-3 1 32,-7-2 0,-6 3 1,-13-6-1,0-2 337,1-1 1,-6 2 0,1 1 0,1-2 198,1-1 1,2-2-1,1-2 1,-1-1 127,0-2 1,7-4 0,3 4 0,3 0-354,1-1 1,2 3-1882,4-7 1,4 7 1860,10-2 0,48-35 0,-18 16 0,0 0 0</inkml:trace>
  <inkml:trace contextRef="#ctx0" brushRef="#br0">23709 12806 7587,'-6'8'110,"4"0"441,-2-4 437,2-2 475,-4 4-873,4-6 1,-1 0-189,12 0 0,4 0 0,14-1 0,5-4-11,3-5 0,10-2 0,8-3 0,4 1-220,6-1 0,-4 3 0,2 0 1,-5 4-386,-4 2 1,-12 1 0,-3 5-66,-10 0 1,-14 0-1,-14 2 1,-12 3-62,-10 4 1,-10 4 0,-6 1 0,-2 1-613,-2-1 1,3 1-1,0-3 952,0-2 0,27-44 0,7-15 0,3-7 0,1 0 0</inkml:trace>
  <inkml:trace contextRef="#ctx0" brushRef="#br0">16458 11654 7996,'-14'0'303,"4"-1"0,2-4 52,2-5 1,1 2-1,5-1 1,0-2-43,0-2 1,7 3 0,2 1 0,4-2-31,1-2 0,7-2 0,3 1 0,3 0 3,2-1 1,6 1-1,4-2 1,2-2-52,2-1 0,12-7 1,4 2-1,5-4-114,4-6 1,4 1 0,-33 12 0,1 0 0,2-2 0,0 0-26,3-2 0,0 0 1,1-1-1,-1-1 1,-1-2-1,-2-1 1,2 0-1,-1-1-43,0 1 1,0-2-1,0-1 1,-1-1-1,-1 2 1,-1 0-1,-2 0 1,-1 0 1,-2 0 0,-1 0 0,-2-1 0,-1-1 0,-4 2 0,0 0 0,22-30-2,-4 2 0,-10 0 0,-12 7 0,-4-3-7,-6-2 1,-1 1 0,-7-1-1,-2 1-36,-1-1 1,-2-4 0,2-2 0,1 0 105,2 0 0,-1 0 1,-4 2-1,0-5 174,0-4 1,0-1-1,0 0 1,0 2 84,0 3 1,0-2-1,0 5 1,-1 0-93,-4 0 0,2 2 0,-7 4 0,-1 1-164,-2-1 0,-1 1 0,0 1 0,-1 3-131,1 5 0,1-1 0,2-1 0,1 0-58,-1 1 1,-2 1 0,-1 5 0,-1 1 7,1 4 1,0-4 0,-1 5-1,1 1 199,0 2 1,-1 4 0,-1-1 0,-1-1 61,-3-1 1,0 4-1,2 5 1,-3-2 20,-1-1 1,4 0 0,-1 2 0,3 2-544,2 2 1,-1 2-1,1 3 1,0 0-2342,-1 2 0,6-2 693,-1 11 1,7 2 0,-2 9 951,3 9 0,9-1 1,4 7 1018,7 0 0,23 20 0,12 12 0</inkml:trace>
  <inkml:trace contextRef="#ctx0" brushRef="#br0">17480 8705 8080,'-8'-2'464,"3"-3"0,5 1 0,3-9 0,4-5-142,1-2 1,1-6-1,4-8 1,-2-4-14,-1-4 0,-1-7 0,6-4 0,-1-3 109,1-1 0,-6-7 1,-1-3-1,-2-2-102,-2 2 1,2-2 0,0 7-1,2 1-127,4 2 1,0 1 0,4 2 0,2 3-50,1 5 1,5 10 0,-3 6 0,-2 6-56,-3 7 0,2 10 0,-9 6 0,4 7 92,1 11 0,7 5 0,3 11 0,5 2 48,5 6 1,9 7-1,11 4 1,7 1-699,-28-24 0,1 0 0,5-1 0,2-1 0,4 1 1,1 0 472,3-1 0,6-1 0,11-4 0,11-3 0,1 0 0,-16-4 0,1 0 0,0 0 0,-1 0 0</inkml:trace>
  <inkml:trace contextRef="#ctx0" brushRef="#br0">11437 9324 7831,'0'8'1003,"2"-2"1,3-6-545,4 0 0,12-6 0,8-4 0,9-3-31,9-1 1,10-5-1,12-2 1,8 0-262,-35 11 0,2-1 0,3-1 0,0 0 0,5 2 0,0 1 0,0 1 0,0 0-96,-2 2 1,-1 1 0,-1 1 0,-2 2 0,-3 1 0,-2 2 0,37-1-207,-6 0 1,-18 0-1,-6 0 1,-13 0-190,-9 0 0,-5 0 291,-7 0 0,-8 0 0,-7 0 138,-12 0 0,-8 0 0,-7 0 0,-4 0-22,-7 0 1,-1 0-1,-13 0 1,-1 0-76,-2 0 0,-1 0 0,-3 0 0,-2 0 27,-5 0 1,3 4-1,2 3 1,3-1 11,1 0 1,0 6-1,3-4 1,3 1 197,9 1 0,13-5-157,11 4 0,11-1 1,9 2-1,12-5-257,9-4 1,14 1 0,7 1 0,10 2-845,7-2 0,7-1 1013,10-2 0,-12-6 0,12-4 0,2 0 0,-14 2 0,1 0 0,-1 0 0,1 0 0</inkml:trace>
  <inkml:trace contextRef="#ctx0" brushRef="#br0">25551 7827 8035,'0'-14'0,"0"-1"387,0 1 1,0 0 827,0-1 0,0 1-664,0-1 1,1 7 0,4 4 0,5 2-104,3 2 1,3 0-1,3 0 1,5 0-135,3 0 1,7 0 0,-1 2 0,-1 1-393,-2 2 0,-7 4 0,-6-2 0,-5 1-332,-8 3 1,-4-3 0,-6 1 0,-8 1 37,-9-2 0,-12 3 0,-7-6 1,-5 0 192,-5 1 1,4-4 0,-3 4 0,2-1 198,2 0 1,3 0 0,0-5 0,3 0 172,2 0 0,11 0 1,9 0-1,4-2-147,6-3 0,4 4 0,10-4 0,6 3-166,6 2 120,6 0 0,43-5 0,18-3 0,-24 3 0,0 0 0,1-1 0</inkml:trace>
  <inkml:trace contextRef="#ctx0" brushRef="#br0">18027 16863 7804,'9'10'-637,"1"-1"0,-6-1 0,4 3 637,-1-1 0,-2-5 0,-5 4 0,0 3 0,0-4 0,-2 1 0,-3 2 0,2 0 0,-7 1 0,-1-3 0,-1 2 0,-3 2 0,-31 27 0,-9 7 0</inkml:trace>
  <inkml:trace contextRef="#ctx0" brushRef="#br0">17796 17323 7824,'-14'0'0,"0"0"0,-1 0 0,1-4 928,-1-1 0,7-6-393,4 1 1,4 4-1,4 1 1,6 2-210,3-2 0,8 3 0,3-3 0,4 4-34,6 1 0,1 0 1,7 0-1,-1 0-125,4 0 1,1 0-1,-1 0 1,1 0-296,2 0 1,-4 1 0,-8 3-1,-2 0-212,-7 0 0,-8-1 374,-14 2 1,-13-4-1,-16 4 1,-5-3 25,-4-2 1,-6 0-1,-9 0 1,-4 1-4,-4 4 0,-2-3 0,1 2 0,-1 0 33,0 0 0,1-2 0,1 3 0,5-4 85,8-1 0,6 5 0,10 0-133,3-2 1,11-1 0,15-2 0,10 0-115,11 0 1,10-5 0,7 0 0,7 2-58,5 1 0,4 2 1,3 0-1,4 0-136,4 0 0,-3 0 1,-2 0-1,-1 0 240,1 0 1,1 0 0,1 0 0,-10 0 70,-8 0 1,-12 5 271,-15 0 1,-24 0-1,-14-5 1,-16 1 16,-11 4 0,-6-3 0,-5 3 0,-2-2-181,-4 2 1,3-2-1,-6 5 1,2 0-660,3 0 1,10 0 504,8 1 0,32-47 0,14-18 0</inkml:trace>
  <inkml:trace contextRef="#ctx0" brushRef="#br0">7078 13870 7948,'-45'4'0,"1"0"0,-1 0 0,0-1-22,0 0 0,1 0 0,1 0 0,-1 0 1,-3 3-1,-2 0 0,0-1 0,-1 1 24,-2 2 1,0 0 0,1-1 0,0 0 0,-2 3 0,-1 1-1,0-1 1,1-1-141,-2 0 1,-1 1 0,-1 3 0,-1 0 0,0-2 0,0 0 0,0 1 0,1 0 35,2 1 1,1-2 0,-1-2 0,0 0 0,-1 0 0,0 1 0,-2-1 0,-1 0 88,-1 1 1,0-1 0,0-3 0,0-1 0,3 2 0,-1 0 0,1 0-1,-1-1 10,1 1 1,-1-1-1,0-1 1,-1 0-1,1-1 1,0 1-1,-1 0 1,1 0 18,1-1 1,0 0-1,1 0 1,-1 0 0,-2-3-1,0 1 1,-2 1-1,0 0 10,-1 1 0,1 0 0,3-1 0,1-1 0,-2 2 0,0 0 1,-1 0-1,1 0 20,1 0 1,0 0 0,-4-2 0,1-1 0,0 2 0,0-1 0,1 0 0,0-1 56,2 2 0,1-1 0,1-1 0,0 0 0,-1 1 1,-1 0-1,1 0 0,-1-2 37,0 0 1,1 0 0,2 1 0,1 0-1,1 0 1,1 1 0,0 0 0,1 1-62,1-2 0,0 1 0,-1 1 0,-1 0 0,1 0 0,0-1 0,0 0 0,1-1 49,3 0 0,0 0 1,3 1-1,0 1 0,2-1 1,1 0-1,-39 2 91,2-3 1,3 1 0,7 1-1,6 3-175,3 2 1,1 2 0,2 4 0,4 2-47,4 4 1,3-3 0,3 7-1,4 2-160,5 1 1,4 6 0,3 3 0,2 0-41,-1 4 1,-3 4-1,0 3 1,0 5 38,5-1 1,-5 10 0,4-2 0,-3 5 140,-2 4 1,5 3 0,2 1-1,1 0 52,4 0 0,1 1 0,3 2 0,2 2 28,1-2 0,5 3 0,-3-1 0,0 0-75,0 1 1,4-7 16,-2-29 0</inkml:trace>
  <inkml:trace contextRef="#ctx0" brushRef="#br0">14 17007 8452,'19'57'0,"2"1"206,2 0 1,5-7 0,6-3-1,-1-4-236,3 0 0,-11-6 0,4-1 0,-2-1 49,0 1 0,2-5 0,-2 3 0,-1-1-44,-2 0 1,-5 1-1,3-3 1,-1 3 25,-3 2 0,-2-4 0,-2 4 1,2 0 16,3 0 1,-1-4 0,4 4 0,1-2 53,-1-3 1,2 0-1,5 0 1,0 0-16,-1-5 0,1 0 0,1-6 0,4 0-28,4 0 0,1-2 1,2-5-1,4 1-37,0-1 1,8-1 0,3-4 0,4-4-38,1-3 1,5-2 0,2 0 0,9 0 20,-34 0 1,0 0 0,-1-1 0,-1 0 0,4 0-1,0-1 1,1-1 0,1 0-56,1-2 1,1 2-1,1 0 1,1 1-1,5-3 1,1 0-1,2 0 1,-1 1 62,0 0 0,1 0 1,-1-2-1,0 0 1,1 3-1,-1 0 1,3 0-1,0 0 22,3-1 0,1 1 0,-3 0 0,1 1 1,1 2-1,1 0 0,0 0 0,0 0-88,1 0 0,0 0 0,1 0 0,1 0 0,2 1 0,0 0 1,2 1-1,-1 1 143,-1 1 1,0 1-1,1 0 1,-1-2-1,2 1 1,1 0-1,2 0 1,1 0-23,3 0 1,0 0 0,-2 0 0,-1 0 0,3 2 0,1 0 0,-1-2 0,0 1-141,1 1 0,1-1 0,-25 0 1,0-1-1,0 0 0,2 0 0,0 1 1,1-1-1,-1 0 0,1 0 0,-1-1 80,1 0 1,0 1 0,-1-1-1,-1 0 1,0 0 0,0 0-1,3 2 1,-1 0 0,1 0-1,0 0 1,0-1 0,1 1 7,1 0 0,1 0 0,-1-1 1,-2 1-1,0 0 0,1 0 0,0 0 1,0-1-1,0 1 0,0 0 0,-1 1 1,0-1-8,1 1 0,-1 1 1,1-1-1,1 0 0,1 0 1,-1 0-1,1 2 1,0 0-1,0 0 0,-1 0 1,1 0-1,-1 0-2,-2-1 1,0 1 0,1-1 0,0 2 0,0 0-1,0-1 1,1-1 0,0 0 0,0 0 0,2 0-1,0 0 1,0-1 1,1 1 1,0 0 0,0 0 0,-2 0 0,0-1 0,1 0 0,0 0 0,1-2-1,-1 1 1,1-1 0,0 1 0,0-1-80,2-1 0,0 0 0,1 0 1,0 0-1,0-1 0,0 0 1,3-2-1,0 0 0,0 0 1,0 0-1,0 0 0,0 0 129,-2 0 1,0 0 0,0 0-1,2-1 1,-1 1 0,0-1-1,1 0 1,-1 0 0,0 0-1,2-1 1,0 0 0,0-1-28,2 1 1,0-1 0,-1 0 0,-2 2 0,0 0 0,-1 0-1,2-1 1,0 0 0,0 0 0,0 0 0,0 1 0,0-1-92,1 1 1,0-1-1,0 0 1,2-1 0,0 0-1,0 0 1,3 1 0,-1 0-1,0 1 1,0 0-1,-1 0 1,0 0 86,-3 0 1,0 0-1,0 1 1,1 0 0,0 0-1,0 0 1,-2 0 0,-1 0-1,0 0 1,1 0 0,1 0-1,0 0-8,1 0 1,0 0 0,0 0-1,-6 0 1,-1 0 0,1 0-1,2 0 1,1 0 0,-1 0-1,-2 0 1,0 0 0,0 0 0,1 0 1,-1 0 0,0 0 0,0 0 0,0-1 0,1 0 0,0 1 0,0-1 0,1-1 0,-2 1 0,0-1 0,0 0 34,-1 1 0,-1 1 0,1-2 0,-1 0 1,1-1-1,0 0 0,1 1 0,0-1 1,0 0-1,1 0 0,1 0 0,-1 0 24,1 0 1,0-1 0,0 1 0,-4 0-1,1 0 1,-1 0 0,2-2 0,0 0-1,-1 0 1,1 0 0,0 1 0,-1-1-6,1 0 1,1 0 0,-1 0-1,3 0 1,0 0 0,0-1 0,-2 1-1,0-1 1,0 0 0,0-1 0,0 1-1,0 0-63,-2 0 0,0 0 1,0 0-1,-1 1 0,0-1 1,0 1-1,1 0 0,0 0 1,1 1-1,-1-1 0,1 0 1,0 0 16,1 0 0,0 0 0,-1 1 0,-4 0 0,0 1 1,0 0-1,0 0 0,1 0 0,-1 0 0,0-1 1,0 0-1,0 0-54,1 0 1,0 0 0,0 0 0,0-1 0,0 0 0,0 0 0,0 1 0,0 0 0,0 0 0,0 0 0,-1 0 0,1 0 22,-2 1 1,0 0 0,1 0 0,-1 0 0,1 0 0,-1-1 0,0 0 0,1-1-1,-1 0 1,2 0 0,0 1 0,0 0 4,2 1 0,0 0 0,-1-1 0,-3 0 0,-1 0 0,0 0 0,2 0 0,1 1 0,-1 0 0,0-1 1,-1 0-1,1-1 1,-1 1 0,0-1 0,1 0 0,0 0 1,1 0-1,-1 0 0,-1 1 0,0-1 0,0 0 1,0 0-1,-1 0 0,0 1 3,-1-1 0,-1 0 1,0 0-1,-1 0 1,-1 1-1,0-1 0,0 0 1,-1 1-1,0 0 1,-1 0-1,1 0 0,-1 1 17,0 0 0,1-1 0,-2 1 1,21-1-1,-2-1 0,0-2 1,-1 1-1,-3 0 0,-1 1 17,-2 0 1,-1 0 0,-3 3-1,0-1 1,-2 0 0,-2-2 0,-2 1-1,0 0 166,-5 0 0,-1 0 0,-4 3 0,-2-1 0,-1 0 0,0-1 0,37 2-66,-3 1 1,-7 0 0,-11 0 0,-7 0 306,-10 0 0,-6 0 0,-10 0 0,-3 0-293,-5 0 0,-9-2 0,-4-3 1,-1-4 382,0-4 1,0-3 0,-7-3 0,-3-7-426,-4-6 0,-9-5 1,-3-6-1,-1-1 100,-3-4 0,2-4 1,-1-7-1,-1-5-261,-3-8 0,6-1 0,11 32 0,1 0 0,1 0 0,-1-1 2,1 0 1,-1-1 0,-2-3 0,0-2 0,2-1 0,1-1-1,0-2 1,0-1-21,1-2 0,0 1 0,3-1 0,2-1 0,0-1 0,1-1 0,1 0 0,1-2 85,0-2 0,0-1 0,0 6 0,0 1 1,0-4-1,0 0 0,0 3 0,1 0 2,2 3 0,-1 0 1,-1-3-1,0 0 0,1 3 1,1 0-1,-2 0 0,1 0 7,0 4 0,1 0 0,-3 0 0,1 1 0,1 3 0,-1 0 0,-1 1 0,-3-1-18,-1 0 1,-1 0 0,-1 4 0,-1 2 0,-9-40 0,-5 8 189,-8 5 1,-3 6 0,-9 1 0,-6 7 20,-2 10 0,-10 1 0,-10 9 1,32 16-1,-1 2-108,-2-1 0,-2 1 0,0 3 0,-2 2 0,-1 0 0,-1 1 0,-2 0 0,0 0-50,-1-1 0,-1 1 0,-4 2 0,-1 1 0,-1-2 1,-1 0-1,-2 1 0,-1 0-145,1 1 0,0 0 0,-3 1 0,-1-1 0,-1-1 0,-1 0 0,-5 0 0,-1 1 81,-4 1 1,-2 1 0,0-3 0,-1 1 0,22 3 0,0 0 0,-1 1-1,-1-1 1,-1 0 0,0 1-124,-2 0 1,-1 0-1,0 1 1,-6 0-1,0 0 1,-1 0-1,-4 0 1,0 0 0,-2 0-1,-1-1 1,-2 0-1,1 1 72,-1-1 0,-1 1 0,1 1 0,16-1 0,0 1 0,-1-1 0,0 1 0,-3 0 0,0 0 0,-1 0 0,-1 0 0,-2 0 0,0 0 0,-1 0 0,-1 0-77,-3 0 0,0 0 1,-1 0-1,0 0 0,2 0 1,-1 0-1,0 0 0,0 0 1,-3 0-1,-1 0 0,0 0 1,0 0-1,-1 0 0,0 0 1,0 0-1,-1 0 153,15 0 1,0 0-1,0 0 1,-1 0-1,0 0 1,-3 0 0,-1-1-1,0 1 1,0 0-1,0-1 1,-1 1 0,0-1-1,-1 1 1,0-1-1,0 0 1,-1 0-1,0 0 1,0 0 0,0-1-1,0 1-47,0-1 1,0 1 0,0-1 0,0 0 0,0 1-1,-1-1 1,1 0 0,-1 0 0,-1 0 0,1 0-1,-3 0 1,0-1 0,0 0 0,0 0 0,0 0-1,-3 0 1,1 0 0,-1 0 0,0 0 0,-1 0 86,12 1 1,1-1 0,-2 1-1,1-1 1,0 1 0,0 0-1,0 0 1,1 0 0,0 1-1,0-1 1,0 1 0,-1-1-1,-1 1 1,-1-1 0,1 1-1,-1-1 1,0 0 0,0 1 0,0-1-1,-1 1 1,0-1 0,1 0-1,-1 1 1,0-1-43,-1 1 0,-1-1 1,1 1-1,-1 0 0,0 0 1,0-1-1,-2 1 0,-1-1 1,1 1-1,-1 0 0,-1-1 1,1 1-1,0 0 0,-1 1 1,0-1-1,0 1 0,0 0 1,0-1-1,-1 0 0,1 1 1,-1-1-1,0 0 0,0 0 1,0 0 7,-1 1 1,1-1 0,0 0 0,0 1 0,0-1 0,-1 1 0,1 0 0,0-1 0,1 1 0,-2 0 0,1 0 0,-1-1 0,10 1 0,-1 0 0,0 0 0,0 0 0,0 0 0,0 0 0,0 0 0,-1 1 0,0-1 0,0 0 0,0 0 0,0 0 0,0 1 0,-1-1-19,0 1 0,0-1 0,-1 1 0,1-1 0,0 1 1,0 0-1,0 0 0,1 0 0,0 0 0,1 0 1,0 0-1,0 0 0,-1 0 0,1 1 0,-1 0 1,0 0-1,0 0 0,0 0 0,0 1 0,0-1 1,-1 1-1,1-1 0,-1 1 0,0 0 0,0-1 1,0 1-1,0 0 0,-1 0-18,1 0 1,-1 0 0,0 0 0,-1 1 0,1-1 0,0 1 0,0 0-1,-1 0 1,0 1 0,0-1 0,0 1 0,0 0 0,0 0 0,-1 1-1,0-1 1,0 0 0,0 1 0,0-1 0,-1 1 0,1-1 0,0 1 0,0 0-1,0 0 1,0-1 0,1 1 0,-1 0 0,0 0 0,1 0 34,0 1 0,0-1 0,1 0 0,-1 0 0,1 0 0,-1 0 0</inkml:trace>
  <inkml:trace contextRef="#ctx0" brushRef="#br0">8646 14144 7947,'-28'0'-39,"-1"0"1,2-7 0,3-1 597,4 0-479,4 2 1,16 6 0,10 1-1,11 4-126,6 5 1,10-2-1,7 0 1,11 0 207,6 0 1,14-3 0,3 3 0,-34-4 0,2 0-78,3 0 0,2 0 0,9-3 0,2 1 1,7 0-1,2 1 0,7-2 0,1-1-162,-23 0 0,1 0 0,1 0 0,4 0 0,0 0 0,1 0 0,4 1 0,1-1 0,0 1 0,3 0 0,-1 0 0,2 0 106,1 0 1,0 1 0,0 0-1,0 0 1,1 1 0,-1 0-1,0-1 1,-1 0 0,1 0-1,0 2 1,1-1 0,-1 1-221,2 0 0,0 0 1,1 0-1,3-2 0,0-1 1,1 0-1,0 1 0,0 1 1,0-1-1,0-1 0,-1 1 1,2 0 171,-1-1 0,1 1 1,0-1-1,-19 1 1,-1-1-1,1 0 1,0 0-1,3-1 0,0 0 1,1 0-1,0 0 1,-1 0-1,1 0 1,0 0-1,-1 0-81,0 0 1,-1 0-1,1 0 1,0 0-1,1 0 1,0 0 0,0 0-1,0 0 1,-4 0-1,-1 0 1,0 0 0,1 0-1,0 0 1,1 0-1,0 0 1,0 0 98,1 0 0,-1 0 1,2 0-1,-1 0 0,0-1 1,1 0-1,0 0 1,0-1-1,-2 1 0,1-1 1,0 1-1,-1-1 0,19 0 1,-1 0-1,0 0-48,0-1 1,-1 1-1,-1 0 1,-1 0-1,0 0 1,-1 0 0,3 0-1,0 2 1,0-1-1,-1-1 1,-1 0 0,0 1 48,-3 0 0,-1 0 0,1 0 0,2-1 0,-1-1 0,0 1 0</inkml:trace>
  <inkml:trace contextRef="#ctx0" brushRef="#br0">7970 15539 7333,'-9'-5'-319,"-1"1"0,5-8 468,-4 3 1,4-2 0,-3 0 0,1 1 8,4-1 1,0-2-1,0-1 1,-2-1 134,2 1 1,0-1 0,-1 1 0,0 0 444,0-1 0,-2 1 694,1-1-1289,0 1 0,5 14 1,0 10-1,2 10-95,3 8 0,-4 8 0,4 8 0,-3 8-115,-2 9 0,0 6 0,-2 12 0,0-37 0,-1 2 53,-1 3 0,-1 0 1,-1 3-1,-1-1 0,0 2 1,0-1-1,-1 0 0,1 1-12,0-1 1,0 0-1,0 2 1,1-1-1,1-2 1,0-1 0,3-3-1,0-2-148,0 39 1,2-6 0,0-4-1,2-1-207,2-4 1,0 2-1,4-7 1,-2-1 15,-3-2 0,-1-2 0,-2 1 0,0-2 171,0-3 0,-2 1 0,-3-4 1,-3-1 129,0 1 0,-4-4 0,4-6 0,-2-3 153,0-2 0,3-1 0,-5-7 0,4-3 195,2-5 0,1-3 0,5-2 875,0 1-227,0-7-901,0-2-84,0 1 0,0 0-335,0 8 1,0-1 512,0 1 0,0-1-31,0 0 1,2-1-1,1-2 1,3-3 34,2-1 1,4-2 0,5-5 0,4 0 63,1 0 1,4 0 0,7 0 0,7 0 1,7 0 0,-1 0 0,7 0 0,1 0-2,2 0 0,6 0 1,1 1-1,-2 2-57,-2 2 0,-3 6 0,0-3 0,-2 2 16,0 0 0,-3-7 0,-11 3 0,-3-1-49,-2 0 0,-1 0 0,-5-5 0,-2 0-53,-3 0 1,1 0-1,-5 0 1,-3 0-277,-1 0 0,-1 0 0,-3 1-358,-2 4 0,-2-2 266,-3 7 0,-4-5 268,4 4 1,-5-6 163,-5 2 1,4-5-82,-4-5 1,3 2 0,1-6 0,-2-3-45,-2 0 1,0-3 0,5-1 0,0-1-12,0-3 0,0-4 1,0 4-1,0-1-117,0 0 0,0-5 0,0 3 0,0-6 19,0-5 0,6 4 0,2-5 0,2-1 49,0-2 0,1-8 0,6-2 1,2 0 15,-1-2 1,0 4 0,-1-7 0,2-1-47,-1-2 0,-4 3 1,-2 2-1,-4 0-36,-2 0 0,-1-2 1,-5-5-1,0 1 49,0-1 0,1-1 0,3-3 0,2-4 129,2 1 1,-3-4 0,4 5-1,1 0-2,-2 0 0,3-5 1,-6 4-1,-2-1 30,-1 4 1,-2 3 0,1 1 0,2 1 4,2-1 0,0 5 1,-5 0-1,0-1-5,0-2 0,0-5 1,0 2-1,0 3-34,0 0 0,0 5 0,2-2 1,1-1-16,2-2 1,-1 5 0,-4 3 0,2 3-32,3 2 0,-4-3 1,4 1-1,-3 5 129,-2 3 1,0 4 0,0 4 0,0 0 50,0 0 0,0 5 0,0 2 0,0 0-39,0-1 0,-5 1 1,0-4-1,2 4-143,1 1 0,1 0 1,-2 4-1,-4-2 15,-1 1 1,3 2-1,-3 2 1,0-1-50,1 1 1,-1-1-1,-4 3 1,3 0 14,-2 3 1,3 6 0,-2-4 5,-1 1 1,-2 4 13,-1-3 1,-1-1 2,1 1 1,4 0 9,1 5 1,4-1-1,-5-2 32,-1-2 1,-2-6-1,-3 3 1,-3-2 131,-5 0 0,0 2 0,-3-3 0,-5 3-66,-3 2 0,-8 1 0,-7 5 1,-1 0 34,-3 0 0,-9 0 0,-4 0 0,-2 2 61,2 3 0,-1-2 1,5 6-1,1 1 106,-2-2 0,13 3 1,3-6 117,11-2 0,13-1 0,5-2-162,3 0 1,8 1-346,3 4 0,3 3 1,4 6-1,1 1-38,2-1 0,6 1 0,-1-1 0,3 0-79,1 1 0,-4-1 0,-1 2 0,2 2 162,2 1 0,-3 5 0,-2-3 1,0 3 179,0 6 1,-5 2 0,2 10 0,-4 6-98,-1 6 0,-6 10 0,1-24 0,-1 1 0,-2 6 0,-2 1-43,-1 5 0,-2 1 1,0 1-1,-1 0 0,-1 6 1,0 0-1,-1-1 1,0 0-130,-1-1 0,0 1 0,0 1 1,1 0-1,1-3 0,2-1 1,1-1-1,2-2-481,2-3 0,2-3 1,1-4-1,3-3 0,7 34 613,5-6 0,4-5 0,5-6 0,5-1 0,3 1 0</inkml:trace>
  <inkml:trace contextRef="#ctx0" brushRef="#br0">26414 13295 10445,'14'1'-433,"1"4"0,7-3 0,7 4 433,8 0 0,23-21 0,22-14 0,3-2 0,-17 9 0,1 0 0,0-1 0,0 1 0</inkml:trace>
  <inkml:trace contextRef="#ctx0" brushRef="#br0">27479 12647 8267,'-15'0'465,"6"11"0,1 5 0,0 7-679,0 7 1,0 7 0,-3 13 0,1 9-109,-1 11 1,3 4 321,3-35 0,0 3 0,-5 28 0,-2 6 0,2-21 0,0 0 0,-1 1 0</inkml:trace>
  <inkml:trace contextRef="#ctx0" brushRef="#br0">27680 13151 8029,'-29'38'79,"1"1"0,5-6 0,4 6 0,3 0 156,2 3 0,4-4 0,2-1 0,2-2-50,2-3 0,9-1 0,5-4 0,3-5 51,1-7 1,2-3 0,3-7 0,4-3 15,-1-5 0,5-7 1,-5-8-1,2-2-403,0-3 0,-1-5 1,2-6-1,-1 0-300,2-1 0,-5-2 1,-2-6-1,-3 0-232,-2 0 1,-1-2-1,-2-1 683,-1-2 0,-45-26 0,14 37 0,0-1 0</inkml:trace>
  <inkml:trace contextRef="#ctx0" brushRef="#br0">28212 13136 8029,'-14'0'0,"0"0"42,-1 0 0,6 0 0,-1 0 0,-1 0 241,-2 0 0,-1 7 0,1 2 0,2 6-55,1 4 1,7 3 0,-2 7-1,4 0-193,1 0 1,1-1 0,4 0 0,3-3 11,0-1 1,5-6-1,-5 1 1,1-5 79,1-4 0,-5 1 291,4-6 0,-6-2-310,2-8 0,-3-4 1,-1-9-1,3-1-48,0 1 0,1 2 1,-3 2-1,1 0 173,2-1 0,4 6 1,-2 1-1,1 1 66,3 4 0,0 3 0,0 6 0,-1 9-181,1 7 1,2 7 0,1 5 0,-1 4-117,-3 4 1,-4 5 0,-6 3 0,-1 1 194,-4 4 1,-5-6 0,-9-1 0,-7-3 119,-6-2 1,-1 0-1,-7-1 1,-2-4-136,2-4 0,0-4 0,-1-3 0,2-1-463,6-2 1,6-11 0,6-1-1312,7-4 0,9-4 1592,0-9 0,-9-54 0,-2-20 0</inkml:trace>
  <inkml:trace contextRef="#ctx0" brushRef="#br0">29061 13079 8078,'-9'0'-17,"1"1"0,0 3 37,0 0 1,3 12 0,-3 2 0,0 6 96,0 6 1,0 15 0,-3 3 0,1 6-221,-1 4 0,-2 4 0,-1 2 0,-1-1 36,1-4 1,1-5 0,2-12 0,3-5 544,2-9-256,-6-5 1,11-22-1,-4-7 1,3-10 53,2-8 0,0-10 1,0-4-1,2-4-33,3-1 0,3-5 0,8-1 0,1-2-54,3-4 1,5-1 0,1-3 0,6-2-220,6-1 0,4 1 0,2 9 0,3 5 58,1 7 1,0 8 0,-7 13 0,-4 9-54,-8 7 0,-8 16 0,-10 6 0,-3 8-172,-2 7 0,-9 3 0,-11 7 0,-9 3-44,-4 1 0,-7 5 0,-1-5 1,-2-2 138,-3-1 1,4-9 0,-3 0-1,-1-3 79,-1 1 1,4-7 0,2-8 0,3-5 27,3-4 0,-1-4 1,11-7-1,3-6-77,4-7 1,6-2 0,6-8 0,2-1-420,2-3 1,11-5 490,9-1 0,12-14 0,6-8 0,4-2 0,1 0 0</inkml:trace>
  <inkml:trace contextRef="#ctx0" brushRef="#br0">29795 12359 8110,'-19'0'0,"0"0"239,1 0 0,-3 0 0,0 0 0,-1 2 244,-4 3 0,4 9 1,-2 12-1,-1 7-238,-3 11 0,0 12 1,-1 11-1,0 5-222,14-34 1,1 0-1,2 2 1,2 0-1,0 3 1,1 1-1,1-2 1,1 0-66,2-1 0,1 0 0,-1 36 1,10-12-1,6-6-692,7-4 0,4-11 734,7 0 0,25-8 0,7-7 0</inkml:trace>
  <inkml:trace contextRef="#ctx0" brushRef="#br0">29939 12849 8110,'-7'-8'-195,"-2"3"1,-4 3 0,0 4 0,2 4 953,1 9 1,1 7 0,-5 12 0,-1 6-222,1 6 0,6 0 1,3 7-1,3 0-466,2-2 0,2-3 0,4-10 1,7-6 0,5-6 1,7-12 0,-1-9 0,3-3 137,2-2 0,2-8 0,1-7 0,3-7 272,1-5 0,-4-4 0,2 1 1,-5 0 134,-5 2 1,-3 4 0,-9 0-322,-2 5 1,-7 11-1,-12 10-275,-11 11 1,-7 11 0,-8 12-1,-7 11-785,-4 7 0,-3 0 0,2 10 1,1-1-466,4-1 0,7-1 0,11-7 1,5-4-1600,3-5 2827,8 1 0,34-41 0,14-2 0</inkml:trace>
  <inkml:trace contextRef="#ctx0" brushRef="#br0">30716 12302 8107,'-7'14'584,"-1"15"0,-9 11 1,-6 16-353,-5 14 1,9-27 0,-1 1-1,1 5 1,0 2 0,-2 3-1,0 1-229,0 2 0,-1 0 1,1-1-1,1 0 1,1-3-1,1-1 0,3-4 1,1-2-260,3-3 0,1-1 1,1 28-1,5-10 256,8-6 0,32-48 0,12-10 0,8 0 0,-1 1 0</inkml:trace>
  <inkml:trace contextRef="#ctx0" brushRef="#br0">30932 12662 8042,'9'0'510,"1"0"1,-7 3 0,3 6 0,-1 14 101,0 12 0,0 11 0,-5 18 0,0 8-683,0 8 1,2-38 0,0-1-1,2 0 1,-1 0 0,3 34-844,1-6 0,4-7 914,-2-9 0,17-4 0,4-5 0</inkml:trace>
  <inkml:trace contextRef="#ctx0" brushRef="#br0">31478 12690 7985,'-33'0'-261,"-1"0"1,-7 13 0,-3 10 0,-8 12 349,-9 13 0,28-18 0,-1 2 0,-4 4 0,-1 2 0,0 2 0,0 3-136,1 1 0,1 1 0,-2 0 0,2 0 0,6-4 0,2-1 47,0-1 0,2-1 0,-18 29 0,10-3 0</inkml:trace>
  <inkml:trace contextRef="#ctx0" brushRef="#br0">31593 12288 7985,'43'-24'0,"1"3"918,-1 5 1,0 8 0,-1 19-1,-4 16-198,-5 18 1,-9 16 0,-14-22 0,-2 3 0,-3 4-1,-2 1-485,-4 3 1,-3 2-1,-1 4 1,-4 2-1,-6 3 1,-2 1-1,-1 0 1,-1-1-866,-2 0 0,-1-1 0,-2 1 0,0-2 1,1-7-1,0-3 630,0-2 0,-2 0 0,-11 7 0,-2 1 0,1 0 0,-1 0 0</inkml:trace>
  <inkml:trace contextRef="#ctx0" brushRef="#br0">27867 14431 8495,'21'0'568,"3"0"0,11-1 1,13-2-1,21-2-236,-24 3 1,4 1 0,15 0-1,5 0 1,-15 1 0,3 0-1,1 0 1,7 0 0,1-1-1,1 0-198,8 1 1,1-2-1,2 0 1,-14-2 0,0-1-1,2-1 1,1 0 0,4-2-1,1 0 1,0-2-1,2 1-449,2-1 1,0 0-1,2-2 1,5-1-1,-9 0 1,4-2 0,2-2-1,2 0 1,1 0-1,0 0 1,-6 1 0,1 0-1,0-1 1,-1 1-1,1 0 1,0 0-1,-1-1 1</inkml:trace>
  <inkml:trace contextRef="#ctx0" brushRef="#br0">29694 13856 11300,'15'-5'338,"-1"0"0,0 0 1,1 5-1,-1 0-289,1 0 0,5 0 1,4 0-1,4 0-99,0 0 1,1 0 0,0 0 0,0 2-1582,-1 3 1631,1-4 0,38-1 0,10-8 0</inkml:trace>
  <inkml:trace contextRef="#ctx0" brushRef="#br0">30960 13654 8790,'8'-1'2399,"-3"-4"1,3 2-2113,2-7 0,-2 7 0,1-2 0,2 4-680,2 1 1,3 0 0,3 1 392,5 4 0,26-6 0,21-4 0,2 0 0,6 2 0,0-1 0,-1 1 0</inkml:trace>
  <inkml:trace contextRef="#ctx0" brushRef="#br0">26414 10072 8444,'-14'1'-686,"-1"4"1,6-3 0,-1 3 783,-1-4 0,3 1 581,-2 3 423,7-4-867,-3 6 0,6-9 1,1-1-1,4-2-47,5 2 0,2-4 1,3 3-1,1-1-32,3-2 1,3 6 0,9-4 0,1 3-318,1 2 1,14 0 0,4 0 160,13 0 0,-17-12 1,14-9-1,7-6 0,3-1 1,-2 1-1,-4 3 1,0 0-1,0 0 0,0 0 1,0 0-1,0 0 1</inkml:trace>
  <inkml:trace contextRef="#ctx0" brushRef="#br0">28155 9180 8777,'-10'8'438,"1"6"0,-3 15 1,-7 16-1,-6 11-327,-7 9 1,14-24 0,-1 1 0,-2 3-1,-1 1 1,1 3 0,0 0-276,2 1 0,0 1 1,1-4-1,1 0 0,3-1 1,1 1-1,0-3 1,2 0 161,0-4 1,2 1 0,6 9 0,3 1 0,1-6 0,0-1 0</inkml:trace>
  <inkml:trace contextRef="#ctx0" brushRef="#br0">28371 9813 8815,'-20'14'-56,"0"1"0,-3 1-21,-2 3 0,-7 9 1,-2 11-1,2 4 298,2 5 1,7-2-1,6 7 1,6-2-135,6-4 1,11-7 0,10-15 0,11-4-144,10-5 1,5 0 0,-1-11-1,-1-2 214,-1-1 1,-3-10-1,4-5 1,-3-6 76,-2-4 0,4 2 0,-6-6 0,-2-3-29,-6-1 0,1-4 1,-9 0-221,-4-2 0,-5 4 0,-11-4 0,-7 0 0,-10 2-192,-11 0 1,-7 6 0,-10 5 0,-5 0-209,-3 2 0,0-2 0,5 8 0,10 3-60,10 0 1,12 7-1,17 1 47,17 3 0,20 4 0,22 3 427,9 4 0,-4-7 0,19-4 0,8-1 0,-1 0 0,-12 1 0,1 0 0,0 0 0,0 0 0,-1 0 0</inkml:trace>
  <inkml:trace contextRef="#ctx0" brushRef="#br0">29536 9798 8575,'-27'-6'0,"1"-4"308,2-2 1,5-3 0,-3 1 275,1-1 1,3 9 0,7 8-555,2 10 0,5 9 0,-2 10 0,1 1-104,0 1 1,1 7 0,4-3 0,0 1-3,0 1 0,1-7 0,4 1 0,5-4 42,2-5 1,9-5 0,5-9-1,4-6 35,4-2 1,6-15-1,-2-6 1,2-6 100,-2-4 0,-4-5 1,-10-1-1,-5 0 54,-3 0 1,-3-4-1,-4 6 1,-4 2 241,-3 6 1,-4-1 0,-3 9-267,-4 4 0,2 6 1,3 14-1,2 7-201,2 9 0,0 10 0,0 6 0,0 4-36,0 5 1,5 3 0,0 8-1,-2 2 14,-2 1 0,-1 2 0,-1-3 1,-6 1 26,-7-1 1,-7 1-1,-8-3 1,-1-4 105,-3-4 1,1-2 0,-7-2-1,-1 1-155,-1-2 1,-2-8 0,-1-2 0,1-4-213,0-4 0,1 4 1,4-11-1,6-2-319,7-4 1,9-10 0,8-2 643,1-6 0,-6-57 0,2-29 0,3 25 0,0 1 0,0 0 0</inkml:trace>
  <inkml:trace contextRef="#ctx0" brushRef="#br0">30486 9798 8562,'0'-24'-493,"0"2"0,0 1 493,0 4 0,0 9 0,0 8 0,0 14 0,0 15 0,0 9-125,0 9 1,-7 5 0,-2 11 0,-4 2 85,-2 1 0,-4-1 1,-2-2-1,-3 2-102,-6 1 1,1-4 0,-4-9 0,2-8 263,3-10 0,5-10 0,4-15 1,5-7 110,4-6 0,4-8 0,6-13 0,0-10 283,0-6 0,8-9 0,6-6 0,8-4-197,6-3 0,7-7 0,3 0 0,-17 33 0,1-1-184,2-2 1,0 1 0,2 0 0,1 1 0,3 2 0,1 1 0,0 2 0,2 0 30,-1 2 0,1 1 0,-1-1 0,0 3 0,30-15 1,-10 10-155,-11 10 1,-6 7 0,-7 6-180,-4 4 0,-10 5 0,-11 5 0,-6 4-337,-7 4 1,-4 8 0,-7 3 0,-8 3-22,-7 2 0,-8 6 0,-5 3 0,-7 2 46,-5-1 0,0 1 0,7-7 0,3-1 478,1-2 0,10-2 0,12-4 0,7-5 0,11-10 0,36-39 0,19-23 0,3-3 0,0 0 0</inkml:trace>
  <inkml:trace contextRef="#ctx0" brushRef="#br0">31521 8834 8562,'-6'-20'-118,"0"4"0,-7-4 0,0 4-368,-3 2 0,-6 6 0,1 5 0,-2 8 486,-2 9 0,-2 8 0,-2 14 0,0 7 0,0 8 0,-3 6 0,2 6 0,3 4 0,0 3 0,16-30 0,1 0 0,0 2 0,1 1 0,1 2 0,1-1 0,2 1 0,1 0 0,0-4 0,1 0 0,5 34 0,3-7 0,31-25 0,13-2 0,6-1 0,0 1 0</inkml:trace>
  <inkml:trace contextRef="#ctx0" brushRef="#br0">31636 9122 7059,'-6'-8'-212,"-4"3"1,-2 12 0,-3 9 0,3 12 550,2 14 0,-1 9 0,6 13 0,2 8-535,1 8 0,2-36 0,2 2 0,0-1 0,2 1 196,0-2 0,7 1 0,14 0 0,10 2 0,2 0 0,5 3 0,-1 0 0,1 1 0</inkml:trace>
  <inkml:trace contextRef="#ctx0" brushRef="#br0">31996 9280 8562,'-24'-8'0,"0"4"0,-6 4 0,-10 6 0,-10 10-334,-12 11 0,-5 15 0,27-16 0,0 2 0,0 2 1,0 1 333,0 2 0,0 1 0,3 1 0,1 0 0,-1 0 0,2 2 0,-5 8 0,1 1 0,2 2 0,1 0 0</inkml:trace>
  <inkml:trace contextRef="#ctx0" brushRef="#br0">32255 8964 8562,'22'1'-210,"-2"4"0,-4-2 1,-4 9-1,-2 5 700,-5 10 1,-5 18 0,-7 19 0,1-23-1,-4 1-286,-2 9 0,-3 1 0,0 1 0,-2 2 0,-3 5 0,-1 0 0,-2-1 0,-1-1-352,0 0 1,-1-1-1,-2 1 1,-1 1-1,-1-1 1,-2 0-1,-1 0 1,0-2-262,-1-3 0,0-2 0,3-5 0,0-3 1,-2-3-1,0-1 0</inkml:trace>
  <inkml:trace contextRef="#ctx0" brushRef="#br0">27723 11151 8562,'34'0'0,"1"0"-485,2 0 1,-4 0 0,4 0 0,0 0 569,0 0 1,1-2 0,5-1 0,0-2 16,0 2 1,-4 0 0,-2 0 0,-2-2-104,-3 2 0,-3 1 0,-6 2 1,-3 0-32,-4 0 0,-7 0-44,1 0 0,-7-2-14,2-2 0,-5 2 0,-3-4 20,-2-1 1,-6 6-1,1-6-46,-3 1 0,-1 4 0,-1-4 0,1 1 39,0 0 0,-1 1 0,1 4 0,-2-2 71,-3-3 1,8 4 0,-4-4 0,2 3 239,1 2 0,-3 0 889,1 0-745,6 0 0,9-5 1,15 1-1,13 0-20,13 3 1,11 1-1,15 0 1,-27 0 0,1 0-22,6 0 0,2 0 0,7-2 1,3-1-1,6 0 0,2 1 1,6 0-1,2 1-193,-21 0 0,0 1 0,0-1 0,26 1 0,1 0 0,-25 0 0,1 0 0,-1 0 0,1 0 0,-1 0 0,0 0-245,-1 0 0,1 0 0,1 0 0,1 0 1,1 0-1,0 0 0,-1 0 0,1 0 1,0 0-1,-1 1 0,-1-1 0,0 1 35,-1 0 1,-1 0 0,-1 2 0,26 2 0,-2 3 0,-1 1 0,-1 2 0,0 1 0,0 0-175,1 3 0,-1 1 0,-7-2 0,-1 2 0,-2 3 1,-1 0 239,-4 1 0,0 0 0,-1 0 0,-2 0 0,-2 1 0,-2 0 0,-2 0 0,-1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35ECD-213B-1544-B9E8-3DFD6007AA82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6104F-D7A9-F84F-B433-046ED897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quick notation, mostly following Cover/Thomas</a:t>
            </a:r>
            <a:r>
              <a:rPr lang="en-US" baseline="0" dirty="0"/>
              <a:t> Inf. Theory book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D1F179-F6AC-DB46-A46D-5F8EC4079EB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3847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reasoning echoes the axiomatic approach that Shannon took in one of his original papers…</a:t>
            </a:r>
          </a:p>
          <a:p>
            <a:r>
              <a:rPr lang="en-US" dirty="0"/>
              <a:t>A</a:t>
            </a:r>
            <a:r>
              <a:rPr lang="en-US" baseline="0" dirty="0"/>
              <a:t> unique function satisfies it… (NOT QUITE unique, we have to specify the base, the unit of information. We’ll use bits.)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D1F179-F6AC-DB46-A46D-5F8EC4079EB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746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reasoning echoes the axiomatic approach that Shannon took in one of his original papers…</a:t>
            </a:r>
          </a:p>
          <a:p>
            <a:r>
              <a:rPr lang="en-US" dirty="0"/>
              <a:t>A</a:t>
            </a:r>
            <a:r>
              <a:rPr lang="en-US" baseline="0" dirty="0"/>
              <a:t> unique function satisfies it… (NOT QUITE unique, we have to specify the base, the unit of information. We’ll use bits.)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D1F179-F6AC-DB46-A46D-5F8EC4079EB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4179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D1F179-F6AC-DB46-A46D-5F8EC4079EB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6335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PROBABILITY mass by half every time. Therefore,</a:t>
            </a:r>
            <a:r>
              <a:rPr lang="en-US" baseline="0" dirty="0"/>
              <a:t> if an event has probability p, it should show up as a leaf on the log 1/p level (or a leave at level j has </a:t>
            </a:r>
            <a:r>
              <a:rPr lang="en-US" baseline="0" dirty="0" err="1"/>
              <a:t>prob</a:t>
            </a:r>
            <a:r>
              <a:rPr lang="en-US" baseline="0" dirty="0"/>
              <a:t> ½^j)</a:t>
            </a:r>
            <a:endParaRPr lang="en-US" dirty="0"/>
          </a:p>
          <a:p>
            <a:r>
              <a:rPr lang="en-US" dirty="0"/>
              <a:t>18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D1F179-F6AC-DB46-A46D-5F8EC4079EB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7611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PROBABILITY mass by half every time. Therefore,</a:t>
            </a:r>
            <a:r>
              <a:rPr lang="en-US" baseline="0" dirty="0"/>
              <a:t> if an event has probability p, it should show up as a leaf on the log 1/p level (or a leave at level j has </a:t>
            </a:r>
            <a:r>
              <a:rPr lang="en-US" baseline="0" dirty="0" err="1"/>
              <a:t>prob</a:t>
            </a:r>
            <a:r>
              <a:rPr lang="en-US" baseline="0" dirty="0"/>
              <a:t> ½^j)</a:t>
            </a:r>
            <a:endParaRPr lang="en-US" dirty="0"/>
          </a:p>
          <a:p>
            <a:r>
              <a:rPr lang="en-US" dirty="0"/>
              <a:t>18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D1F179-F6AC-DB46-A46D-5F8EC4079EB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5497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out average code length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AD1F179-F6AC-DB46-A46D-5F8EC4079EB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9167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Obligatory</a:t>
            </a:r>
          </a:p>
        </p:txBody>
      </p:sp>
    </p:spTree>
    <p:extLst>
      <p:ext uri="{BB962C8B-B14F-4D97-AF65-F5344CB8AC3E}">
        <p14:creationId xmlns:p14="http://schemas.microsoft.com/office/powerpoint/2010/main" val="2110516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Obligatory</a:t>
            </a:r>
          </a:p>
        </p:txBody>
      </p:sp>
    </p:spTree>
    <p:extLst>
      <p:ext uri="{BB962C8B-B14F-4D97-AF65-F5344CB8AC3E}">
        <p14:creationId xmlns:p14="http://schemas.microsoft.com/office/powerpoint/2010/main" val="3657234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NMI = normalized Mutual information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1F179-F6AC-DB46-A46D-5F8EC4079EB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281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841B1-64A8-D880-00D9-6F12E0867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C486F-2F4B-0056-9EED-9EA417EAE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81847-A9F7-85BD-52AF-86E72048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4AC9F-F771-B995-3751-1DD764EC6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9577B-11D3-5C17-F7BD-0B636886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2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8086-E6FB-340B-4E62-E76F3E1F5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86013-8DD1-18A3-9136-107FEFDB0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8CF6C-CE00-B6FD-9F56-9F9B0179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5F2FA-269D-BC0E-AA81-3983AFD7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DC4D5-2450-A443-6000-E520319A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7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D962-53BF-0454-43BA-A9277696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7905E-F0E9-F2F4-8F76-E6B3412BD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78205-2CE6-B00A-68B7-BB61E162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DF6B6-3ABD-58BF-8DB5-0A1E4B14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FE302-BD6E-E02E-F10E-7A20FBD16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7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1854-CA02-70E8-6CBE-AD8B4B95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B3990-231C-584C-B8AE-96C67EB08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59B53-79FE-01A4-F412-C3C1F1410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FC70-2E90-0661-06D5-D17989D8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2FFBB-BC71-6920-3356-6AFC96AF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C55F2-086B-BA79-5F1B-F189BBDC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7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02E1E-716E-B9C9-E35F-768E8987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FB1A7-58B0-2C85-F1B5-968854C85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5D4D9-0277-4F3F-A99D-FE7CA3209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36F45-C9E4-B44A-2E13-510C49AAF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04562-4543-27FD-0E7D-64C4652DD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9B82F-4A4E-06E8-B969-8C8B85CE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E50636-70B5-F2A8-DD77-2C2EA1C4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342D4-A245-1F49-38EF-E8203DF4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5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2BED-F000-1E87-E996-17A76B80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6CDBD-144F-0B6D-3228-BC75CE2B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E9919B-9978-BE57-F2D8-DF3792C8F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87A1D-67AE-EC0A-7BCE-806490C0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24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9DB6E-622C-6047-A275-1F0C5887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305D9B-6B1C-CFE2-56BB-640874446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35B8A-8FFB-4C1C-B1DB-4D275386C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8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C7590-D395-6293-7BCF-49163A030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F1537-B770-798A-F174-8B491C173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806CA-DC34-F5A3-D013-CDC2E3670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37694-8BF8-2C13-FC11-AAC2FF79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DA1FF-2E69-C695-803B-28DC3791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D6065-53D7-59C7-1D8C-705D33B8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6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490BE-DB7F-5902-D9E2-6D0CAD03F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D03F6A-B30D-4D93-2BF5-B4F3456D4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345FE-61C0-585E-1588-A906605AC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1E775-640D-17D6-28AA-3D5E9A0D2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824C9-6CEA-52C2-8468-DF46DE5BF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55951-786C-F7A1-ACA4-D170E16E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6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DF42-8815-0C14-8A46-03411DF47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6BB1EF-CAE5-F8C9-B8F5-64D824BCA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B064E-F14F-72BE-9880-3F7F604F2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4A5E7-C0F9-8DD3-0A93-A7EEC9A21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D7B86-EC86-ADE6-65C9-F066ED74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2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36DB4-C83A-AED0-3599-3C0EE66D1C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5F7D3-3EAB-A14A-B462-2ADAF88FC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1465B-5789-C742-E6FA-1926DEE0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197DC-D042-0B88-1615-3D6956AD9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D8C7B-CD0C-3010-0C3F-8B327E821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17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2312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82810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72095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30305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2916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51671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06619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" name="Google Shape;83;p2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62409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3695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92" name="Google Shape;92;p2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57537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7695B3D-C104-2246-BA67-2916B59CA2CE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97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9403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3842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843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9442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2401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920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9401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6063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2528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847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42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5860C-E4E6-832B-8DBE-16D6CDE2A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6FB74-98EB-8AB1-7C21-F655E508D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08692-7BC1-F40C-7DED-5695A4C39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9448D-3169-EB43-B728-DA382CB95E8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45FE2-14A8-5F45-7D18-2A3C5CE78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6C174-F6E3-90BE-F8FF-1F06ECC73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9C2A3-623E-064D-8349-A4E565230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2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33">
                <a:solidFill>
                  <a:schemeClr val="dk2"/>
                </a:solidFill>
              </a:defRPr>
            </a:lvl1pPr>
            <a:lvl2pPr lvl="1" algn="r" rtl="0">
              <a:buNone/>
              <a:defRPr sz="1333">
                <a:solidFill>
                  <a:schemeClr val="dk2"/>
                </a:solidFill>
              </a:defRPr>
            </a:lvl2pPr>
            <a:lvl3pPr lvl="2" algn="r" rtl="0">
              <a:buNone/>
              <a:defRPr sz="1333">
                <a:solidFill>
                  <a:schemeClr val="dk2"/>
                </a:solidFill>
              </a:defRPr>
            </a:lvl3pPr>
            <a:lvl4pPr lvl="3" algn="r" rtl="0">
              <a:buNone/>
              <a:defRPr sz="1333">
                <a:solidFill>
                  <a:schemeClr val="dk2"/>
                </a:solidFill>
              </a:defRPr>
            </a:lvl4pPr>
            <a:lvl5pPr lvl="4" algn="r" rtl="0">
              <a:buNone/>
              <a:defRPr sz="1333">
                <a:solidFill>
                  <a:schemeClr val="dk2"/>
                </a:solidFill>
              </a:defRPr>
            </a:lvl5pPr>
            <a:lvl6pPr lvl="5" algn="r" rtl="0">
              <a:buNone/>
              <a:defRPr sz="1333">
                <a:solidFill>
                  <a:schemeClr val="dk2"/>
                </a:solidFill>
              </a:defRPr>
            </a:lvl6pPr>
            <a:lvl7pPr lvl="6" algn="r" rtl="0">
              <a:buNone/>
              <a:defRPr sz="1333">
                <a:solidFill>
                  <a:schemeClr val="dk2"/>
                </a:solidFill>
              </a:defRPr>
            </a:lvl7pPr>
            <a:lvl8pPr lvl="7" algn="r" rtl="0">
              <a:buNone/>
              <a:defRPr sz="1333">
                <a:solidFill>
                  <a:schemeClr val="dk2"/>
                </a:solidFill>
              </a:defRPr>
            </a:lvl8pPr>
            <a:lvl9pPr lvl="8" algn="r" rtl="0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25545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42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89"/>
            <a:fld id="{17695B3D-C104-2246-BA67-2916B59CA2CE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 defTabSz="457189"/>
              <a:t>1/26/26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89"/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89"/>
            <a:fld id="{A156C997-875C-9540-B541-28B793EB902F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 defTabSz="457189"/>
              <a:t>‹#›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2985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jp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3.xml"/><Relationship Id="rId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9.png"/><Relationship Id="rId5" Type="http://schemas.openxmlformats.org/officeDocument/2006/relationships/customXml" Target="../ink/ink9.xml"/><Relationship Id="rId4" Type="http://schemas.openxmlformats.org/officeDocument/2006/relationships/image" Target="../media/image1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2.png"/><Relationship Id="rId5" Type="http://schemas.openxmlformats.org/officeDocument/2006/relationships/customXml" Target="../ink/ink10.xml"/><Relationship Id="rId4" Type="http://schemas.openxmlformats.org/officeDocument/2006/relationships/image" Target="../media/image1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4.png"/><Relationship Id="rId4" Type="http://schemas.openxmlformats.org/officeDocument/2006/relationships/customXml" Target="../ink/ink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6.png"/><Relationship Id="rId5" Type="http://schemas.openxmlformats.org/officeDocument/2006/relationships/customXml" Target="../ink/ink12.xml"/><Relationship Id="rId4" Type="http://schemas.openxmlformats.org/officeDocument/2006/relationships/image" Target="../media/image25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emf"/><Relationship Id="rId7" Type="http://schemas.openxmlformats.org/officeDocument/2006/relationships/customXml" Target="../ink/ink13.xml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4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7" Type="http://schemas.openxmlformats.org/officeDocument/2006/relationships/image" Target="../media/image33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4.xml"/><Relationship Id="rId6" Type="http://schemas.openxmlformats.org/officeDocument/2006/relationships/customXml" Target="../ink/ink14.xml"/><Relationship Id="rId5" Type="http://schemas.openxmlformats.org/officeDocument/2006/relationships/image" Target="../media/image28.emf"/><Relationship Id="rId4" Type="http://schemas.openxmlformats.org/officeDocument/2006/relationships/image" Target="../media/image32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2262" TargetMode="External"/><Relationship Id="rId2" Type="http://schemas.openxmlformats.org/officeDocument/2006/relationships/hyperlink" Target="https://arxiv.org/abs/1701.07875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arxiv.org/abs/1410.7404" TargetMode="External"/><Relationship Id="rId5" Type="http://schemas.openxmlformats.org/officeDocument/2006/relationships/hyperlink" Target="https://arxiv.org/abs/1710.03839" TargetMode="External"/><Relationship Id="rId4" Type="http://schemas.openxmlformats.org/officeDocument/2006/relationships/hyperlink" Target="https://arxiv.org/abs/1606.02307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hyperlink" Target="https://en.wikipedia.org/wiki/Scoring_rul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BE7E08-8489-166B-87F1-8F7C9B4BAB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06627"/>
                <a:ext cx="10515600" cy="567033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Rockwell" panose="02060603020205020403" pitchFamily="18" charset="77"/>
                  </a:rPr>
                  <a:t>Today’s mystery </a:t>
                </a:r>
              </a:p>
              <a:p>
                <a:pPr marL="0" indent="0">
                  <a:buNone/>
                </a:pPr>
                <a:r>
                  <a:rPr lang="en-US" sz="3600" dirty="0"/>
                  <a:t>We talked about minimizing </a:t>
                </a:r>
                <a:r>
                  <a:rPr lang="en-US" sz="3600" i="1" dirty="0"/>
                  <a:t>negative log likelihood</a:t>
                </a:r>
                <a:r>
                  <a:rPr lang="en-US" sz="3600" dirty="0"/>
                  <a:t> loss for a classifier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=1..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endChr m:val="|"/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But if you look at any code you’ll see that they use </a:t>
                </a:r>
                <a:r>
                  <a:rPr lang="en-US" sz="3600" i="1" dirty="0"/>
                  <a:t>cross entropy</a:t>
                </a:r>
                <a:r>
                  <a:rPr lang="en-US" sz="3600" dirty="0"/>
                  <a:t>. </a:t>
                </a:r>
                <a:endParaRPr lang="en-US" sz="3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BE7E08-8489-166B-87F1-8F7C9B4BA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06627"/>
                <a:ext cx="10515600" cy="5670336"/>
              </a:xfrm>
              <a:blipFill>
                <a:blip r:embed="rId2"/>
                <a:stretch>
                  <a:fillRect l="-1689" t="-2232" r="-1930" b="-15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10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DDABD-E0FF-F13C-B761-F3996BB5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“entropy”?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949A0-36DC-C626-1464-A228D161D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Entropy</a:t>
            </a:r>
          </a:p>
          <a:p>
            <a:pPr lvl="1"/>
            <a:r>
              <a:rPr lang="en-US" dirty="0"/>
              <a:t>Axiomatic approach</a:t>
            </a:r>
          </a:p>
          <a:p>
            <a:pPr lvl="1"/>
            <a:r>
              <a:rPr lang="en-US" dirty="0"/>
              <a:t>Compression</a:t>
            </a:r>
          </a:p>
          <a:p>
            <a:r>
              <a:rPr lang="en-US" dirty="0"/>
              <a:t>KL divergence</a:t>
            </a:r>
          </a:p>
          <a:p>
            <a:r>
              <a:rPr lang="en-US" dirty="0"/>
              <a:t>Cross entropy</a:t>
            </a:r>
          </a:p>
          <a:p>
            <a:r>
              <a:rPr lang="en-US" dirty="0"/>
              <a:t>Connection to log likelihood objective</a:t>
            </a:r>
          </a:p>
        </p:txBody>
      </p:sp>
    </p:spTree>
    <p:extLst>
      <p:ext uri="{BB962C8B-B14F-4D97-AF65-F5344CB8AC3E}">
        <p14:creationId xmlns:p14="http://schemas.microsoft.com/office/powerpoint/2010/main" val="271129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Axiomatic approach: Why “log” probabilities?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301999"/>
            <a:ext cx="8229600" cy="3074739"/>
          </a:xfrm>
        </p:spPr>
        <p:txBody>
          <a:bodyPr>
            <a:normAutofit/>
          </a:bodyPr>
          <a:lstStyle/>
          <a:p>
            <a:r>
              <a:rPr lang="en-US" dirty="0"/>
              <a:t>A random variable</a:t>
            </a:r>
          </a:p>
          <a:p>
            <a:endParaRPr lang="en-US" dirty="0"/>
          </a:p>
          <a:p>
            <a:r>
              <a:rPr lang="en-US" dirty="0"/>
              <a:t>How would we quantify uncertainty, H(X)? </a:t>
            </a:r>
          </a:p>
          <a:p>
            <a:r>
              <a:rPr lang="en-US" dirty="0"/>
              <a:t>2 dice: 6*6 = 36 states</a:t>
            </a:r>
          </a:p>
          <a:p>
            <a:r>
              <a:rPr lang="en-US" dirty="0"/>
              <a:t>log(6*6) =  log(6) + log(6) = 2 log(6)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60279" b="25370"/>
          <a:stretch/>
        </p:blipFill>
        <p:spPr>
          <a:xfrm>
            <a:off x="913274" y="1581895"/>
            <a:ext cx="1141663" cy="14157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6465" t="22904"/>
          <a:stretch/>
        </p:blipFill>
        <p:spPr>
          <a:xfrm>
            <a:off x="2628757" y="1614563"/>
            <a:ext cx="1251284" cy="1462507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76" b="-28183"/>
          <a:stretch/>
        </p:blipFill>
        <p:spPr>
          <a:xfrm>
            <a:off x="5862977" y="2859077"/>
            <a:ext cx="4610100" cy="1828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F3A888-19DB-6A40-488E-B982386CB07F}"/>
                  </a:ext>
                </a:extLst>
              </p14:cNvPr>
              <p14:cNvContentPartPr/>
              <p14:nvPr/>
            </p14:nvContentPartPr>
            <p14:xfrm>
              <a:off x="3295800" y="4552920"/>
              <a:ext cx="1210320" cy="88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F3A888-19DB-6A40-488E-B982386CB07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86440" y="4543560"/>
                <a:ext cx="1229040" cy="10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22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Axiomatic approach to quantify ”Uncertainty” (Shannon)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42" y="1690688"/>
            <a:ext cx="8229600" cy="4408837"/>
          </a:xfrm>
        </p:spPr>
        <p:txBody>
          <a:bodyPr/>
          <a:lstStyle/>
          <a:p>
            <a:r>
              <a:rPr lang="en-US" dirty="0"/>
              <a:t>Given a probability distribution, how much “Uncertainty” / ”Entropy” should it have?</a:t>
            </a:r>
          </a:p>
          <a:p>
            <a:r>
              <a:rPr lang="en-US" dirty="0"/>
              <a:t>What functions (of P) could quantify uncertainty? </a:t>
            </a:r>
          </a:p>
          <a:p>
            <a:pPr lvl="1"/>
            <a:r>
              <a:rPr lang="en-US" b="1" dirty="0"/>
              <a:t>Continuous</a:t>
            </a:r>
            <a:r>
              <a:rPr lang="en-US" dirty="0"/>
              <a:t> (a small change in p(x) should lead to a small change in our uncertainty)</a:t>
            </a:r>
          </a:p>
          <a:p>
            <a:pPr lvl="1"/>
            <a:r>
              <a:rPr lang="en-US" b="1" dirty="0"/>
              <a:t>Increasing</a:t>
            </a:r>
            <a:r>
              <a:rPr lang="en-US" dirty="0"/>
              <a:t> (If there are </a:t>
            </a:r>
            <a:r>
              <a:rPr lang="en-US" dirty="0" err="1"/>
              <a:t>n</a:t>
            </a:r>
            <a:r>
              <a:rPr lang="en-US" dirty="0"/>
              <a:t> equally likely outcomes, uncertainty goes up with </a:t>
            </a:r>
            <a:r>
              <a:rPr lang="en-US" dirty="0" err="1"/>
              <a:t>n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Symmetry</a:t>
            </a:r>
            <a:r>
              <a:rPr lang="en-US" dirty="0"/>
              <a:t> (order doesn’t matter)</a:t>
            </a:r>
          </a:p>
          <a:p>
            <a:pPr lvl="1"/>
            <a:r>
              <a:rPr lang="en-US" b="1" dirty="0"/>
              <a:t>Coarse-graining</a:t>
            </a:r>
          </a:p>
          <a:p>
            <a:endParaRPr lang="en-US" dirty="0"/>
          </a:p>
        </p:txBody>
      </p:sp>
      <p:pic>
        <p:nvPicPr>
          <p:cNvPr id="5" name="Picture 4" descr="A group of different shapes&#10;&#10;Description automatically generated">
            <a:extLst>
              <a:ext uri="{FF2B5EF4-FFF2-40B4-BE49-F238E27FC236}">
                <a16:creationId xmlns:a16="http://schemas.microsoft.com/office/drawing/2014/main" id="{5EEEE400-1602-5EBC-1322-EE78C1708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832" y="3445669"/>
            <a:ext cx="2109236" cy="1569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1C6024-A5E6-10ED-FED2-B7574AD28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842" y="2152770"/>
            <a:ext cx="1460500" cy="109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777E30-9714-403D-58DE-DE6D52424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5245568"/>
            <a:ext cx="1392955" cy="1392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CA4A9-7D04-1781-8528-83CDC64A57B8}"/>
                  </a:ext>
                </a:extLst>
              </p:cNvPr>
              <p:cNvSpPr txBox="1"/>
              <p:nvPr/>
            </p:nvSpPr>
            <p:spPr>
              <a:xfrm>
                <a:off x="6870409" y="5569629"/>
                <a:ext cx="422256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b="0" dirty="0"/>
                  <a:t>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3CA4A9-7D04-1781-8528-83CDC64A5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409" y="5569629"/>
                <a:ext cx="4222566" cy="1200329"/>
              </a:xfrm>
              <a:prstGeom prst="rect">
                <a:avLst/>
              </a:prstGeom>
              <a:blipFill>
                <a:blip r:embed="rId6"/>
                <a:stretch>
                  <a:fillRect t="-18750" r="-299" b="-42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F8E4BDB-B0CC-F84B-14EE-4E1820632282}"/>
                  </a:ext>
                </a:extLst>
              </p14:cNvPr>
              <p14:cNvContentPartPr/>
              <p14:nvPr/>
            </p14:nvContentPartPr>
            <p14:xfrm>
              <a:off x="3778560" y="5488200"/>
              <a:ext cx="758880" cy="758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F8E4BDB-B0CC-F84B-14EE-4E18206322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69200" y="5478840"/>
                <a:ext cx="777600" cy="77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450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Shannon entropy</a:t>
            </a:r>
          </a:p>
        </p:txBody>
      </p:sp>
      <p:pic>
        <p:nvPicPr>
          <p:cNvPr id="9" name="Content Placeholder 8" descr="A graph with blue squares&#10;&#10;Description automatically generated">
            <a:extLst>
              <a:ext uri="{FF2B5EF4-FFF2-40B4-BE49-F238E27FC236}">
                <a16:creationId xmlns:a16="http://schemas.microsoft.com/office/drawing/2014/main" id="{5CECF658-BF68-CCF3-6366-F810EFBA1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5202"/>
          <a:stretch/>
        </p:blipFill>
        <p:spPr>
          <a:xfrm>
            <a:off x="415600" y="2190784"/>
            <a:ext cx="11362267" cy="353682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3BF841-6492-DD53-5346-0F64EB884E69}"/>
              </a:ext>
            </a:extLst>
          </p:cNvPr>
          <p:cNvSpPr txBox="1"/>
          <p:nvPr/>
        </p:nvSpPr>
        <p:spPr>
          <a:xfrm>
            <a:off x="1618408" y="6345126"/>
            <a:ext cx="1338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(0 log 0?)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5A852-26E2-7CCA-B7F7-7430169506D2}"/>
              </a:ext>
            </a:extLst>
          </p:cNvPr>
          <p:cNvSpPr txBox="1"/>
          <p:nvPr/>
        </p:nvSpPr>
        <p:spPr>
          <a:xfrm>
            <a:off x="1219201" y="5727609"/>
            <a:ext cx="26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State X = {A, B, C, D}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ADC0D-2D95-C43F-2232-23E287A42AA2}"/>
              </a:ext>
            </a:extLst>
          </p:cNvPr>
          <p:cNvSpPr txBox="1"/>
          <p:nvPr/>
        </p:nvSpPr>
        <p:spPr>
          <a:xfrm>
            <a:off x="4930890" y="5809036"/>
            <a:ext cx="26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State X = {A, B, C, D}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3B4EA-4A11-B60A-9B0E-D869B228ABB2}"/>
              </a:ext>
            </a:extLst>
          </p:cNvPr>
          <p:cNvSpPr txBox="1"/>
          <p:nvPr/>
        </p:nvSpPr>
        <p:spPr>
          <a:xfrm>
            <a:off x="8642580" y="5814985"/>
            <a:ext cx="26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State X = {A, B, C, D}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0AAC0D-AAA7-7535-9DD6-BFE1AF6850E9}"/>
                  </a:ext>
                </a:extLst>
              </p:cNvPr>
              <p:cNvSpPr txBox="1"/>
              <p:nvPr/>
            </p:nvSpPr>
            <p:spPr>
              <a:xfrm>
                <a:off x="7397183" y="490359"/>
                <a:ext cx="422256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b="0" dirty="0"/>
                  <a:t>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0AAC0D-AAA7-7535-9DD6-BFE1AF685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183" y="490359"/>
                <a:ext cx="4222566" cy="1200329"/>
              </a:xfrm>
              <a:prstGeom prst="rect">
                <a:avLst/>
              </a:prstGeom>
              <a:blipFill>
                <a:blip r:embed="rId4"/>
                <a:stretch>
                  <a:fillRect t="-18947" r="-300" b="-4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ED2E3A2-FD0D-48F4-009E-4F5F90B822DE}"/>
                  </a:ext>
                </a:extLst>
              </p14:cNvPr>
              <p14:cNvContentPartPr/>
              <p14:nvPr/>
            </p14:nvContentPartPr>
            <p14:xfrm>
              <a:off x="379800" y="1274040"/>
              <a:ext cx="11802600" cy="5583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ED2E3A2-FD0D-48F4-009E-4F5F90B822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0440" y="1264680"/>
                <a:ext cx="11821320" cy="560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7210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74532"/>
            <a:ext cx="8229600" cy="1143000"/>
          </a:xfrm>
        </p:spPr>
        <p:txBody>
          <a:bodyPr>
            <a:noAutofit/>
          </a:bodyPr>
          <a:lstStyle/>
          <a:p>
            <a:r>
              <a:rPr lang="en-US" sz="5867" dirty="0"/>
              <a:t>A different way to understand entropy:</a:t>
            </a:r>
            <a:br>
              <a:rPr lang="en-US" sz="5867" dirty="0"/>
            </a:br>
            <a:r>
              <a:rPr lang="en-US" sz="5867" dirty="0"/>
              <a:t>compression</a:t>
            </a:r>
          </a:p>
        </p:txBody>
      </p:sp>
    </p:spTree>
    <p:extLst>
      <p:ext uri="{BB962C8B-B14F-4D97-AF65-F5344CB8AC3E}">
        <p14:creationId xmlns:p14="http://schemas.microsoft.com/office/powerpoint/2010/main" val="215862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4568569"/>
            <a:ext cx="8348311" cy="1939891"/>
          </a:xfrm>
        </p:spPr>
        <p:txBody>
          <a:bodyPr>
            <a:normAutofit/>
          </a:bodyPr>
          <a:lstStyle/>
          <a:p>
            <a:r>
              <a:rPr lang="en-US" dirty="0"/>
              <a:t>How many questions are required?</a:t>
            </a:r>
          </a:p>
          <a:p>
            <a:r>
              <a:rPr lang="en-US" dirty="0"/>
              <a:t>To distinguish between </a:t>
            </a: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dirty="0"/>
              <a:t> squares, we need </a:t>
            </a:r>
            <a:r>
              <a:rPr lang="en-US" b="1" dirty="0">
                <a:solidFill>
                  <a:srgbClr val="FF0000"/>
                </a:solidFill>
              </a:rPr>
              <a:t>log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 N </a:t>
            </a:r>
            <a:r>
              <a:rPr lang="en-US" dirty="0"/>
              <a:t>questions</a:t>
            </a:r>
            <a:r>
              <a:rPr lang="en-US" b="1" dirty="0"/>
              <a:t> 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144295" y="1914475"/>
            <a:ext cx="67081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"/>
                <a:cs typeface=""/>
                <a:sym typeface="Arial"/>
              </a:rPr>
              <a:t>Guess my square game:</a:t>
            </a:r>
          </a:p>
          <a:p>
            <a:pPr marL="457189" marR="0" lvl="0" indent="-457189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"/>
                <a:cs typeface=""/>
                <a:sym typeface="Arial"/>
              </a:rPr>
              <a:t>I pick a square uniformly at random </a:t>
            </a:r>
          </a:p>
          <a:p>
            <a:pPr marL="457189" marR="0" lvl="0" indent="-457189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"/>
                <a:cs typeface=""/>
                <a:sym typeface="Arial"/>
              </a:rPr>
              <a:t>You can ask yes/no questions to determine the square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3A3F1BE-C7D6-0B86-D2DA-068D95CC04A3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7"/>
          <a:ext cx="8128000" cy="93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42104890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4036743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4783796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96897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081649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30393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379138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04293480"/>
                    </a:ext>
                  </a:extLst>
                </a:gridCol>
              </a:tblGrid>
              <a:tr h="934720"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2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4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6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7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8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8463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9F7AB89-8168-C25B-39D1-41AED2AEA826}"/>
                  </a:ext>
                </a:extLst>
              </p14:cNvPr>
              <p14:cNvContentPartPr/>
              <p14:nvPr/>
            </p14:nvContentPartPr>
            <p14:xfrm>
              <a:off x="2030040" y="398880"/>
              <a:ext cx="3755520" cy="321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9F7AB89-8168-C25B-39D1-41AED2AEA8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20680" y="389520"/>
                <a:ext cx="3774240" cy="34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904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262" y="2105891"/>
            <a:ext cx="5899425" cy="4261637"/>
          </a:xfrm>
        </p:spPr>
        <p:txBody>
          <a:bodyPr/>
          <a:lstStyle/>
          <a:p>
            <a:r>
              <a:rPr lang="en-US" dirty="0"/>
              <a:t>In Round 2: I prefer 1 &amp; 2, and half the time pick one of those squares</a:t>
            </a:r>
          </a:p>
          <a:p>
            <a:endParaRPr lang="en-US" dirty="0"/>
          </a:p>
          <a:p>
            <a:r>
              <a:rPr lang="en-US" dirty="0"/>
              <a:t>Find the correct square with fewer questions </a:t>
            </a:r>
            <a:r>
              <a:rPr lang="en-US" i="1" dirty="0"/>
              <a:t>on average</a:t>
            </a:r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31733716-08CA-55F1-392B-C362709B83B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7"/>
          <a:ext cx="8128000" cy="93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42104890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4036743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4783796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96897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081649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30393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379138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04293480"/>
                    </a:ext>
                  </a:extLst>
                </a:gridCol>
              </a:tblGrid>
              <a:tr h="934720"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2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4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6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7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8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8463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81200" y="490473"/>
            <a:ext cx="2065131" cy="1393108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49B1FA-332F-0D6E-6813-2ED322DC40BF}"/>
              </a:ext>
            </a:extLst>
          </p:cNvPr>
          <p:cNvCxnSpPr/>
          <p:nvPr/>
        </p:nvCxnSpPr>
        <p:spPr>
          <a:xfrm flipH="1">
            <a:off x="8428383" y="2597428"/>
            <a:ext cx="901148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D2A070-71F4-59D1-61E7-3E78ADEA6FA6}"/>
              </a:ext>
            </a:extLst>
          </p:cNvPr>
          <p:cNvCxnSpPr>
            <a:cxnSpLocks/>
          </p:cNvCxnSpPr>
          <p:nvPr/>
        </p:nvCxnSpPr>
        <p:spPr>
          <a:xfrm>
            <a:off x="9329531" y="2597428"/>
            <a:ext cx="1157356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BB669B-62FC-F677-07EA-AF4C5ABE054C}"/>
              </a:ext>
            </a:extLst>
          </p:cNvPr>
          <p:cNvCxnSpPr/>
          <p:nvPr/>
        </p:nvCxnSpPr>
        <p:spPr>
          <a:xfrm flipH="1">
            <a:off x="7562574" y="3772893"/>
            <a:ext cx="901148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F28A2E-9925-DABA-A030-9282C0B8FD14}"/>
              </a:ext>
            </a:extLst>
          </p:cNvPr>
          <p:cNvCxnSpPr>
            <a:cxnSpLocks/>
          </p:cNvCxnSpPr>
          <p:nvPr/>
        </p:nvCxnSpPr>
        <p:spPr>
          <a:xfrm>
            <a:off x="8463722" y="3772893"/>
            <a:ext cx="432905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BA5721-92B1-36CE-0EB3-09820330C110}"/>
              </a:ext>
            </a:extLst>
          </p:cNvPr>
          <p:cNvCxnSpPr/>
          <p:nvPr/>
        </p:nvCxnSpPr>
        <p:spPr>
          <a:xfrm flipH="1">
            <a:off x="9585739" y="3772893"/>
            <a:ext cx="901148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67A037-A752-9E14-E39B-B3C9EE48E4F5}"/>
              </a:ext>
            </a:extLst>
          </p:cNvPr>
          <p:cNvCxnSpPr>
            <a:cxnSpLocks/>
          </p:cNvCxnSpPr>
          <p:nvPr/>
        </p:nvCxnSpPr>
        <p:spPr>
          <a:xfrm>
            <a:off x="10486887" y="3772893"/>
            <a:ext cx="830469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DC90BA-F0F6-111B-EAA9-13457389D03D}"/>
              </a:ext>
            </a:extLst>
          </p:cNvPr>
          <p:cNvCxnSpPr>
            <a:cxnSpLocks/>
          </p:cNvCxnSpPr>
          <p:nvPr/>
        </p:nvCxnSpPr>
        <p:spPr>
          <a:xfrm flipH="1">
            <a:off x="9112272" y="4948357"/>
            <a:ext cx="508805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04B5A8-7770-362F-C456-15B51443B74D}"/>
              </a:ext>
            </a:extLst>
          </p:cNvPr>
          <p:cNvCxnSpPr>
            <a:cxnSpLocks/>
          </p:cNvCxnSpPr>
          <p:nvPr/>
        </p:nvCxnSpPr>
        <p:spPr>
          <a:xfrm>
            <a:off x="9621078" y="4948357"/>
            <a:ext cx="346557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305AB08-9829-A67B-E952-9ABC388BA0C9}"/>
              </a:ext>
            </a:extLst>
          </p:cNvPr>
          <p:cNvSpPr txBox="1"/>
          <p:nvPr/>
        </p:nvSpPr>
        <p:spPr>
          <a:xfrm>
            <a:off x="8719930" y="1883580"/>
            <a:ext cx="1295547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&lt;3?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E67E67-76B2-B51D-263F-AC86FDEB6AEE}"/>
              </a:ext>
            </a:extLst>
          </p:cNvPr>
          <p:cNvSpPr txBox="1"/>
          <p:nvPr/>
        </p:nvSpPr>
        <p:spPr>
          <a:xfrm>
            <a:off x="7913160" y="2895520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E122A6-0ED6-484E-C3EC-0E57912AB18B}"/>
              </a:ext>
            </a:extLst>
          </p:cNvPr>
          <p:cNvSpPr txBox="1"/>
          <p:nvPr/>
        </p:nvSpPr>
        <p:spPr>
          <a:xfrm>
            <a:off x="7263804" y="3969969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957A44-E002-C4BC-355D-A4AE744FAE68}"/>
              </a:ext>
            </a:extLst>
          </p:cNvPr>
          <p:cNvSpPr txBox="1"/>
          <p:nvPr/>
        </p:nvSpPr>
        <p:spPr>
          <a:xfrm>
            <a:off x="8606690" y="3953259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12D2A-2EC1-C35B-89D9-7191A23A7460}"/>
              </a:ext>
            </a:extLst>
          </p:cNvPr>
          <p:cNvSpPr txBox="1"/>
          <p:nvPr/>
        </p:nvSpPr>
        <p:spPr>
          <a:xfrm>
            <a:off x="9890541" y="2762157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177194-4EA6-B1FA-D2E3-617642D4FF9E}"/>
              </a:ext>
            </a:extLst>
          </p:cNvPr>
          <p:cNvSpPr txBox="1"/>
          <p:nvPr/>
        </p:nvSpPr>
        <p:spPr>
          <a:xfrm>
            <a:off x="10762325" y="3827144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6D2BA5-FA02-1596-E4EC-4349D0C69244}"/>
              </a:ext>
            </a:extLst>
          </p:cNvPr>
          <p:cNvSpPr txBox="1"/>
          <p:nvPr/>
        </p:nvSpPr>
        <p:spPr>
          <a:xfrm>
            <a:off x="9370094" y="3871769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275C1F-9CFF-D1E5-B86D-ACA285B08CD9}"/>
              </a:ext>
            </a:extLst>
          </p:cNvPr>
          <p:cNvSpPr txBox="1"/>
          <p:nvPr/>
        </p:nvSpPr>
        <p:spPr>
          <a:xfrm>
            <a:off x="8530814" y="5395464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31B4DF-EC26-830B-E8B2-920EBC54966D}"/>
              </a:ext>
            </a:extLst>
          </p:cNvPr>
          <p:cNvSpPr txBox="1"/>
          <p:nvPr/>
        </p:nvSpPr>
        <p:spPr>
          <a:xfrm>
            <a:off x="9682921" y="5128724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E60E55-FD4B-7F74-CF42-34B8046594EE}"/>
              </a:ext>
            </a:extLst>
          </p:cNvPr>
          <p:cNvCxnSpPr>
            <a:cxnSpLocks/>
          </p:cNvCxnSpPr>
          <p:nvPr/>
        </p:nvCxnSpPr>
        <p:spPr>
          <a:xfrm flipH="1">
            <a:off x="10817387" y="4992532"/>
            <a:ext cx="508805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EFE70C-10A5-12AA-FA7A-9137F96C5E22}"/>
              </a:ext>
            </a:extLst>
          </p:cNvPr>
          <p:cNvCxnSpPr>
            <a:cxnSpLocks/>
          </p:cNvCxnSpPr>
          <p:nvPr/>
        </p:nvCxnSpPr>
        <p:spPr>
          <a:xfrm>
            <a:off x="11326192" y="4992532"/>
            <a:ext cx="346557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2D23C5-3DD5-F87C-5643-859F2A2432A5}"/>
              </a:ext>
            </a:extLst>
          </p:cNvPr>
          <p:cNvSpPr txBox="1"/>
          <p:nvPr/>
        </p:nvSpPr>
        <p:spPr>
          <a:xfrm>
            <a:off x="10235929" y="5439639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B0A4FB-55FD-C7C0-DC41-22D7D5A8A747}"/>
              </a:ext>
            </a:extLst>
          </p:cNvPr>
          <p:cNvSpPr txBox="1"/>
          <p:nvPr/>
        </p:nvSpPr>
        <p:spPr>
          <a:xfrm>
            <a:off x="11472721" y="5366671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040247-AA07-B125-5281-1B5A8FD2F8E0}"/>
              </a:ext>
            </a:extLst>
          </p:cNvPr>
          <p:cNvSpPr txBox="1"/>
          <p:nvPr/>
        </p:nvSpPr>
        <p:spPr>
          <a:xfrm>
            <a:off x="7300059" y="3303549"/>
            <a:ext cx="1295547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=1?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A547C9-F195-15C5-E610-DE4546183EE2}"/>
              </a:ext>
            </a:extLst>
          </p:cNvPr>
          <p:cNvSpPr txBox="1"/>
          <p:nvPr/>
        </p:nvSpPr>
        <p:spPr>
          <a:xfrm>
            <a:off x="10456992" y="3295637"/>
            <a:ext cx="114326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&gt;5?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0D961B-D06A-B08A-1BC2-47ED510DF0CA}"/>
              </a:ext>
            </a:extLst>
          </p:cNvPr>
          <p:cNvSpPr txBox="1"/>
          <p:nvPr/>
        </p:nvSpPr>
        <p:spPr>
          <a:xfrm>
            <a:off x="7277991" y="4855060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8671A2-D6CE-F233-C5A1-3B22AB911340}"/>
              </a:ext>
            </a:extLst>
          </p:cNvPr>
          <p:cNvSpPr txBox="1"/>
          <p:nvPr/>
        </p:nvSpPr>
        <p:spPr>
          <a:xfrm>
            <a:off x="8764751" y="4786312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830239-B90C-E425-5234-87C6FC5B3C59}"/>
              </a:ext>
            </a:extLst>
          </p:cNvPr>
          <p:cNvSpPr txBox="1"/>
          <p:nvPr/>
        </p:nvSpPr>
        <p:spPr>
          <a:xfrm>
            <a:off x="11114130" y="4504395"/>
            <a:ext cx="114326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=3?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39897B-E7D0-DD00-E9BF-202FCD3E878C}"/>
              </a:ext>
            </a:extLst>
          </p:cNvPr>
          <p:cNvSpPr txBox="1"/>
          <p:nvPr/>
        </p:nvSpPr>
        <p:spPr>
          <a:xfrm>
            <a:off x="9570384" y="4536956"/>
            <a:ext cx="114326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=6?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2D9FB5-48EB-0210-8384-7787C3519DC6}"/>
              </a:ext>
            </a:extLst>
          </p:cNvPr>
          <p:cNvSpPr txBox="1"/>
          <p:nvPr/>
        </p:nvSpPr>
        <p:spPr>
          <a:xfrm>
            <a:off x="8827044" y="6050452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FAD5F4-872D-FA55-9270-9A8E88E487F4}"/>
              </a:ext>
            </a:extLst>
          </p:cNvPr>
          <p:cNvSpPr txBox="1"/>
          <p:nvPr/>
        </p:nvSpPr>
        <p:spPr>
          <a:xfrm>
            <a:off x="10654846" y="6116003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3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4BF4FA-1AFD-F810-BA57-4DB7624170EF}"/>
              </a:ext>
            </a:extLst>
          </p:cNvPr>
          <p:cNvCxnSpPr>
            <a:cxnSpLocks/>
          </p:cNvCxnSpPr>
          <p:nvPr/>
        </p:nvCxnSpPr>
        <p:spPr>
          <a:xfrm flipH="1">
            <a:off x="9805612" y="6123176"/>
            <a:ext cx="150177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08F6D84-703A-3EB0-C45E-6F314D449396}"/>
              </a:ext>
            </a:extLst>
          </p:cNvPr>
          <p:cNvCxnSpPr>
            <a:cxnSpLocks/>
          </p:cNvCxnSpPr>
          <p:nvPr/>
        </p:nvCxnSpPr>
        <p:spPr>
          <a:xfrm>
            <a:off x="9955789" y="6123176"/>
            <a:ext cx="226671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69773C9-CE05-0612-04C9-AB24DD2EF892}"/>
              </a:ext>
            </a:extLst>
          </p:cNvPr>
          <p:cNvCxnSpPr>
            <a:cxnSpLocks/>
          </p:cNvCxnSpPr>
          <p:nvPr/>
        </p:nvCxnSpPr>
        <p:spPr>
          <a:xfrm flipH="1">
            <a:off x="11527582" y="6160370"/>
            <a:ext cx="150177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7226548-5E1E-2EF3-F3C0-07D46F694700}"/>
              </a:ext>
            </a:extLst>
          </p:cNvPr>
          <p:cNvCxnSpPr>
            <a:cxnSpLocks/>
          </p:cNvCxnSpPr>
          <p:nvPr/>
        </p:nvCxnSpPr>
        <p:spPr>
          <a:xfrm>
            <a:off x="11677759" y="6160370"/>
            <a:ext cx="226671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6FDAE0-F4DC-BB5A-CCC7-551B19B88C01}"/>
                  </a:ext>
                </a:extLst>
              </p14:cNvPr>
              <p14:cNvContentPartPr/>
              <p14:nvPr/>
            </p14:nvContentPartPr>
            <p14:xfrm>
              <a:off x="2149200" y="291960"/>
              <a:ext cx="10022400" cy="5219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6FDAE0-F4DC-BB5A-CCC7-551B19B88C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9840" y="282600"/>
                <a:ext cx="10041120" cy="523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907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1" grpId="0"/>
      <p:bldP spid="34" grpId="0"/>
      <p:bldP spid="35" grpId="0"/>
      <p:bldP spid="36" grpId="0"/>
      <p:bldP spid="37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262" y="2105891"/>
            <a:ext cx="5899425" cy="4261637"/>
          </a:xfrm>
        </p:spPr>
        <p:txBody>
          <a:bodyPr/>
          <a:lstStyle/>
          <a:p>
            <a:r>
              <a:rPr lang="en-US" dirty="0"/>
              <a:t>How many questions do we need </a:t>
            </a:r>
            <a:r>
              <a:rPr lang="en-US" i="1" dirty="0"/>
              <a:t>on average?</a:t>
            </a:r>
          </a:p>
          <a:p>
            <a:endParaRPr lang="en-US" dirty="0"/>
          </a:p>
          <a:p>
            <a:r>
              <a:rPr lang="en-US" dirty="0"/>
              <a:t>This answer is exactly* the entropy and therefore entropy can be viewed as a measure of </a:t>
            </a:r>
            <a:r>
              <a:rPr lang="en-US" i="1" dirty="0"/>
              <a:t>compression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31733716-08CA-55F1-392B-C362709B83B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7"/>
          <a:ext cx="8128000" cy="93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42104890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4036743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4783796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96897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081649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30393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379138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04293480"/>
                    </a:ext>
                  </a:extLst>
                </a:gridCol>
              </a:tblGrid>
              <a:tr h="934720"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2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4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6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7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8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8463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81200" y="490473"/>
            <a:ext cx="2065131" cy="1393108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C1FA8E6-3EE6-42B0-4CCD-62F21C2DD8A4}"/>
              </a:ext>
            </a:extLst>
          </p:cNvPr>
          <p:cNvCxnSpPr/>
          <p:nvPr/>
        </p:nvCxnSpPr>
        <p:spPr>
          <a:xfrm flipH="1">
            <a:off x="8428383" y="2597428"/>
            <a:ext cx="901148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76FE39F-2BE1-6B3D-9AE2-C76F89AE2163}"/>
              </a:ext>
            </a:extLst>
          </p:cNvPr>
          <p:cNvCxnSpPr>
            <a:cxnSpLocks/>
          </p:cNvCxnSpPr>
          <p:nvPr/>
        </p:nvCxnSpPr>
        <p:spPr>
          <a:xfrm>
            <a:off x="9329531" y="2597428"/>
            <a:ext cx="1157356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B9205D-FBFE-091F-A672-1E1EBE6AE067}"/>
              </a:ext>
            </a:extLst>
          </p:cNvPr>
          <p:cNvCxnSpPr/>
          <p:nvPr/>
        </p:nvCxnSpPr>
        <p:spPr>
          <a:xfrm flipH="1">
            <a:off x="7562574" y="3772893"/>
            <a:ext cx="901148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42B76E-0406-6263-C88B-B3F68C72DDD6}"/>
              </a:ext>
            </a:extLst>
          </p:cNvPr>
          <p:cNvCxnSpPr>
            <a:cxnSpLocks/>
          </p:cNvCxnSpPr>
          <p:nvPr/>
        </p:nvCxnSpPr>
        <p:spPr>
          <a:xfrm>
            <a:off x="8463722" y="3772893"/>
            <a:ext cx="432905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5C34AD-1706-4201-B30E-C04C95DC9347}"/>
              </a:ext>
            </a:extLst>
          </p:cNvPr>
          <p:cNvCxnSpPr/>
          <p:nvPr/>
        </p:nvCxnSpPr>
        <p:spPr>
          <a:xfrm flipH="1">
            <a:off x="9585739" y="3772893"/>
            <a:ext cx="901148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2AD70E-919E-B23F-AECE-73D118B637D6}"/>
              </a:ext>
            </a:extLst>
          </p:cNvPr>
          <p:cNvCxnSpPr>
            <a:cxnSpLocks/>
          </p:cNvCxnSpPr>
          <p:nvPr/>
        </p:nvCxnSpPr>
        <p:spPr>
          <a:xfrm>
            <a:off x="10486887" y="3772893"/>
            <a:ext cx="830469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04F6F7-60BB-0F64-DA61-BDB40B4AD01D}"/>
              </a:ext>
            </a:extLst>
          </p:cNvPr>
          <p:cNvCxnSpPr>
            <a:cxnSpLocks/>
          </p:cNvCxnSpPr>
          <p:nvPr/>
        </p:nvCxnSpPr>
        <p:spPr>
          <a:xfrm flipH="1">
            <a:off x="9112272" y="4948357"/>
            <a:ext cx="508805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D924EE-3F6B-952B-D623-02653C022DFC}"/>
              </a:ext>
            </a:extLst>
          </p:cNvPr>
          <p:cNvCxnSpPr>
            <a:cxnSpLocks/>
          </p:cNvCxnSpPr>
          <p:nvPr/>
        </p:nvCxnSpPr>
        <p:spPr>
          <a:xfrm>
            <a:off x="9621078" y="4948357"/>
            <a:ext cx="346557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C97EFFE-94ED-CB3B-F524-D516C18AE086}"/>
              </a:ext>
            </a:extLst>
          </p:cNvPr>
          <p:cNvSpPr txBox="1"/>
          <p:nvPr/>
        </p:nvSpPr>
        <p:spPr>
          <a:xfrm>
            <a:off x="8719930" y="1883580"/>
            <a:ext cx="1295547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&lt;3?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5CB587-C062-52A2-2B49-CBCB03BF84B3}"/>
              </a:ext>
            </a:extLst>
          </p:cNvPr>
          <p:cNvSpPr txBox="1"/>
          <p:nvPr/>
        </p:nvSpPr>
        <p:spPr>
          <a:xfrm>
            <a:off x="7913160" y="2895520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534E95-EB37-B2D8-63B6-5B1E7959B71E}"/>
              </a:ext>
            </a:extLst>
          </p:cNvPr>
          <p:cNvSpPr txBox="1"/>
          <p:nvPr/>
        </p:nvSpPr>
        <p:spPr>
          <a:xfrm>
            <a:off x="7263804" y="3969969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E061A7-7359-C1E2-CE29-E474FB8F8933}"/>
              </a:ext>
            </a:extLst>
          </p:cNvPr>
          <p:cNvSpPr txBox="1"/>
          <p:nvPr/>
        </p:nvSpPr>
        <p:spPr>
          <a:xfrm>
            <a:off x="8606690" y="3953259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E2B9A7-1C02-6DAC-7082-9721FE667B32}"/>
              </a:ext>
            </a:extLst>
          </p:cNvPr>
          <p:cNvSpPr txBox="1"/>
          <p:nvPr/>
        </p:nvSpPr>
        <p:spPr>
          <a:xfrm>
            <a:off x="9890541" y="2762157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0BD582-AF6C-F46C-8D0B-0C6BBC0C70D7}"/>
              </a:ext>
            </a:extLst>
          </p:cNvPr>
          <p:cNvSpPr txBox="1"/>
          <p:nvPr/>
        </p:nvSpPr>
        <p:spPr>
          <a:xfrm>
            <a:off x="10762325" y="3827144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9843C7-A66F-3F9D-F196-FC94954C91D5}"/>
              </a:ext>
            </a:extLst>
          </p:cNvPr>
          <p:cNvSpPr txBox="1"/>
          <p:nvPr/>
        </p:nvSpPr>
        <p:spPr>
          <a:xfrm>
            <a:off x="9370094" y="3871769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7E033F-2B64-8110-D574-825D64FEB061}"/>
              </a:ext>
            </a:extLst>
          </p:cNvPr>
          <p:cNvSpPr txBox="1"/>
          <p:nvPr/>
        </p:nvSpPr>
        <p:spPr>
          <a:xfrm>
            <a:off x="8530814" y="5395464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FA60DA-FA3D-1364-69B7-210E95CCCC4C}"/>
              </a:ext>
            </a:extLst>
          </p:cNvPr>
          <p:cNvSpPr txBox="1"/>
          <p:nvPr/>
        </p:nvSpPr>
        <p:spPr>
          <a:xfrm>
            <a:off x="9682921" y="5128724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46B1DC1-36C6-CB65-CD5E-9470C242F1E2}"/>
              </a:ext>
            </a:extLst>
          </p:cNvPr>
          <p:cNvCxnSpPr>
            <a:cxnSpLocks/>
          </p:cNvCxnSpPr>
          <p:nvPr/>
        </p:nvCxnSpPr>
        <p:spPr>
          <a:xfrm flipH="1">
            <a:off x="10817387" y="4992532"/>
            <a:ext cx="508805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518E684-921F-9E1A-96B8-DA59195657D9}"/>
              </a:ext>
            </a:extLst>
          </p:cNvPr>
          <p:cNvCxnSpPr>
            <a:cxnSpLocks/>
          </p:cNvCxnSpPr>
          <p:nvPr/>
        </p:nvCxnSpPr>
        <p:spPr>
          <a:xfrm>
            <a:off x="11326192" y="4992532"/>
            <a:ext cx="346557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AB37EE3-168F-4B17-9853-AA571BFEDED6}"/>
              </a:ext>
            </a:extLst>
          </p:cNvPr>
          <p:cNvSpPr txBox="1"/>
          <p:nvPr/>
        </p:nvSpPr>
        <p:spPr>
          <a:xfrm>
            <a:off x="10235929" y="5439639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A8F43B-E613-F8B2-3775-E3C3B52085FC}"/>
              </a:ext>
            </a:extLst>
          </p:cNvPr>
          <p:cNvSpPr txBox="1"/>
          <p:nvPr/>
        </p:nvSpPr>
        <p:spPr>
          <a:xfrm>
            <a:off x="11472721" y="5366671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59E85F-E843-99F8-2257-7390425BF1D9}"/>
              </a:ext>
            </a:extLst>
          </p:cNvPr>
          <p:cNvSpPr txBox="1"/>
          <p:nvPr/>
        </p:nvSpPr>
        <p:spPr>
          <a:xfrm>
            <a:off x="7300059" y="3303549"/>
            <a:ext cx="1295547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=1?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0ED606-433E-BF82-FCC8-DC898A5C0E11}"/>
              </a:ext>
            </a:extLst>
          </p:cNvPr>
          <p:cNvSpPr txBox="1"/>
          <p:nvPr/>
        </p:nvSpPr>
        <p:spPr>
          <a:xfrm>
            <a:off x="10456992" y="3295637"/>
            <a:ext cx="114326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&gt;5?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BF613C-6E4E-5EE0-D0AC-93056A897358}"/>
              </a:ext>
            </a:extLst>
          </p:cNvPr>
          <p:cNvSpPr txBox="1"/>
          <p:nvPr/>
        </p:nvSpPr>
        <p:spPr>
          <a:xfrm>
            <a:off x="7277991" y="4855060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830009-177D-0DB2-8C9D-C3D34E7BB1A7}"/>
              </a:ext>
            </a:extLst>
          </p:cNvPr>
          <p:cNvSpPr txBox="1"/>
          <p:nvPr/>
        </p:nvSpPr>
        <p:spPr>
          <a:xfrm>
            <a:off x="8764751" y="4786312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F7105D-0C21-4864-5275-9EE17974F013}"/>
              </a:ext>
            </a:extLst>
          </p:cNvPr>
          <p:cNvSpPr txBox="1"/>
          <p:nvPr/>
        </p:nvSpPr>
        <p:spPr>
          <a:xfrm>
            <a:off x="9570384" y="4536956"/>
            <a:ext cx="114326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=6?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C35FBA-E661-44C8-AF1A-5776DE1BDF4A}"/>
              </a:ext>
            </a:extLst>
          </p:cNvPr>
          <p:cNvSpPr txBox="1"/>
          <p:nvPr/>
        </p:nvSpPr>
        <p:spPr>
          <a:xfrm>
            <a:off x="8827044" y="6050452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B25288-596F-982E-68E1-3A7D41999077}"/>
              </a:ext>
            </a:extLst>
          </p:cNvPr>
          <p:cNvSpPr txBox="1"/>
          <p:nvPr/>
        </p:nvSpPr>
        <p:spPr>
          <a:xfrm>
            <a:off x="10654846" y="6116003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3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446072C-8694-1BF1-6FF1-F6A2E81FDFE9}"/>
              </a:ext>
            </a:extLst>
          </p:cNvPr>
          <p:cNvCxnSpPr>
            <a:cxnSpLocks/>
          </p:cNvCxnSpPr>
          <p:nvPr/>
        </p:nvCxnSpPr>
        <p:spPr>
          <a:xfrm flipH="1">
            <a:off x="9805612" y="6123176"/>
            <a:ext cx="150177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0FC30A6-A3AB-E6CF-EB9B-907A9B8C5D50}"/>
              </a:ext>
            </a:extLst>
          </p:cNvPr>
          <p:cNvCxnSpPr>
            <a:cxnSpLocks/>
          </p:cNvCxnSpPr>
          <p:nvPr/>
        </p:nvCxnSpPr>
        <p:spPr>
          <a:xfrm>
            <a:off x="9955789" y="6123176"/>
            <a:ext cx="226671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05AD467-7120-DD49-5E22-1B16BBAF2ACC}"/>
              </a:ext>
            </a:extLst>
          </p:cNvPr>
          <p:cNvCxnSpPr>
            <a:cxnSpLocks/>
          </p:cNvCxnSpPr>
          <p:nvPr/>
        </p:nvCxnSpPr>
        <p:spPr>
          <a:xfrm flipH="1">
            <a:off x="11527582" y="6160370"/>
            <a:ext cx="150177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69DD5F0-7581-D288-0E37-E5329ADC406B}"/>
              </a:ext>
            </a:extLst>
          </p:cNvPr>
          <p:cNvCxnSpPr>
            <a:cxnSpLocks/>
          </p:cNvCxnSpPr>
          <p:nvPr/>
        </p:nvCxnSpPr>
        <p:spPr>
          <a:xfrm>
            <a:off x="11677759" y="6160370"/>
            <a:ext cx="226671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44745F0-DD1F-BE54-BCEC-3A8695BB2E46}"/>
              </a:ext>
            </a:extLst>
          </p:cNvPr>
          <p:cNvSpPr txBox="1"/>
          <p:nvPr/>
        </p:nvSpPr>
        <p:spPr>
          <a:xfrm>
            <a:off x="11114130" y="4504395"/>
            <a:ext cx="114326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=3?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90FFED6-7268-D2D4-03AA-9FD0F242C761}"/>
                  </a:ext>
                </a:extLst>
              </p14:cNvPr>
              <p14:cNvContentPartPr/>
              <p14:nvPr/>
            </p14:nvContentPartPr>
            <p14:xfrm>
              <a:off x="2190600" y="110520"/>
              <a:ext cx="7961040" cy="6747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90FFED6-7268-D2D4-03AA-9FD0F242C7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1240" y="101160"/>
                <a:ext cx="7979760" cy="676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98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31733716-08CA-55F1-392B-C362709B83B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7"/>
          <a:ext cx="8128000" cy="93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42104890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4036743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4783796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96897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081649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30393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379138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04293480"/>
                    </a:ext>
                  </a:extLst>
                </a:gridCol>
              </a:tblGrid>
              <a:tr h="934720"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2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4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6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7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8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8463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81200" y="490473"/>
            <a:ext cx="2065131" cy="1393108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C1FA8E6-3EE6-42B0-4CCD-62F21C2DD8A4}"/>
              </a:ext>
            </a:extLst>
          </p:cNvPr>
          <p:cNvCxnSpPr/>
          <p:nvPr/>
        </p:nvCxnSpPr>
        <p:spPr>
          <a:xfrm flipH="1">
            <a:off x="8428383" y="2597428"/>
            <a:ext cx="901148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76FE39F-2BE1-6B3D-9AE2-C76F89AE2163}"/>
              </a:ext>
            </a:extLst>
          </p:cNvPr>
          <p:cNvCxnSpPr>
            <a:cxnSpLocks/>
          </p:cNvCxnSpPr>
          <p:nvPr/>
        </p:nvCxnSpPr>
        <p:spPr>
          <a:xfrm>
            <a:off x="9329531" y="2597428"/>
            <a:ext cx="1157356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B9205D-FBFE-091F-A672-1E1EBE6AE067}"/>
              </a:ext>
            </a:extLst>
          </p:cNvPr>
          <p:cNvCxnSpPr/>
          <p:nvPr/>
        </p:nvCxnSpPr>
        <p:spPr>
          <a:xfrm flipH="1">
            <a:off x="7562574" y="3772893"/>
            <a:ext cx="901148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42B76E-0406-6263-C88B-B3F68C72DDD6}"/>
              </a:ext>
            </a:extLst>
          </p:cNvPr>
          <p:cNvCxnSpPr>
            <a:cxnSpLocks/>
          </p:cNvCxnSpPr>
          <p:nvPr/>
        </p:nvCxnSpPr>
        <p:spPr>
          <a:xfrm>
            <a:off x="8463722" y="3772893"/>
            <a:ext cx="432905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5C34AD-1706-4201-B30E-C04C95DC9347}"/>
              </a:ext>
            </a:extLst>
          </p:cNvPr>
          <p:cNvCxnSpPr/>
          <p:nvPr/>
        </p:nvCxnSpPr>
        <p:spPr>
          <a:xfrm flipH="1">
            <a:off x="9585739" y="3772893"/>
            <a:ext cx="901148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2AD70E-919E-B23F-AECE-73D118B637D6}"/>
              </a:ext>
            </a:extLst>
          </p:cNvPr>
          <p:cNvCxnSpPr>
            <a:cxnSpLocks/>
          </p:cNvCxnSpPr>
          <p:nvPr/>
        </p:nvCxnSpPr>
        <p:spPr>
          <a:xfrm>
            <a:off x="10486887" y="3772893"/>
            <a:ext cx="830469" cy="1175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04F6F7-60BB-0F64-DA61-BDB40B4AD01D}"/>
              </a:ext>
            </a:extLst>
          </p:cNvPr>
          <p:cNvCxnSpPr>
            <a:cxnSpLocks/>
          </p:cNvCxnSpPr>
          <p:nvPr/>
        </p:nvCxnSpPr>
        <p:spPr>
          <a:xfrm flipH="1">
            <a:off x="9112272" y="4948357"/>
            <a:ext cx="508805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D924EE-3F6B-952B-D623-02653C022DFC}"/>
              </a:ext>
            </a:extLst>
          </p:cNvPr>
          <p:cNvCxnSpPr>
            <a:cxnSpLocks/>
          </p:cNvCxnSpPr>
          <p:nvPr/>
        </p:nvCxnSpPr>
        <p:spPr>
          <a:xfrm>
            <a:off x="9621078" y="4948357"/>
            <a:ext cx="346557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C97EFFE-94ED-CB3B-F524-D516C18AE086}"/>
              </a:ext>
            </a:extLst>
          </p:cNvPr>
          <p:cNvSpPr txBox="1"/>
          <p:nvPr/>
        </p:nvSpPr>
        <p:spPr>
          <a:xfrm>
            <a:off x="8719930" y="1883580"/>
            <a:ext cx="1295547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&lt;3?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5CB587-C062-52A2-2B49-CBCB03BF84B3}"/>
              </a:ext>
            </a:extLst>
          </p:cNvPr>
          <p:cNvSpPr txBox="1"/>
          <p:nvPr/>
        </p:nvSpPr>
        <p:spPr>
          <a:xfrm>
            <a:off x="7913160" y="2895520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534E95-EB37-B2D8-63B6-5B1E7959B71E}"/>
              </a:ext>
            </a:extLst>
          </p:cNvPr>
          <p:cNvSpPr txBox="1"/>
          <p:nvPr/>
        </p:nvSpPr>
        <p:spPr>
          <a:xfrm>
            <a:off x="7263804" y="3969969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E061A7-7359-C1E2-CE29-E474FB8F8933}"/>
              </a:ext>
            </a:extLst>
          </p:cNvPr>
          <p:cNvSpPr txBox="1"/>
          <p:nvPr/>
        </p:nvSpPr>
        <p:spPr>
          <a:xfrm>
            <a:off x="8606690" y="3953259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E2B9A7-1C02-6DAC-7082-9721FE667B32}"/>
              </a:ext>
            </a:extLst>
          </p:cNvPr>
          <p:cNvSpPr txBox="1"/>
          <p:nvPr/>
        </p:nvSpPr>
        <p:spPr>
          <a:xfrm>
            <a:off x="9890541" y="2762157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0BD582-AF6C-F46C-8D0B-0C6BBC0C70D7}"/>
              </a:ext>
            </a:extLst>
          </p:cNvPr>
          <p:cNvSpPr txBox="1"/>
          <p:nvPr/>
        </p:nvSpPr>
        <p:spPr>
          <a:xfrm>
            <a:off x="10762325" y="3827144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9843C7-A66F-3F9D-F196-FC94954C91D5}"/>
              </a:ext>
            </a:extLst>
          </p:cNvPr>
          <p:cNvSpPr txBox="1"/>
          <p:nvPr/>
        </p:nvSpPr>
        <p:spPr>
          <a:xfrm>
            <a:off x="9370094" y="3871769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7E033F-2B64-8110-D574-825D64FEB061}"/>
              </a:ext>
            </a:extLst>
          </p:cNvPr>
          <p:cNvSpPr txBox="1"/>
          <p:nvPr/>
        </p:nvSpPr>
        <p:spPr>
          <a:xfrm>
            <a:off x="8530814" y="5395464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FA60DA-FA3D-1364-69B7-210E95CCCC4C}"/>
              </a:ext>
            </a:extLst>
          </p:cNvPr>
          <p:cNvSpPr txBox="1"/>
          <p:nvPr/>
        </p:nvSpPr>
        <p:spPr>
          <a:xfrm>
            <a:off x="9682921" y="5128724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46B1DC1-36C6-CB65-CD5E-9470C242F1E2}"/>
              </a:ext>
            </a:extLst>
          </p:cNvPr>
          <p:cNvCxnSpPr>
            <a:cxnSpLocks/>
          </p:cNvCxnSpPr>
          <p:nvPr/>
        </p:nvCxnSpPr>
        <p:spPr>
          <a:xfrm flipH="1">
            <a:off x="10817387" y="4992532"/>
            <a:ext cx="508805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518E684-921F-9E1A-96B8-DA59195657D9}"/>
              </a:ext>
            </a:extLst>
          </p:cNvPr>
          <p:cNvCxnSpPr>
            <a:cxnSpLocks/>
          </p:cNvCxnSpPr>
          <p:nvPr/>
        </p:nvCxnSpPr>
        <p:spPr>
          <a:xfrm>
            <a:off x="11326192" y="4992532"/>
            <a:ext cx="346557" cy="11899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AB37EE3-168F-4B17-9853-AA571BFEDED6}"/>
              </a:ext>
            </a:extLst>
          </p:cNvPr>
          <p:cNvSpPr txBox="1"/>
          <p:nvPr/>
        </p:nvSpPr>
        <p:spPr>
          <a:xfrm>
            <a:off x="10235929" y="5439639"/>
            <a:ext cx="793807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A8F43B-E613-F8B2-3775-E3C3B52085FC}"/>
              </a:ext>
            </a:extLst>
          </p:cNvPr>
          <p:cNvSpPr txBox="1"/>
          <p:nvPr/>
        </p:nvSpPr>
        <p:spPr>
          <a:xfrm>
            <a:off x="11472721" y="5366671"/>
            <a:ext cx="63991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59E85F-E843-99F8-2257-7390425BF1D9}"/>
              </a:ext>
            </a:extLst>
          </p:cNvPr>
          <p:cNvSpPr txBox="1"/>
          <p:nvPr/>
        </p:nvSpPr>
        <p:spPr>
          <a:xfrm>
            <a:off x="7300059" y="3303549"/>
            <a:ext cx="1295547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=1?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0ED606-433E-BF82-FCC8-DC898A5C0E11}"/>
              </a:ext>
            </a:extLst>
          </p:cNvPr>
          <p:cNvSpPr txBox="1"/>
          <p:nvPr/>
        </p:nvSpPr>
        <p:spPr>
          <a:xfrm>
            <a:off x="10456992" y="3295637"/>
            <a:ext cx="114326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&gt;5?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BF613C-6E4E-5EE0-D0AC-93056A897358}"/>
              </a:ext>
            </a:extLst>
          </p:cNvPr>
          <p:cNvSpPr txBox="1"/>
          <p:nvPr/>
        </p:nvSpPr>
        <p:spPr>
          <a:xfrm>
            <a:off x="7277991" y="4855060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830009-177D-0DB2-8C9D-C3D34E7BB1A7}"/>
              </a:ext>
            </a:extLst>
          </p:cNvPr>
          <p:cNvSpPr txBox="1"/>
          <p:nvPr/>
        </p:nvSpPr>
        <p:spPr>
          <a:xfrm>
            <a:off x="8764751" y="4786312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F7105D-0C21-4864-5275-9EE17974F013}"/>
              </a:ext>
            </a:extLst>
          </p:cNvPr>
          <p:cNvSpPr txBox="1"/>
          <p:nvPr/>
        </p:nvSpPr>
        <p:spPr>
          <a:xfrm>
            <a:off x="9570384" y="4536956"/>
            <a:ext cx="114326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=6?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C35FBA-E661-44C8-AF1A-5776DE1BDF4A}"/>
              </a:ext>
            </a:extLst>
          </p:cNvPr>
          <p:cNvSpPr txBox="1"/>
          <p:nvPr/>
        </p:nvSpPr>
        <p:spPr>
          <a:xfrm>
            <a:off x="8827044" y="6050452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B25288-596F-982E-68E1-3A7D41999077}"/>
              </a:ext>
            </a:extLst>
          </p:cNvPr>
          <p:cNvSpPr txBox="1"/>
          <p:nvPr/>
        </p:nvSpPr>
        <p:spPr>
          <a:xfrm>
            <a:off x="10654846" y="6116003"/>
            <a:ext cx="375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6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3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446072C-8694-1BF1-6FF1-F6A2E81FDFE9}"/>
              </a:ext>
            </a:extLst>
          </p:cNvPr>
          <p:cNvCxnSpPr>
            <a:cxnSpLocks/>
          </p:cNvCxnSpPr>
          <p:nvPr/>
        </p:nvCxnSpPr>
        <p:spPr>
          <a:xfrm flipH="1">
            <a:off x="9805612" y="6123176"/>
            <a:ext cx="150177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0FC30A6-A3AB-E6CF-EB9B-907A9B8C5D50}"/>
              </a:ext>
            </a:extLst>
          </p:cNvPr>
          <p:cNvCxnSpPr>
            <a:cxnSpLocks/>
          </p:cNvCxnSpPr>
          <p:nvPr/>
        </p:nvCxnSpPr>
        <p:spPr>
          <a:xfrm>
            <a:off x="9955789" y="6123176"/>
            <a:ext cx="226671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05AD467-7120-DD49-5E22-1B16BBAF2ACC}"/>
              </a:ext>
            </a:extLst>
          </p:cNvPr>
          <p:cNvCxnSpPr>
            <a:cxnSpLocks/>
          </p:cNvCxnSpPr>
          <p:nvPr/>
        </p:nvCxnSpPr>
        <p:spPr>
          <a:xfrm flipH="1">
            <a:off x="11527582" y="6160370"/>
            <a:ext cx="150177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69DD5F0-7581-D288-0E37-E5329ADC406B}"/>
              </a:ext>
            </a:extLst>
          </p:cNvPr>
          <p:cNvCxnSpPr>
            <a:cxnSpLocks/>
          </p:cNvCxnSpPr>
          <p:nvPr/>
        </p:nvCxnSpPr>
        <p:spPr>
          <a:xfrm>
            <a:off x="11677759" y="6160370"/>
            <a:ext cx="226671" cy="6267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44745F0-DD1F-BE54-BCEC-3A8695BB2E46}"/>
              </a:ext>
            </a:extLst>
          </p:cNvPr>
          <p:cNvSpPr txBox="1"/>
          <p:nvPr/>
        </p:nvSpPr>
        <p:spPr>
          <a:xfrm>
            <a:off x="11114130" y="4504395"/>
            <a:ext cx="114326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2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=3?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C5FB003-61BF-7764-8457-CE19E641E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FB58439-6B9E-386A-B734-83872602FB13}"/>
                  </a:ext>
                </a:extLst>
              </p14:cNvPr>
              <p14:cNvContentPartPr/>
              <p14:nvPr/>
            </p14:nvContentPartPr>
            <p14:xfrm>
              <a:off x="7396560" y="2543400"/>
              <a:ext cx="3164400" cy="351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FB58439-6B9E-386A-B734-83872602FB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7200" y="2534040"/>
                <a:ext cx="3183120" cy="353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5182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CD3AD-7EB4-D849-716A-27207A163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5868280"/>
            <a:ext cx="10972800" cy="9897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Spain is +34</a:t>
            </a:r>
          </a:p>
          <a:p>
            <a:r>
              <a:rPr lang="en-US" dirty="0"/>
              <a:t>Portugal is +351, Finland is +358, therefore no country is +35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2113AA-9718-4442-DB67-90B163BBB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251177"/>
            <a:ext cx="11394447" cy="57883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15D106-F39C-39FE-AD42-F0F6AEAE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4854224"/>
            <a:ext cx="12192000" cy="842211"/>
          </a:xfrm>
        </p:spPr>
        <p:txBody>
          <a:bodyPr/>
          <a:lstStyle/>
          <a:p>
            <a:r>
              <a:rPr lang="en-US" dirty="0"/>
              <a:t>Country Prefix Codes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13554B-3897-B10B-3EDD-CE99E308EBD2}"/>
                  </a:ext>
                </a:extLst>
              </p14:cNvPr>
              <p14:cNvContentPartPr/>
              <p14:nvPr/>
            </p14:nvContentPartPr>
            <p14:xfrm>
              <a:off x="2041200" y="1585080"/>
              <a:ext cx="8425800" cy="5247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13554B-3897-B10B-3EDD-CE99E308EB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1840" y="1575720"/>
                <a:ext cx="8444520" cy="526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2151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thought my distribution was “q” but it was actually “p”? </a:t>
            </a:r>
          </a:p>
          <a:p>
            <a:r>
              <a:rPr lang="en-US" dirty="0"/>
              <a:t>You will pay a penalty and ask too many questions</a:t>
            </a:r>
          </a:p>
          <a:p>
            <a:r>
              <a:rPr lang="en-US" dirty="0"/>
              <a:t>How many questions will you ask?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A62CD8-FB77-2F42-F292-7384794152D1}"/>
              </a:ext>
            </a:extLst>
          </p:cNvPr>
          <p:cNvSpPr/>
          <p:nvPr/>
        </p:nvSpPr>
        <p:spPr>
          <a:xfrm>
            <a:off x="446868" y="4369209"/>
            <a:ext cx="2577209" cy="659395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You think I prefer these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77D9F0-97E8-4E3A-DAA3-8FF2936105B1}"/>
              </a:ext>
            </a:extLst>
          </p:cNvPr>
          <p:cNvSpPr/>
          <p:nvPr/>
        </p:nvSpPr>
        <p:spPr>
          <a:xfrm>
            <a:off x="8943908" y="4519145"/>
            <a:ext cx="2577209" cy="659395"/>
          </a:xfrm>
          <a:prstGeom prst="rect">
            <a:avLst/>
          </a:prstGeom>
          <a:solidFill>
            <a:srgbClr val="FF0000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I actually prefer these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DF9431A-B938-107A-48FD-1BCD138C1A2C}"/>
              </a:ext>
            </a:extLst>
          </p:cNvPr>
          <p:cNvGraphicFramePr>
            <a:graphicFrameLocks noGrp="1"/>
          </p:cNvGraphicFramePr>
          <p:nvPr/>
        </p:nvGraphicFramePr>
        <p:xfrm>
          <a:off x="1696279" y="5257799"/>
          <a:ext cx="8128000" cy="93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42104890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4036743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4783796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9689784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081649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30393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379138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04293480"/>
                    </a:ext>
                  </a:extLst>
                </a:gridCol>
              </a:tblGrid>
              <a:tr h="934720"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2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4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6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7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300" b="1" dirty="0"/>
                        <a:t>8</a:t>
                      </a:r>
                    </a:p>
                  </a:txBody>
                  <a:tcPr marL="121920" marR="121920" marT="60960" marB="6096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8463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925CFE6-D178-CC60-09F7-0F0E750B1156}"/>
              </a:ext>
            </a:extLst>
          </p:cNvPr>
          <p:cNvSpPr/>
          <p:nvPr/>
        </p:nvSpPr>
        <p:spPr>
          <a:xfrm>
            <a:off x="1645479" y="5028605"/>
            <a:ext cx="2065131" cy="1393108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6DD5B9-3E54-F643-97E4-A970F3CFCD84}"/>
              </a:ext>
            </a:extLst>
          </p:cNvPr>
          <p:cNvSpPr/>
          <p:nvPr/>
        </p:nvSpPr>
        <p:spPr>
          <a:xfrm>
            <a:off x="7796657" y="5188766"/>
            <a:ext cx="2577209" cy="1232945"/>
          </a:xfrm>
          <a:prstGeom prst="rect">
            <a:avLst/>
          </a:prstGeom>
          <a:solidFill>
            <a:srgbClr val="FF0000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E6DA48-47BC-D45C-D4C2-7BD5B6D86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1995" y="5565986"/>
            <a:ext cx="1100667" cy="6265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982F7E-AD5B-EB49-1370-FE985A7D9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16" y="5473326"/>
            <a:ext cx="1032933" cy="626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2A37B7-7A8C-0723-E3CF-6123195CA39B}"/>
                  </a:ext>
                </a:extLst>
              </p:cNvPr>
              <p:cNvSpPr txBox="1"/>
              <p:nvPr/>
            </p:nvSpPr>
            <p:spPr>
              <a:xfrm>
                <a:off x="2197688" y="3487879"/>
                <a:ext cx="833430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bg1"/>
                    </a:solidFill>
                    <a:latin typeface="+mj-lt"/>
                  </a:rPr>
                  <a:t>Cross entropy  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2A37B7-7A8C-0723-E3CF-6123195CA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688" y="3487879"/>
                <a:ext cx="8334307" cy="584775"/>
              </a:xfrm>
              <a:prstGeom prst="rect">
                <a:avLst/>
              </a:prstGeom>
              <a:blipFill>
                <a:blip r:embed="rId4"/>
                <a:stretch>
                  <a:fillRect l="-1979" t="-131915" b="-20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217A0DB-53E1-71AD-39B8-DD98F1C2B77D}"/>
                  </a:ext>
                </a:extLst>
              </p14:cNvPr>
              <p14:cNvContentPartPr/>
              <p14:nvPr/>
            </p14:nvContentPartPr>
            <p14:xfrm>
              <a:off x="512640" y="2782080"/>
              <a:ext cx="11679480" cy="3656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217A0DB-53E1-71AD-39B8-DD98F1C2B7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3280" y="2772720"/>
                <a:ext cx="11698200" cy="367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22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3403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COMPARE two distributions</a:t>
            </a:r>
            <a:br>
              <a:rPr lang="en-US" dirty="0"/>
            </a:br>
            <a:r>
              <a:rPr lang="en-US" dirty="0"/>
              <a:t>KL Divergence, cross 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63684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Kullback-Leibler</a:t>
            </a:r>
            <a:r>
              <a:rPr lang="en-US" dirty="0"/>
              <a:t> Divergence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98" y="3511237"/>
            <a:ext cx="9076267" cy="13038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169" y="4815104"/>
            <a:ext cx="8754533" cy="13038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41565" y="6225259"/>
            <a:ext cx="222234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Cross entropy!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9476" y="6245940"/>
            <a:ext cx="222234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-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0181DA-F259-0819-711E-C4C4FFD4D6CF}"/>
                  </a:ext>
                </a:extLst>
              </p:cNvPr>
              <p:cNvSpPr txBox="1"/>
              <p:nvPr/>
            </p:nvSpPr>
            <p:spPr>
              <a:xfrm>
                <a:off x="1281689" y="1526731"/>
                <a:ext cx="101379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  <a:latin typeface="+mj-lt"/>
                  </a:rPr>
                  <a:t>Cross entropy          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0181DA-F259-0819-711E-C4C4FFD4D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689" y="1526731"/>
                <a:ext cx="10137914" cy="584775"/>
              </a:xfrm>
              <a:prstGeom prst="rect">
                <a:avLst/>
              </a:prstGeom>
              <a:blipFill>
                <a:blip r:embed="rId4"/>
                <a:stretch>
                  <a:fillRect l="-1500" t="-131915" b="-20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FCCDEB9-43B1-581E-131A-3F407101E0CC}"/>
                  </a:ext>
                </a:extLst>
              </p14:cNvPr>
              <p14:cNvContentPartPr/>
              <p14:nvPr/>
            </p14:nvContentPartPr>
            <p14:xfrm>
              <a:off x="1551240" y="2071800"/>
              <a:ext cx="10292400" cy="466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FCCDEB9-43B1-581E-131A-3F407101E0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41880" y="2062440"/>
                <a:ext cx="10311120" cy="468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038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KL Divergence, cross 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5020517"/>
          </a:xfrm>
        </p:spPr>
        <p:txBody>
          <a:bodyPr>
            <a:normAutofit/>
          </a:bodyPr>
          <a:lstStyle/>
          <a:p>
            <a:r>
              <a:rPr lang="en-US" dirty="0"/>
              <a:t>KL Divergence is non-negative (Jensen’s inequality)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893" y="2395479"/>
            <a:ext cx="3793067" cy="6265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21F3CF-F719-BD63-1A57-DA1D27C8709F}"/>
                  </a:ext>
                </a:extLst>
              </p14:cNvPr>
              <p14:cNvContentPartPr/>
              <p14:nvPr/>
            </p14:nvContentPartPr>
            <p14:xfrm>
              <a:off x="1175760" y="2014920"/>
              <a:ext cx="9576360" cy="3698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21F3CF-F719-BD63-1A57-DA1D27C870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6400" y="2005560"/>
                <a:ext cx="9595080" cy="371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8291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D6720-9DF7-9D49-A398-BB0DBC3D7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(Optional space for Jensen’s inequality)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8D717-F9D6-F7D0-ED06-19A78709A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92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KL Divergence, cross 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5020517"/>
          </a:xfrm>
        </p:spPr>
        <p:txBody>
          <a:bodyPr>
            <a:normAutofit/>
          </a:bodyPr>
          <a:lstStyle/>
          <a:p>
            <a:r>
              <a:rPr lang="en-US" dirty="0"/>
              <a:t>KL Divergence is non-negative (Jensen’s inequality)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Cross entropy is bigger than entropy.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Alternately, view q as a “variational distribution” (more later!)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893" y="2395479"/>
            <a:ext cx="3793067" cy="62653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1054434-96AB-0128-3574-AE9A6BCB26DE}"/>
              </a:ext>
            </a:extLst>
          </p:cNvPr>
          <p:cNvGrpSpPr/>
          <p:nvPr/>
        </p:nvGrpSpPr>
        <p:grpSpPr>
          <a:xfrm>
            <a:off x="1299472" y="4005422"/>
            <a:ext cx="9160933" cy="1541751"/>
            <a:chOff x="1299472" y="4005422"/>
            <a:chExt cx="9160933" cy="1541751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299472" y="4005422"/>
              <a:ext cx="9160933" cy="116209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405F8C-E060-38E5-BBFC-D20E0746213D}"/>
                </a:ext>
              </a:extLst>
            </p:cNvPr>
            <p:cNvSpPr txBox="1"/>
            <p:nvPr/>
          </p:nvSpPr>
          <p:spPr>
            <a:xfrm>
              <a:off x="7644456" y="5167517"/>
              <a:ext cx="222234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1867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Cross entropy!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2BFD2E4-DE6A-6214-F384-D593EEC22A13}"/>
                </a:ext>
              </a:extLst>
            </p:cNvPr>
            <p:cNvSpPr txBox="1"/>
            <p:nvPr/>
          </p:nvSpPr>
          <p:spPr>
            <a:xfrm>
              <a:off x="3402976" y="5118675"/>
              <a:ext cx="222234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1867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Entropy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7298879-E5EF-A436-71C7-0E0E40DF826D}"/>
                  </a:ext>
                </a:extLst>
              </p14:cNvPr>
              <p14:cNvContentPartPr/>
              <p14:nvPr/>
            </p14:nvContentPartPr>
            <p14:xfrm>
              <a:off x="2766960" y="2264040"/>
              <a:ext cx="9150840" cy="4102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7298879-E5EF-A436-71C7-0E0E40DF82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57600" y="2254680"/>
                <a:ext cx="9169560" cy="412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173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311F-A5D2-90C4-3B3F-727E4358E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entropy, for our classification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BE00ED-0CF4-EF4D-52B7-0BCF4E9FD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37" y="889002"/>
            <a:ext cx="5619019" cy="5539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DBD01E-CFE8-90CC-E5C3-5B740FDDB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673" y="972713"/>
            <a:ext cx="4457513" cy="449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638F5F-D9E3-80F1-4338-9D131020F5BB}"/>
              </a:ext>
            </a:extLst>
          </p:cNvPr>
          <p:cNvSpPr txBox="1"/>
          <p:nvPr/>
        </p:nvSpPr>
        <p:spPr>
          <a:xfrm>
            <a:off x="1348672" y="6286131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</a:t>
            </a:r>
            <a:r>
              <a:rPr kumimoji="0" lang="en-US" sz="1867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data</a:t>
            </a: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(</a:t>
            </a:r>
            <a:r>
              <a:rPr kumimoji="0" lang="en-US" sz="1867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y|x</a:t>
            </a: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)?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370A99-0715-764B-788C-D8FBC059CE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51" r="26415"/>
          <a:stretch/>
        </p:blipFill>
        <p:spPr>
          <a:xfrm>
            <a:off x="8522933" y="1901606"/>
            <a:ext cx="1957728" cy="19524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AB2D4F8-AEB9-FF24-2F6B-8A1699DCB907}"/>
              </a:ext>
            </a:extLst>
          </p:cNvPr>
          <p:cNvSpPr txBox="1"/>
          <p:nvPr/>
        </p:nvSpPr>
        <p:spPr>
          <a:xfrm>
            <a:off x="6915228" y="2315190"/>
            <a:ext cx="1542410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58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X =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61A031-9DB3-870E-551F-5BAE5FC76C54}"/>
              </a:ext>
            </a:extLst>
          </p:cNvPr>
          <p:cNvSpPr txBox="1"/>
          <p:nvPr/>
        </p:nvSpPr>
        <p:spPr>
          <a:xfrm>
            <a:off x="7684085" y="6286131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</a:t>
            </a:r>
            <a:r>
              <a:rPr kumimoji="0" lang="en-US" sz="1867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ɸ</a:t>
            </a: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(</a:t>
            </a:r>
            <a:r>
              <a:rPr kumimoji="0" lang="en-US" sz="1867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y|x</a:t>
            </a: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) 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7C192314-AB67-2581-96E6-392A849CE043}"/>
              </a:ext>
            </a:extLst>
          </p:cNvPr>
          <p:cNvGraphicFramePr/>
          <p:nvPr/>
        </p:nvGraphicFramePr>
        <p:xfrm>
          <a:off x="6566779" y="4000457"/>
          <a:ext cx="3593220" cy="2137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1DF47348-C5AD-D034-E092-C42BE492CA35}"/>
              </a:ext>
            </a:extLst>
          </p:cNvPr>
          <p:cNvGraphicFramePr/>
          <p:nvPr/>
        </p:nvGraphicFramePr>
        <p:xfrm>
          <a:off x="480839" y="4000457"/>
          <a:ext cx="3593220" cy="2137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8BB109-B86F-905F-5A00-80E0C01666E6}"/>
                  </a:ext>
                </a:extLst>
              </p14:cNvPr>
              <p14:cNvContentPartPr/>
              <p14:nvPr/>
            </p14:nvContentPartPr>
            <p14:xfrm>
              <a:off x="1373400" y="1398600"/>
              <a:ext cx="10388880" cy="5361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8BB109-B86F-905F-5A00-80E0C01666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64040" y="1389240"/>
                <a:ext cx="10407600" cy="538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766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311F-A5D2-90C4-3B3F-727E4358E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entropy, for our classification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DE75C-DC6D-7687-2A05-CCC050086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084" y="4052888"/>
            <a:ext cx="10972800" cy="22743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</a:t>
            </a:r>
            <a:r>
              <a:rPr lang="en-US" dirty="0" err="1"/>
              <a:t>P</a:t>
            </a:r>
            <a:r>
              <a:rPr lang="en-US" baseline="-25000" dirty="0" err="1"/>
              <a:t>data</a:t>
            </a:r>
            <a:r>
              <a:rPr lang="en-US" dirty="0"/>
              <a:t>(</a:t>
            </a:r>
            <a:r>
              <a:rPr lang="en-US" dirty="0" err="1"/>
              <a:t>y|x</a:t>
            </a:r>
            <a:r>
              <a:rPr lang="en-US" dirty="0"/>
              <a:t>)? </a:t>
            </a:r>
            <a:r>
              <a:rPr lang="en-US" dirty="0" err="1"/>
              <a:t>P</a:t>
            </a:r>
            <a:r>
              <a:rPr lang="en-US" baseline="-25000" dirty="0" err="1"/>
              <a:t>data</a:t>
            </a:r>
            <a:r>
              <a:rPr lang="en-US" dirty="0"/>
              <a:t>(Y=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 | x</a:t>
            </a:r>
            <a:r>
              <a:rPr lang="en-US" baseline="-25000" dirty="0"/>
              <a:t>i</a:t>
            </a:r>
            <a:r>
              <a:rPr lang="en-US" dirty="0"/>
              <a:t>) = 1, otherwise 0</a:t>
            </a:r>
          </a:p>
          <a:p>
            <a:pPr marL="0" indent="0">
              <a:buNone/>
            </a:pPr>
            <a:r>
              <a:rPr lang="en-US" dirty="0"/>
              <a:t>Equivalent to negative log likelihood: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BE00ED-0CF4-EF4D-52B7-0BCF4E9FD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37" y="889002"/>
            <a:ext cx="5619019" cy="553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DB57EC-01E8-3224-DC9B-B4F97E81B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84" y="1656137"/>
            <a:ext cx="9559091" cy="1635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02790C-20E3-238D-DCC0-04CD60B3D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190065"/>
            <a:ext cx="7078133" cy="15578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DBD01E-CFE8-90CC-E5C3-5B740FDDB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673" y="972713"/>
            <a:ext cx="4457513" cy="4492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7A1693-3B28-542D-3C70-9C88C5A03908}"/>
              </a:ext>
            </a:extLst>
          </p:cNvPr>
          <p:cNvSpPr txBox="1"/>
          <p:nvPr/>
        </p:nvSpPr>
        <p:spPr>
          <a:xfrm>
            <a:off x="2308928" y="3525563"/>
            <a:ext cx="4402067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Average over x – conventions differ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0E28A8E7-0799-C493-8371-20EEBE4BEE9C}"/>
              </a:ext>
            </a:extLst>
          </p:cNvPr>
          <p:cNvSpPr/>
          <p:nvPr/>
        </p:nvSpPr>
        <p:spPr>
          <a:xfrm rot="16200000">
            <a:off x="2986639" y="2820073"/>
            <a:ext cx="277148" cy="1215831"/>
          </a:xfrm>
          <a:prstGeom prst="leftBrace">
            <a:avLst/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775B6A-C7C1-B085-A94B-7CCFC35FB65C}"/>
              </a:ext>
            </a:extLst>
          </p:cNvPr>
          <p:cNvSpPr/>
          <p:nvPr/>
        </p:nvSpPr>
        <p:spPr>
          <a:xfrm>
            <a:off x="2640139" y="1771788"/>
            <a:ext cx="1210428" cy="1517625"/>
          </a:xfrm>
          <a:prstGeom prst="rect">
            <a:avLst/>
          </a:prstGeom>
          <a:solidFill>
            <a:schemeClr val="tx1"/>
          </a:solidFill>
          <a:ln w="2857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B8138DE-8CF8-E87E-6291-68E87E5DA0D0}"/>
                  </a:ext>
                </a:extLst>
              </p14:cNvPr>
              <p14:cNvContentPartPr/>
              <p14:nvPr/>
            </p14:nvContentPartPr>
            <p14:xfrm>
              <a:off x="-360" y="1238400"/>
              <a:ext cx="11643120" cy="5521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B8138DE-8CF8-E87E-6291-68E87E5DA0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9720" y="1229040"/>
                <a:ext cx="11661840" cy="554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056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1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D15E03-305C-FCEA-B9D6-F14A809D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slides?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8A3954-7BB0-155A-9AC6-473D1F273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951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>
            <a:spLocks noGrp="1"/>
          </p:cNvSpPr>
          <p:nvPr>
            <p:ph type="title"/>
          </p:nvPr>
        </p:nvSpPr>
        <p:spPr>
          <a:xfrm>
            <a:off x="2016700" y="219567"/>
            <a:ext cx="10390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1400"/>
            </a:pPr>
            <a:r>
              <a:rPr lang="en-US" sz="4800">
                <a:solidFill>
                  <a:srgbClr val="1F437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Mutual Information</a:t>
            </a:r>
            <a:endParaRPr>
              <a:solidFill>
                <a:srgbClr val="1F437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933451" y="1774351"/>
            <a:ext cx="6184899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How similar two distributions were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451" y="2329593"/>
            <a:ext cx="9804400" cy="166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4452" y="3786839"/>
            <a:ext cx="3079749" cy="262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1"/>
          <p:cNvSpPr txBox="1"/>
          <p:nvPr/>
        </p:nvSpPr>
        <p:spPr>
          <a:xfrm>
            <a:off x="9799552" y="6644800"/>
            <a:ext cx="1788000" cy="21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2-04-02 at 10.43.09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966913"/>
            <a:ext cx="9144000" cy="1317625"/>
          </a:xfrm>
          <a:prstGeom prst="rect">
            <a:avLst/>
          </a:prstGeom>
        </p:spPr>
      </p:pic>
      <p:sp>
        <p:nvSpPr>
          <p:cNvPr id="7" name="Title 4"/>
          <p:cNvSpPr txBox="1">
            <a:spLocks/>
          </p:cNvSpPr>
          <p:nvPr/>
        </p:nvSpPr>
        <p:spPr>
          <a:xfrm>
            <a:off x="1981200" y="274639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Mutual information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56199" y="1659943"/>
            <a:ext cx="1128968" cy="50028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cap="flat" cmpd="sng" algn="ctr">
            <a:solidFill>
              <a:srgbClr val="1F497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"/>
                <a:cs typeface=""/>
              </a:rPr>
              <a:t>Noisy Channel</a:t>
            </a:r>
          </a:p>
        </p:txBody>
      </p:sp>
      <p:cxnSp>
        <p:nvCxnSpPr>
          <p:cNvPr id="9" name="Straight Connector 8"/>
          <p:cNvCxnSpPr>
            <a:endCxn id="8" idx="1"/>
          </p:cNvCxnSpPr>
          <p:nvPr/>
        </p:nvCxnSpPr>
        <p:spPr>
          <a:xfrm>
            <a:off x="4165157" y="1910083"/>
            <a:ext cx="991043" cy="1588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stealth" w="lg" len="lg"/>
          </a:ln>
          <a:effectLst/>
        </p:spPr>
      </p:cxnSp>
      <p:cxnSp>
        <p:nvCxnSpPr>
          <p:cNvPr id="10" name="Straight Connector 9"/>
          <p:cNvCxnSpPr/>
          <p:nvPr/>
        </p:nvCxnSpPr>
        <p:spPr>
          <a:xfrm>
            <a:off x="6285167" y="1908495"/>
            <a:ext cx="991043" cy="1588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stealth" w="lg" len="lg"/>
          </a:ln>
          <a:effectLst/>
        </p:spPr>
      </p:cxnSp>
      <p:pic>
        <p:nvPicPr>
          <p:cNvPr id="11" name="Picture 10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983" y="1444375"/>
            <a:ext cx="381000" cy="317500"/>
          </a:xfrm>
          <a:prstGeom prst="rect">
            <a:avLst/>
          </a:prstGeom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139" y="1417639"/>
            <a:ext cx="342900" cy="317500"/>
          </a:xfrm>
          <a:prstGeom prst="rect">
            <a:avLst/>
          </a:prstGeom>
        </p:spPr>
      </p:pic>
      <p:pic>
        <p:nvPicPr>
          <p:cNvPr id="14" name="Picture 13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300" y="2766930"/>
            <a:ext cx="3581400" cy="749300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6991686" y="3195048"/>
            <a:ext cx="3007893" cy="556488"/>
            <a:chOff x="5467685" y="3195054"/>
            <a:chExt cx="3007894" cy="556489"/>
          </a:xfrm>
        </p:grpSpPr>
        <p:sp>
          <p:nvSpPr>
            <p:cNvPr id="15" name="TextBox 14"/>
            <p:cNvSpPr txBox="1"/>
            <p:nvPr/>
          </p:nvSpPr>
          <p:spPr>
            <a:xfrm>
              <a:off x="6363368" y="3382211"/>
              <a:ext cx="21122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"/>
                  <a:cs typeface=""/>
                </a:rPr>
                <a:t>Mutual information!</a:t>
              </a:r>
            </a:p>
          </p:txBody>
        </p:sp>
        <p:cxnSp>
          <p:nvCxnSpPr>
            <p:cNvPr id="17" name="Straight Arrow Connector 16"/>
            <p:cNvCxnSpPr>
              <a:stCxn id="15" idx="1"/>
            </p:cNvCxnSpPr>
            <p:nvPr/>
          </p:nvCxnSpPr>
          <p:spPr>
            <a:xfrm flipH="1" flipV="1">
              <a:off x="5467685" y="3195054"/>
              <a:ext cx="895683" cy="371824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467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3817" y="2809463"/>
            <a:ext cx="6318635" cy="404853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 txBox="1">
            <a:spLocks noGrp="1"/>
          </p:cNvSpPr>
          <p:nvPr>
            <p:ph type="title"/>
          </p:nvPr>
        </p:nvSpPr>
        <p:spPr>
          <a:xfrm>
            <a:off x="2029233" y="303433"/>
            <a:ext cx="10390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1400"/>
            </a:pPr>
            <a:r>
              <a:rPr lang="en-US" sz="4800">
                <a:solidFill>
                  <a:srgbClr val="1F437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Joint Entropy</a:t>
            </a:r>
            <a:endParaRPr>
              <a:solidFill>
                <a:srgbClr val="1F437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78" name="Google Shape;17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4408" y="1552101"/>
            <a:ext cx="8991600" cy="16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0"/>
          <p:cNvSpPr txBox="1"/>
          <p:nvPr/>
        </p:nvSpPr>
        <p:spPr>
          <a:xfrm>
            <a:off x="9799552" y="6644800"/>
            <a:ext cx="1788000" cy="21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>
            <a:spLocks noGrp="1"/>
          </p:cNvSpPr>
          <p:nvPr>
            <p:ph type="title"/>
          </p:nvPr>
        </p:nvSpPr>
        <p:spPr>
          <a:xfrm>
            <a:off x="2028500" y="294467"/>
            <a:ext cx="10390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1400"/>
            </a:pPr>
            <a:r>
              <a:rPr lang="en-US">
                <a:solidFill>
                  <a:srgbClr val="1F437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Some Relationships</a:t>
            </a:r>
            <a:endParaRPr>
              <a:solidFill>
                <a:srgbClr val="1F437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31" y="2163193"/>
            <a:ext cx="5284240" cy="3860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0707" y="2163192"/>
            <a:ext cx="4653093" cy="559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00707" y="3007599"/>
            <a:ext cx="4295163" cy="559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5649" y="3881092"/>
            <a:ext cx="3489820" cy="425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22153" y="4908716"/>
            <a:ext cx="2997667" cy="31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40034" y="5447907"/>
            <a:ext cx="1610687" cy="29081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2"/>
          <p:cNvSpPr txBox="1"/>
          <p:nvPr/>
        </p:nvSpPr>
        <p:spPr>
          <a:xfrm>
            <a:off x="7987680" y="5839370"/>
            <a:ext cx="2994837" cy="3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(conditioning reduces entropy)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9799552" y="6644800"/>
            <a:ext cx="1788000" cy="21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F77D39-E14B-4E5A-A940-16440D8DF03F}"/>
              </a:ext>
            </a:extLst>
          </p:cNvPr>
          <p:cNvSpPr/>
          <p:nvPr/>
        </p:nvSpPr>
        <p:spPr>
          <a:xfrm>
            <a:off x="7335520" y="4748107"/>
            <a:ext cx="2065867" cy="246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information measures in 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88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Smoother optimization (than KL divergence) with Wasserstein distance (earth mover distance for distributions)</a:t>
            </a:r>
          </a:p>
          <a:p>
            <a:pPr lvl="1"/>
            <a:r>
              <a:rPr lang="en-US" dirty="0"/>
              <a:t>Martin </a:t>
            </a:r>
            <a:r>
              <a:rPr lang="en-US" dirty="0" err="1"/>
              <a:t>Arjovsky</a:t>
            </a:r>
            <a:r>
              <a:rPr lang="en-US" dirty="0"/>
              <a:t>, </a:t>
            </a:r>
            <a:r>
              <a:rPr lang="en-US" dirty="0" err="1"/>
              <a:t>Soumith</a:t>
            </a:r>
            <a:r>
              <a:rPr lang="en-US" dirty="0"/>
              <a:t> </a:t>
            </a:r>
            <a:r>
              <a:rPr lang="en-US" dirty="0" err="1"/>
              <a:t>Chintala</a:t>
            </a:r>
            <a:r>
              <a:rPr lang="en-US" dirty="0"/>
              <a:t>, Léon </a:t>
            </a:r>
            <a:r>
              <a:rPr lang="en-US" dirty="0" err="1"/>
              <a:t>Bottou</a:t>
            </a:r>
            <a:r>
              <a:rPr lang="en-US" dirty="0"/>
              <a:t>, Wasserstein GAN, </a:t>
            </a:r>
            <a:r>
              <a:rPr lang="mr-IN" dirty="0">
                <a:hlinkClick r:id="rId2"/>
              </a:rPr>
              <a:t>https://arxiv.org/abs/1701.07875</a:t>
            </a:r>
            <a:endParaRPr lang="en-US" dirty="0"/>
          </a:p>
          <a:p>
            <a:endParaRPr lang="en-US" dirty="0"/>
          </a:p>
          <a:p>
            <a:r>
              <a:rPr lang="en-US" dirty="0"/>
              <a:t>Other (in)dependence measures: Hilbert-Schmidt Independence Criterion (HSIC) / Maximum-Mean Discrepancy (MMD) / kernel trick</a:t>
            </a:r>
          </a:p>
          <a:p>
            <a:pPr lvl="1"/>
            <a:r>
              <a:rPr lang="en-US" dirty="0"/>
              <a:t>Introduced: </a:t>
            </a:r>
            <a:r>
              <a:rPr lang="en-US" dirty="0" err="1"/>
              <a:t>Gretton</a:t>
            </a:r>
            <a:r>
              <a:rPr lang="en-US" dirty="0"/>
              <a:t> et al 2007</a:t>
            </a:r>
          </a:p>
          <a:p>
            <a:pPr lvl="1"/>
            <a:r>
              <a:rPr lang="en-US" dirty="0"/>
              <a:t>Example usage: </a:t>
            </a:r>
            <a:r>
              <a:rPr lang="en-US" dirty="0" err="1"/>
              <a:t>InfoVAE</a:t>
            </a:r>
            <a:r>
              <a:rPr lang="en-US" dirty="0"/>
              <a:t>, </a:t>
            </a:r>
            <a:r>
              <a:rPr lang="is-IS" dirty="0">
                <a:hlinkClick r:id="rId3"/>
              </a:rPr>
              <a:t>arXiv:1706.02262</a:t>
            </a:r>
            <a:r>
              <a:rPr lang="is-IS" dirty="0"/>
              <a:t> </a:t>
            </a:r>
          </a:p>
          <a:p>
            <a:pPr lvl="1"/>
            <a:endParaRPr lang="en-US" dirty="0"/>
          </a:p>
          <a:p>
            <a:r>
              <a:rPr lang="en-US" dirty="0"/>
              <a:t>Almost never in ML: </a:t>
            </a:r>
            <a:r>
              <a:rPr lang="en-US" dirty="0" err="1"/>
              <a:t>Renyi</a:t>
            </a:r>
            <a:r>
              <a:rPr lang="en-US" dirty="0"/>
              <a:t>, info decomposition, synergy, intersection, common info</a:t>
            </a:r>
          </a:p>
          <a:p>
            <a:pPr lvl="1"/>
            <a:r>
              <a:rPr lang="en-US" dirty="0" err="1"/>
              <a:t>Wyner</a:t>
            </a:r>
            <a:r>
              <a:rPr lang="en-US" dirty="0"/>
              <a:t> common information: </a:t>
            </a:r>
            <a:r>
              <a:rPr lang="is-IS" dirty="0">
                <a:hlinkClick r:id="rId4"/>
              </a:rPr>
              <a:t>arXiv:1606.02307</a:t>
            </a:r>
            <a:endParaRPr lang="en-US" dirty="0"/>
          </a:p>
          <a:p>
            <a:pPr lvl="1"/>
            <a:r>
              <a:rPr lang="en-US" dirty="0"/>
              <a:t>Synergy: </a:t>
            </a:r>
            <a:r>
              <a:rPr lang="is-IS" dirty="0">
                <a:hlinkClick r:id="rId5"/>
              </a:rPr>
              <a:t>arXiv:1710.03839</a:t>
            </a:r>
            <a:endParaRPr lang="is-IS" dirty="0"/>
          </a:p>
          <a:p>
            <a:pPr lvl="1"/>
            <a:r>
              <a:rPr lang="is-IS" dirty="0"/>
              <a:t>Hierarchical decomposition of total correlation: </a:t>
            </a:r>
            <a:r>
              <a:rPr lang="nb-NO" dirty="0">
                <a:hlinkClick r:id="rId6"/>
              </a:rPr>
              <a:t>arXiv:1410.7404</a:t>
            </a:r>
            <a:endParaRPr lang="nb-NO" dirty="0"/>
          </a:p>
          <a:p>
            <a:pPr lvl="1"/>
            <a:r>
              <a:rPr lang="nb-NO" dirty="0" err="1"/>
              <a:t>Tononi</a:t>
            </a:r>
            <a:r>
              <a:rPr lang="nb-NO" dirty="0"/>
              <a:t>, </a:t>
            </a:r>
            <a:r>
              <a:rPr lang="nb-NO" dirty="0" err="1"/>
              <a:t>Integr</a:t>
            </a:r>
            <a:r>
              <a:rPr lang="en-US" dirty="0" err="1"/>
              <a:t>ated</a:t>
            </a:r>
            <a:r>
              <a:rPr lang="en-US" dirty="0"/>
              <a:t> information (as a measure of consciousness?!)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9892497" y="2836789"/>
            <a:ext cx="2063579" cy="12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le 5"/>
          <p:cNvSpPr/>
          <p:nvPr/>
        </p:nvSpPr>
        <p:spPr>
          <a:xfrm>
            <a:off x="10342606" y="2471351"/>
            <a:ext cx="370703" cy="383060"/>
          </a:xfrm>
          <a:prstGeom prst="triangle">
            <a:avLst/>
          </a:prstGeom>
          <a:solidFill>
            <a:schemeClr val="accent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7" name="Triangle 6"/>
          <p:cNvSpPr/>
          <p:nvPr/>
        </p:nvSpPr>
        <p:spPr>
          <a:xfrm>
            <a:off x="10603583" y="2475913"/>
            <a:ext cx="370703" cy="383060"/>
          </a:xfrm>
          <a:prstGeom prst="triangle">
            <a:avLst/>
          </a:prstGeom>
          <a:solidFill>
            <a:srgbClr val="FF0000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247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C2C027-8D66-47D6-127E-DA0A3FB10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objectives for classification?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9B45898-C985-BAE3-7BFF-902AFA685F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Cross entropy is a “proper </a:t>
                </a:r>
                <a:r>
                  <a:rPr lang="en-US" dirty="0">
                    <a:hlinkClick r:id="rId2"/>
                  </a:rPr>
                  <a:t>scoring rule</a:t>
                </a:r>
                <a:r>
                  <a:rPr lang="en-US" dirty="0"/>
                  <a:t>”</a:t>
                </a:r>
              </a:p>
              <a:p>
                <a:pPr lvl="1"/>
                <a:r>
                  <a:rPr lang="en-US" dirty="0"/>
                  <a:t>“</a:t>
                </a:r>
                <a:r>
                  <a:rPr lang="en-US" b="0" i="0" u="none" strike="noStrike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lowest expected score if the predicted distribution equals the underlying distribution of the target variable”</a:t>
                </a:r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But so is Brier score,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)^2</m:t>
                        </m:r>
                      </m:e>
                    </m:nary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Although other alternatives kind of work, Cross Entropy empirically seems to be the best.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9B45898-C985-BAE3-7BFF-902AFA685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46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mpd="sng">
          <a:solidFill>
            <a:schemeClr val="accent2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1112</Words>
  <Application>Microsoft Office PowerPoint</Application>
  <PresentationFormat>Widescreen</PresentationFormat>
  <Paragraphs>238</Paragraphs>
  <Slides>25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Office Theme</vt:lpstr>
      <vt:lpstr>1_Simple Light</vt:lpstr>
      <vt:lpstr>2_Office Theme</vt:lpstr>
      <vt:lpstr>PowerPoint Presentation</vt:lpstr>
      <vt:lpstr>What is “entropy”? </vt:lpstr>
      <vt:lpstr>Axiomatic approach: Why “log” probabilities?</vt:lpstr>
      <vt:lpstr>Axiomatic approach to quantify ”Uncertainty” (Shannon)</vt:lpstr>
      <vt:lpstr>Visualize Shannon entropy</vt:lpstr>
      <vt:lpstr>A different way to understand entropy: compression</vt:lpstr>
      <vt:lpstr>PowerPoint Presentation</vt:lpstr>
      <vt:lpstr>PowerPoint Presentation</vt:lpstr>
      <vt:lpstr>PowerPoint Presentation</vt:lpstr>
      <vt:lpstr>PowerPoint Presentation</vt:lpstr>
      <vt:lpstr>Country Prefix Codes</vt:lpstr>
      <vt:lpstr>Cross entropy</vt:lpstr>
      <vt:lpstr>COMPARE two distributions KL Divergence, cross entropy</vt:lpstr>
      <vt:lpstr>KL Divergence, cross entropy</vt:lpstr>
      <vt:lpstr>(Optional space for Jensen’s inequality)</vt:lpstr>
      <vt:lpstr>KL Divergence, cross entropy</vt:lpstr>
      <vt:lpstr>Cross entropy, for our classification problem</vt:lpstr>
      <vt:lpstr>Cross entropy, for our classification problem</vt:lpstr>
      <vt:lpstr>Bonus slides?</vt:lpstr>
      <vt:lpstr>Mutual Information</vt:lpstr>
      <vt:lpstr>PowerPoint Presentation</vt:lpstr>
      <vt:lpstr>Joint Entropy</vt:lpstr>
      <vt:lpstr>Some Relationships</vt:lpstr>
      <vt:lpstr>Other information measures in ML?</vt:lpstr>
      <vt:lpstr>Other objectives for classification?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VS</dc:creator>
  <cp:lastModifiedBy>Greg Ver Steeg</cp:lastModifiedBy>
  <cp:revision>4</cp:revision>
  <dcterms:created xsi:type="dcterms:W3CDTF">2026-01-25T17:38:19Z</dcterms:created>
  <dcterms:modified xsi:type="dcterms:W3CDTF">2026-01-27T02:51:09Z</dcterms:modified>
</cp:coreProperties>
</file>