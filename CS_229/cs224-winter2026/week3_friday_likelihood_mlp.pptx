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25"/>
  </p:notesMasterIdLst>
  <p:sldIdLst>
    <p:sldId id="256" r:id="rId4"/>
    <p:sldId id="965" r:id="rId5"/>
    <p:sldId id="922" r:id="rId6"/>
    <p:sldId id="923" r:id="rId7"/>
    <p:sldId id="966" r:id="rId8"/>
    <p:sldId id="967" r:id="rId9"/>
    <p:sldId id="313" r:id="rId10"/>
    <p:sldId id="969" r:id="rId11"/>
    <p:sldId id="315" r:id="rId12"/>
    <p:sldId id="316" r:id="rId13"/>
    <p:sldId id="945" r:id="rId14"/>
    <p:sldId id="944" r:id="rId15"/>
    <p:sldId id="940" r:id="rId16"/>
    <p:sldId id="941" r:id="rId17"/>
    <p:sldId id="946" r:id="rId18"/>
    <p:sldId id="970" r:id="rId19"/>
    <p:sldId id="942" r:id="rId20"/>
    <p:sldId id="935" r:id="rId21"/>
    <p:sldId id="991" r:id="rId22"/>
    <p:sldId id="992" r:id="rId23"/>
    <p:sldId id="93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3"/>
    <p:restoredTop sz="96327"/>
  </p:normalViewPr>
  <p:slideViewPr>
    <p:cSldViewPr snapToGrid="0">
      <p:cViewPr>
        <p:scale>
          <a:sx n="94" d="100"/>
          <a:sy n="94" d="100"/>
        </p:scale>
        <p:origin x="608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4359 18489 19560,'58'0'-146,"-1"0"0,1 0 0,-2-2-338,-4-3 1,11-3 0,-3-4 364,4 2 1,11-3 0,-3 5-1,2-1 119,-1-1 1,-1 7 0,4-3 0,0 1 16,1 0 1,-34 0 0,-1 0 0,30-1 0,1-2 52,1-3 0,2-7 0,1-1 0,0 1 12,1 2 1,-4-4 0,4-3-1,-39 11 1,0 0 503,2 0 0,0 0 1,-1 1-1,0 0 1,1-1-1,1 0 1,1 2-1,0 1-641,2 0 1,0 2-1,3 0 1,0 1-1,-2 0 1,0 1-1,1 0 1,-1 2-1,1-1 1,1 1 21,-2 2 0,2-1 0,3 1 1,0 1-1,3 0 0,-1 1 1,0 1-1,0-1-138,-3 1 1,0 1 0,-1 2-1,0 0 1,1-2 0,1-1 170,-1-1 0,0 1 0,-1-1 0,0-1 0,0 0 0,-1 0 0,1 0 0,0 0 0,-1 0 0,0 0 0</inkml:trace>
  <inkml:trace contextRef="#ctx0" brushRef="#br0">12387 8518 8314,'-21'-19'0,"-4"-1"0,-6 3 121,-2 1 1,-1 3 0,7 4-1,3 5 60,5 8 1,-1 10-1,4 11 1,4 7-60,-1 7 0,7 7 0,1 4 0,5 1-219,5 3 1,7 7 0,11 3 0,2 1 7,6 4 1,-12-28 0,0 1 0,0 5 0,0 1 0,2 4 0,0 1 22,1 4 0,-1 1 0,-1 6 0,-2 0 0,1 3 0,-1 0 0,0 7 1,-1 1-92,0 4 0,-2 2 1,-4-23-1,-2 1 1,0 0-1,-1 2 1,0 1-1,-1 0 1,-2 1-1,1-1 1,-2 0 144,1 2 0,-1-1 1,-1 1-1,-1 1 1,-1 1-1,0 1 1,2 0-1,0 1 0,-1 0 1,1 2-1,-1 0 1,0 1-103,-1 0 0,0 0 0,0 1 0,0 2 0,-1-1 1,1 1-1,-1-2 0,0-1 0,0 2 0,0 1 0,0 1 1,0 1 164,0 1 1,0 1 0,0 0-1,0 3 1,0-1 0,0 1 0,0 0-1,0 1 1,0-1 0,0 0 0,0-2-1,0 1-6,0 0 0,0-1 0,0 0 0,0-1 0,0-1 0,0 0 0,0 2 0,0 0 0,0 0 1,0-1-1,0 0 0,0-1-13,0 0 0,0 0 0,0-1 0,0-1 0,0-2 0,0 0 0,0-4 0,0 0 0,1-1 0,0 0 0,1-1 0,0 0-6,1-1 1,0-1 0,1 0-1,0 1 1,0-1 0,0-1-1,1-1 1,0-2 0,0 1 0,0-2-1,0-1 1,1 1-69,0-1 0,1 1 0,-1-2 1,0 0-1,-1-1 0,2-1 0,0 0 1,2 0-1,0-1 0,1-1 0,0 0 1,1-1 69,6 24 0,2-2 1,1-4-1,2-3 1,0-6-1,1-1 1,1 0-1,1-2-66,3-1 1,2-2-1,2-3 1,4-2-1,3-7 1,2-2 0,1-5-1,1-2-8,2-2 1,3-4 0,6-5-1,2-3 1,4-1 0,2-2-1,2-2 1,1-1 3,2-2 0,0-2 0,4-3 0,1-2 0,0-3 0,1-3 1,5-1-1,1-1 28,-24 0 1,0-1-1,1-2 1,2 0 0,1-2-1,0 0 1,0 0 0,0 0-1,0-1 1,0 0 0,1 0-1,-1 0 11,0 0 0,1 0 0,0 0 0,2 1 1,0 1-1,1 0 0,2-2 0,2 1 1,-1-1-1,1 1 0,0-1 0,0 1 15,1 0 1,-1-1 0,0 1 0,1-1 0,1 0 0,-2 0 0,-1-2 0,0 1 0,-1-1 0,2 0 0,0 1-1,0-1 52,2 1 1,0-1-1,0 0 1,1 0 0,0-2-1,1 1 1,0-1-1,0 1 1,-1-1 0,-1 0-1,-1-1 1,0 1 7,-1-1 1,0 0 0,0-1 0,0-1 0,0-1 0,-1 0-1,2 0 1,0 0 0,-1-1 0,0 0 0,1 1 0,-1-1-34,-2 1 1,1-1 0,-1 1 0,1 0 0,-1-1 0,-1 2 0,-4 1 0,-1 0 0,0 0 0,-1 1 0,0-1 0,0 1 0,-1 0 0,-1 0 1,0 1-1,-1 2 0,-1 2 1,-1 0-1,21-4 1,-1 2-1,-5 3 0,-2 1 31,-4 3 0,-1 1 0,-5 2 0,-1 0 0,-4 3 0,0 1 0,-3 2 1,-2 2-99,-2 2 1,-2 3 0,34 15 0,-6 4 0,-9 3-12,-7 2 0,-1 0 0,3 1 0,-4-4-142,-4-4 1,2-7 0,0-4 0,1-3 275,3-2 1,-4-6 0,-1-3 0,-1-3-298,0-2 1,2-7 0,-4-4 0,4-7 455,1-6 0,-3-9 1,3-5-1,0-6-312,0-4 1,-3-3-1,3-8 1,-25 28-1,-1-2 32,1-2 0,0-2 0,-2 0 0,-1-1 0,4-4 0,-1-2 0,1-2 0,-1-1-35,0-1 0,-1-1 0,3-5 0,-2-1 0,0-2 0,-2-1 0,2-5 0,-1-1 62,2-4 0,1-1 1,-1 0-1,2-1 0,-1-5 1,1 0-1,0-1 1,0 0-111,-10 23 1,0 1 0,0-2-1,-1 0 1,0-2 0,-1 0 0,0-2-1,-1-1 1,0 0 0,0 0-1,-1 0 1,-1 0 125,-1 0 0,-1 1 0,0-1 0,-1 0 0,-1 1 0,-1-1 0,0 0 0,-2 0 0,0 0 0,-2-2 0,0-1 0,-1 1-7,-1-3 0,-1 1 0,0 0 0,-2 3 1,0 0-1,0 1 0,-2-2 0,0 1 1,-1 0-1,-1 0 0,-1 0 0,0 1-13,-2-1 0,0 1 0,-2-1 0,0-2 0,0 0 0,-1 0 0,-1-1 1,0-1-1,-1-1 0,0 1 0,-1-1 0,0 1 15,-1 1 1,0 0 0,0 0 0,0-1 0,-1 0 0,1-1-1,-1-2 1,1 0 0,0 0 0,-1-3 0,1-1 0,0 0-115,-1-1 1,0-2-1,1 1 1,1 2-1,1 1 1,-1-1 0,1-1-1,-1-1 1,1 0-1,0 1 1,1-1 0,-1-1 135,1 0 0,0 0 0,1-1 0,0-4 1,0 0-1,1 0 0,1-1 0,0 0 0,0 0 1,2 0-1,0 0 0,1 0 33,0 2 0,2 0 0,0 1 0,0 1 1,1-1-1,0 1 0,2 0 0,1 0 1,0 0-1,0 0 0,1 0 0,0 1-39,1-1 1,0 0-1,0 2 1,0 6 0,0 1-1,-1 1 1,1 0-1,0 1 1,-1 1 0,1 2-1,-1 1 1,0 0-141,-1 2 0,0 0 0,0 1 1,-1 2-1,1 0 0,-2 0 0,-2-24 1,-2 2-1,-3 4 0,-3 3 46,-3 4 1,-4 4-1,-5 6 1,-4 2-1,-3 4 1,-4 3-1,-5 3 1,-3 2-62,-5 2 0,-4 4 0,-5 2 0,-5 4 1,-5 1-1,-3 3 0,-7 1 0,-2 4 108,23 7 0,-2 2 0,0 1 0,-7 0 1,-1 1-1,-1 2 0,-5 1 0,0 1 1,-2 1-1,-2 1 0,-1 1 0,-1 0 21,-1 1 1,-1 0 0,-1 1 0,18 2 0,-2 0 0,0 2 0,0-1 0,-3 2 0,0 0 0,-1 1 0,0 1 0,-3 0 0,0 0 0,-1 1 0,0 0 60,-3 1 1,0-1-1,-1 1 1,1 0 0,1 1-1,0-1 1,-1 1 0,1 0-1,-2 0 1,0 0 0,0 0-1,0 1 1,0 1 0,0-1-1,-1 2 1,1-1-92,-1 1 1,-1 1-1,1 0 1,-1 0-1,-2-1 1,-1 0-1,0 1 1,0 0 0,16-2-1,0 1 1,-1-1-1,1 1 1,0 0-1,-1-1 1,1 1 0,0 0-1,0 0 1,0 0 1,-16 3 0,1 0 1,1 0-1,-1 0 1,1 0-1,0 1 1,1-1-1,-1 1 0,0-1 1,0 0-1,0 1 1,0-1-1,-1 1 1,1-1-1,0 1 0,0 0-38,0 1 1,-1-1-1,1 1 1,1 0 0,2-2-1,2 1 1,0 0 0,0 0-1,2 0 1,0 1 0,1 0-1,0-1 1,2 0 0,1 0-1,1 0 1,-1-1-41,3 1 1,0 0-1,0-1 1,1 0-1,3-2 1,-1 0-1,1-1 1,1 0-1,-16 3 1,1 0-1,2-2 1,5-1-1,0 0 1,3-2 102,5-3 0,2 0 0,1-1 0,-23 3 0,2-2 0,8-3 0,1-1 0</inkml:trace>
  <inkml:trace contextRef="#ctx0" brushRef="#br0">17235 13942 16598,'3'-14'0,"7"-1"13,9 1 1,23-7 0,17-3 0,-20 11-1,3-1 80,9-1 1,1 1 0,2 3-1,2 2 1,6 0 0,1 3-1,-2 2 1,1 2-87,-3 1 0,0 0 1,1 1-1,-2 0 1,-5 0-1,-2 0 1,-1 0-1,-1 0-88,-2 0 0,-1 0 1,-2 0-1,-2 0 1,0 0-1,0 0 1,38 0 43,-2 0 0,-8-1 0,-9-4 0,-7-5 248,-6-3 1,-9 4-1,-7-1 103,-7-1 0,-6-2 0,-11-1 0,-8 1-65,-8 3 0,-17-1 1,-10 6-1,-12 2-259,-10 2 1,-14 2-1,30 1 1,-1 1 0,-2 2-1,0 1 9,-1 3 0,-1 0 1,-2-1-1,-1 1 0,1 2 1,0 1-1,-2-1 0,-1-1-30,-2-2 0,1 1 0,1 1 1,1 1-1,-1-1 0,0-1 0,2 0 1,0 0 0,0-1 0,0 0 0,3-3 0,0-1 1,1 0-1,0 0 0,-35 3-24,13-4 1,10-2 0,17-1-1,6 0-80,10 0 1,13-1-1,8-2 1,6-2-146,7 2 0,15-1 1,9 1-1,7-3 349,7-2 1,10 3-1,9-4 1,6-1-75,-32 6 1,0 0 0,0-2-1,1-1 1,5 2 0,2 1 0,1-3-1,1 1 9,2-1 0,2-1 0,4-1 0,2-1 0,7 0 1,2-1-75,1 0 1,2 0 0,0 2 0,1 0 0,-3 0 0,0-1 0,-1 2 0,1 0 0,-2 1 0,1 0 42,1-1 1,-2 1 0,-6 3 0,-3 0 0,-2 2 0,-2 0 0,-6 1 0,-1 0-26,-5 1 1,-2 0 0,38 0 0,-11 0 0,-8 0 150,-13 0 0,-11 5 0,-13 0 0,-7-1-280,-6 3 1,-4-4 0,-11 5-1,-5-2 407,-10-2 0,-13 4 1,-8 0-190,-7 0 1,-5 3 0,-11-5 0,-5 2 0,-8 3-43,36-4 0,-1-1 1,-3 1-1,-2 1 1,0-1-1,0 0 0,-1 0 1,-1 0 18,0 0 1,-1 1-1,-1 0 1,-1 0-1,-1 0 1,0 1 0,-1 1-1,1 0 0,0-2 0,0 1 1,1 1-1,1 1 0,2-1 1,0-1-1,3 0 1,1 0 45,1-1 1,3 0-1,-26 1 1,16-1 0,14-1 260,12-4 0,14-2 0,12-1-295,11 0 0,20 0 1,18-1-1,15-2-107,-26 1 0,1-1 1,3-5-1,0 0 1,5 1-1,1-1 1,2 1-1,0-2-7,2 1 0,-1 0 0,1 1 1,-1 0-1,4-1 0,0 0 0,1-1 1,1 1 31,-1-2 1,0 0-1,0 0 1,-1 1-1,-2 2 1,-1 0 0,-2 0-1,-2-1 138,0 1 0,-2 0 1,-7 0-1,-1 1 1,36-3-1,-17 4-83,-14 3 1,-15 15 0,-13 8-1,-7 11-2175,-10 11 2175,-13 19 0,-4 2 0,-7 13 0,0 0 0</inkml:trace>
  <inkml:trace contextRef="#ctx0" brushRef="#br0">27637 17093 21293,'-14'-1'0,"1"-4"-1300,3-5 0,-3-3 0,4-3 0,-4-1 593,-1-2 1,6-1 0,3 6 0,3 0 801,2-1 0,2 1 1,3 1 561,4 4 0,10 2 0,5 7 1,4 0-325,0 0 0,3 0 0,4 0 0,10 0-177,11 0 0,17 0 1,-28 0-1,3-1 0,7-1 1,3-1-112,9-1 1,2-2-1,-15 1 1,2-1-1,2 0 1,8-1-1,3 0 1,1 0-1,3 0 1,2 0-1,0 0-297,4 0 0,-1 0 1,2 0-1,-18 2 1,1 1-1,0-1 1,0 2-1,-1 0 1,-1 1-1,1 0 1,-1 1 251,2 0 0,-1 1 0,1 0 0,0 1 0,1 0 0,-1 0 0,1 1 0,-1 0 0</inkml:trace>
  <inkml:trace contextRef="#ctx0" brushRef="#br0">26716 7065 12591,'-49'0'-92,"4"0"0,-3 0 0,6 0-709,9 0 0,1 0 746,13 0 1,7 0 0,12 0 0,10 0 49,8 0 0,4 4 1,8 3-1,4 1 32,4 3 1,5-3 0,7 2-1,8 1-19,7 2 1,12-5-1,-36-6 1,1 0-1,3-1 1,1 0 1,3-1 0,3 0 0,8-1 0,3 0 0,7-1 0,2 0 1,6-3-1,2 0-137,-24 1 1,1 0 0,0-1 0,1-1 0,1 0-1,0-1 1,3 1 0,0-1 0,1 1 0,-1-1 0,1 1-1,0 0 94,2-1 1,-1-1-1,-1 2 1,-5 1-1,-1 0 1,-1 0 0,0 0-1,0 0 1,-2-1-1,25 1 1,-2-1-11,-3 1 0,-1-1 1,-3-1-1,-1 0 1,-3-2-1,0 0 1,-3-1-1,-1-1 12,-4 0 0,-1 0 1,-3-1-1,-1 0 1,-5-1-1,-1-1 0,-3 1 1,-1 0 65,0 1 1,-2 0-1,21-4 1,-6 0 0,-13 7 152,-9 2 0,-10-2 103,-5 4 1,-11-5 0,-10 5 0,-11 2-135,-9 2 1,-12 1 0,-7 1 0,-10 4-165,-12 5 0,-9 2 1,-8 3-1,38-8 0,-2 0-24,1 0 1,-2 1 0,-4-1 0,-1 0 0,-1 0 0,0 0 0,-3 1 0,-1-1 56,-3 0 1,-1 0 0,1 1 0,0 0 0,-4 1 0,-1 1 0,-1 1 0,0 1-67,-2-1 0,-1 0 0,1 2 0,-2 0 0,-1-3 0,-1-1 0,2 0 0,0 1 32,4 1 0,2-1 0,4-4 1,2-1-1,5 2 0,0-1 1,4-2-1,0 0 75,3-2 1,2-1 0,-27 1 0,6-2-1,15 0-83,13 0 0,8-5 0,14-2 0,4-1-36,4-3 0,10 3 0,6 0 0,8 0-75,10 0 0,6-1 1,10-6-1,4 2 67,9 4 0,9-9 0,13 4 1,-36 6-1,0 0 37,2 0 0,1 0 1,1 1-1,1 0 1,3-1-1,2 1 0,2-1 1,1 0-107,4-1 1,1-1 0,1 2 0,1 0 0,4-2 0,1 1-1,-1 1 1,0 1 113,-1 3 0,-1-1 0,-3-2 0,0 1 0,-3 2 0,0 0 0,-4 0 0,-2 0-11,-6 2 0,-2-1 0,-2 0 1,-1 0-1,29-2 0,-5 2 159,-2 1 0,-10 4-133,2 3 0,-6-4 0,0 7 0,-3 3 0,0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935 14302 8454,'16'0'0,"1"0"-366,3 0 0,7-5 1,2-1-1,7-2 298,6-3 0,9-2 0,7-2 0,6 1 348,1 0 0,4-6 0,-7 0 0,-1-1 714,-2 0 0,-3-3 0,-3 5 1,-7 1-778,-6 2 1,-11 3-1,-10 2 932,-3 2 1,-10 6 0,-6-4 0,-9 2-384,-9 1 0,-15 0 0,-12 8 1,-5 2 356,-4 2 0,-8 2 1,-5 5-1,-4 3-114,-1 1 1,5 0 0,2-4 0,1 1-123,3 3 1,5-3 0,8 5-1,13-2-2598,12 0 0,14 5 1518,18-5 1,33-17 0,16-10 0,8-1 0,0 0 0</inkml:trace>
  <inkml:trace contextRef="#ctx0" brushRef="#br0">3755 16431 8440,'-10'-4'-56,"1"-3"0,-3 1 76,0-1 1,2-2 0,0 2 0,-1-1 694,-2-3 0,4 3-246,-1-1 1,9 1 0,1-2-331,8 5 1,16 4-1,8 1 1,9 0-45,13 0 0,10 0 1,13-2-1,-36 1 1,1-1-86,3 0 0,0-1 0,2-2 0,2 0 0,4 2 0,1 0 0,2 0 1,0 0-54,1 0 0,-1-1 1,-3-1-1,-2 1 1,-8 1-1,-1 1 0,31-1-83,-9 1 0,-19 8 1,-11 6 125,-12 5 0,-52 0 0,-20 1 0,-3 5 0,1-1 0</inkml:trace>
  <inkml:trace contextRef="#ctx0" brushRef="#br0">6344 16575 7660,'5'-9'111,"0"-1"1,6 5 0,-1-3-1,3 2 79,1 3 1,7-4-1,4 2 0,7 2 29,7 2 1,10 1-1,9 0 1,7 0-112,6 0 1,-30 0 0,2 0 0,2 0-1,1 0 1,4-1 0,1 0-82,4-1 1,0-1-1,-2 2 1,0 1-1,4-3 1,-1 1 0,-1 1-1,-1 0-486,-2 1 1,0 0-1,-1 0 1,-1 0 458,-2 0 0,0 0 0,4 6 0,1 1 0,-2 1 0,0 0 0</inkml:trace>
  <inkml:trace contextRef="#ctx0" brushRef="#br0">13998 15597 11928,'39'-15'-284,"9"1"1,27-8 0,-25 8 0,4 0 0,7-2 0,2-1 318,6-1 0,1-1 1,0 1-1,1-1 0,2 0 1,1 0-1,-3 2 0,-1 2-128,-3 2 1,0 0 0,-6 3 0,-1 1-1,-4 3 1,-1 1 0,-6 1 0,-2 0 238,-4 1 0,-2 0 0,30-2 187,-14 5 1,-41 1 0,-30 4 0,-29 3-46,-21 0 1,-11 5 0,30-9 0,-1 0 0,-2 1 0,0 0-117,-2-1 1,1 1 0,-3 0 0,0 0 0,-1 2 0,0 0 0,-1 0 0,1 1-47,1-1 0,2 0 1,3 0-1,1 0 0,1 1 1,0-1-1,3 0 0,1 0-44,-35 8 0,23 4 0,16 0-480,18-1 398,24-3 0,6-2 0,13-3 0,0-4 0</inkml:trace>
  <inkml:trace contextRef="#ctx0" brushRef="#br0">18904 18647 14488,'-9'0'-1262,"-1"0"0,5 0 1244,-4 0 29,5 0 0,-28 19 0,0 5 0</inkml:trace>
  <inkml:trace contextRef="#ctx0" brushRef="#br0">18674 18705 12786,'-29'0'-550,"2"0"1,3 0 0,5 0 529,3 0-246,8 0 1,9 4 0,15 1 0,15-2 395,15-1 0,15-2 0,-21 0 1,3 0-1,5 0 0,2 0-48,4 0 0,3 0 0,8-3 0,2 0 0,7-2 0,3 0 0,-21 1 0,1 0 0,1-1-1475,4 1 1,1-1 0,1 0 1395,1-1 0,2-1 0,6-1 1,-6 1-1,7-1 0,3-1 1,2 1-1,-1-1 0,-7 0 0,0 0 1,-1 0-1,1 0 0,-1 1 1,1-1-1</inkml:trace>
  <inkml:trace contextRef="#ctx0" brushRef="#br0">20731 13237 18215,'-43'-6'0,"0"-4"-404,0-3 1,1 4-1,4 1 1,4 1 161,4 4 1,-4-3-1,1-1 1,1 1 182,1 0 1,-2-6-1,-2 3 1,0-2 112,-1 1 1,-2-1 0,3 4 0,-2-1 86,-3-3 1,0 5 0,2 0-1,4 1-127,4 0 0,1-1 1,0 2-85,0 0 1,6-1-1,-1 3 1,0-1-1,0-2-54,0 2 1,1 0 0,-2 0 0,1-2 153,-2 2 0,-1 1 1,-2 2-1,0 0 279,1 0 1,-3 5 0,-1 1 0,-3 2 209,-2 3 1,1-3 0,-1 2 0,6 1-104,6 2 0,7-4 0,-1-1 0,5 0-251,4 0 1,5-4 0,10 2-1,8-1-107,9 0 0,10 1 0,18-3 0,9 2-44,11-2 1,10-1 0,-33-2-1,0 0 1,4 0 0,1 0-90,2 0 1,1 0-1,3 0 1,2 0-1,-3 0 1,1 0 0,4 0-1,2 0-166,4 0 1,2 0-1,3-1 1,2 0-1,5 0 1,0-1-1,-1 0 1,-1-1 17,0 2 1,0-1 0,-1-1 0,-2 0 0,2 0 0,0 1 222,0 0 0,1 1 0,2 0 0,0 0 0,0 1 0,1 0 0</inkml:trace>
  <inkml:trace contextRef="#ctx0" brushRef="#br0">19652 15439 17708,'-13'-7'0,"2"-1"-857,2 0 0,-1-5 0,-4 5 975,-1 0 1,7 4-120,3 8 1,6 11-1,3 10 1,7 6-89,7 2 0,11 2 1,11-3-1,6 2 133,7-2 0,12-3 0,-26-16 0,1-2-21,6-1 1,2-1-1,10-3 1,4-2-1,8-2 1,4-1-1,-20-2 1,0-1-1,3 0 1,4-2-1,2-1 1,1 0-162,4-2 1,1-1-1,0 0 1,4-1-1,0 0 1,0 0-1,4 0 1,0 0 0,0 0-1,-2 1 1,0 0-1,0 1 112,-3 2 0,-1 0 0,0 1 0,-4 1 0,0 1 0,-1 1 1,-2 1-1,-1 2 0,0 0 26,-1 1 0,-1 0 0,0 1 0,-2 2 0,0 0 0,-1 1 0,-3 1 0,-1 0 0</inkml:trace>
  <inkml:trace contextRef="#ctx0" brushRef="#br0">26990 12978 17856,'-52'-6'-261,"3"-2"1,6-7 0,-1 1 10,1 0 0,7-1 0,4 2 0,8 2-32,9 2 1,2-1 0,10-3-61,5 4 1,1 1-1,10 4 552,3 0 1,9-1-1,3 5 1,7 0 0,6 0-29,9 0 1,6 6 0,9 5 0,10 5-185,-33-6 0,1 0 1,5 2-1,2 0 0,0-2 1,2 0-1,5 2 0,3-1-98,5 2 1,2-1 0,-14-2 0,1-1 0,1 0 0,5 0-1,2 0 1,0 0 0,2-1 0,0-1 0,1 0-114,2-1 0,1-2 0,0 1 0,2-1 0,1 1 0,1-2 0,1 0 0,2-2 0,-1 0 0,-1 0 0,0 0 0,0 0 191,-2 0 1,0 0 0,0-1 0,-3 0 0,0 0 0,-1 0 21,-6 0 0,0 0 0,-1 0 0,-1 1 0,0 1 0,-1 0 0,24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1712 6086 22361,'0'8'-6125,"1"3"3483,4-6 2128,-3 0 711,4-5 0,-4 0 1271,3 0-440,-4 0-663,6 0 1,-3-2-277,1-2 0,2 2 434,-3-3 0,-2 2 1,4 0 44,1-2 0,-4 0 0,7 5-249,1 0 0,2 0 1,1 0-1,2 0-102,3 0 0,-1 0 0,7-1 1,4-3-187,3 0 0,8-1 0,-2 5 1,4 0-7,1 0 0,0-5 1,0 0-1,2 0 46,3-1 1,-2 3-1,7-7 1,0 1-14,-2 1 0,11-5 1,-1 3-1,5-3-8,1-1 1,2 5 0,7-1 0,-35 4 0,0 1-28,1-2 0,1 1 0,0 1 0,0 0 0,0 1 0,0 0 0,0 1 0,1 0-71,-1 1 1,0 1 0,0-2 0,0-1 0,0 2 0,-1 0 47,-1 0 0,-1 0 0,40-4 0,-6 1 0,-2 2 0,-7 1 0,-4 2 0</inkml:trace>
  <inkml:trace contextRef="#ctx0" brushRef="#br0">5553 9467 18278,'-8'0'-807,"3"0"0,10 0 0,5 0 821,2 0 1,4 0 0,2 0-1,3 0 122,1 0 1,2 0-1,5 0 1,1 0-12,4 0 0,3 0 1,6 0-1,2-1 18,3-4 1,0 3 0,9-4 0,7 1-47,5 0 1,-1-4 0,3 2 0,4-1-68,3-3 0,-37 5 0,0 0 1,2-2-1,0 1 0,0 0 0,-1 0 58,-1 0 0,-1-1 1,2 1-1,-1 0 1,38-7-1,-1-1 80,0 1 1,-1-1-1,-6 1 1,-3 0-27,-1-1 1,-1 6 0,1 1 0,-5 0-21,-2 0 1,-3 4 0,1 0-1,-2 2-88,-4 2 1,-2-5 0,-7 0 0,0 2-36,0 2 1,-1 1 0,-4 0 0,-2 0-12,-1 0 0,-5 0 1,5 0-1,-1 0-10,-1 0 1,7 4 0,-1 1-1,1-2-38,-2-1 1,8 3-1,-1 0 1,5-2 11,4-2 1,-3-1 0,4 0 0,2 0-1,4 0 1,0-6 0,-7-2 0,-1-2 51,1 1 1,0-1 0,-1-4-1,-5 0 39,-3-1 0,3 6 0,1-1 0,1 0 3,-1 2 0,6-3 0,-2 5 0,3-1-9,1 1 1,7-4 0,3 6 0,2 0-21,-2 3 1,3 1 0,-1 0 0,3 0 9,0 0 0,-3 1 0,-10 3 0,0 2-15,-1 2 0,5-3 0,-10 3 0,-2 0-39,1 0 1,-8-3 0,6 3 0,-2-2-32,0-3 1,6 4-1,-1-3 1,4 1-4,6 2 0,-2-6 0,4 4 0,-1-3-5,-3-2 1,-4 1-1,-1 2 1,-1 2 37,-1-2 0,-1-1 1,-10-2-1,0 0 43,0 0 0,4 0 0,-3 0 1,-2 0 6,-1 0 1,6 0 0,2 0 0,1 2-48,-1 2 1,4-1 0,-3 5-1,-1 0-123,1 0 1,3 0 0,-5 4 0,-4-3 25,-4 2 0,0-3 0,-5 0 0,1-1 130,-1-4 1,-2-1-1,-4-2 1,0 0-11,0 0 1,-1-2-1,1-1 69,0-2 1,0 0 0,-1 5 0,3 0 0,1 0-56,1 0 1,3-1 0,-4-3 0,1 0-10,-1 0 1,3 3 0,-3 1 0,-3 0 32,-3 0 1,-4-2 0,4-1 0,-4-2 4,-1 2 0,-2 1 0,-5 2 0,1 0-590,-1 0 352,0 0 1,-50-38 0,-14-10 0</inkml:trace>
  <inkml:trace contextRef="#ctx0" brushRef="#br0">3222 7208 24082,'15'8'-5699,"-1"-1"5608,1-7 1,-6 0 269,1 0 1,-1 0 0,6-2-1,-1-3 1,1 4 0,-1-4 0,0 3-78,1 2 1,-1 0 0,0 0-50,1 0 1,4 0 0,0 0 0,0 0 0,1 0 18,-1 0 1,2 0 0,-2 0 0,5 0-125,3 0 0,2 0 1,-1 0-1,3 0 180,2 0 0,-1 0 0,7 0 0,1 0-51,1 0 0,2 0 0,1 0 0,0 0-28,4 0 0,-8-4 0,3-1 0,-3 2-32,-3 1 1,5 2 0,-6-1 0,1-3 45,-3 0 1,-4-1 0,-1 5 0,0 0-34,-1 0 0,3-5 1,1 0-1,3 2-8,2 1 1,-2 2 0,6-1 0,4-2-7,0-2 0,-5 0 1,-2 3-1,2-1-4,2-2 0,-5 1 0,-4 4 1,-4 0-5,-5 0 1,3-5-1,-5 0 1,2 2-28,0 1 0,-4 2 0,2 0 0,0 0 7,1 0 1,-1 0-1,4 0 1,-2 0-44,1 0 0,9 0 0,3 0 0,1 0 14,0 0 0,1 0 1,5 0-1,3 0 0,1 0 0,5 0 0,-6 0 1,0 0 27,-2 0 1,3 5 0,0 0 0,-2-2 28,-1-1 0,3-2 0,0 0 0,0 0 18,1 0 0,1 0 0,4 0 0,-3 0 48,-1 0 1,6-2 0,-2-1-1,5-2-17,2 2 1,-5-4-1,8 3 1,0 0-74,3 3 0,2 1 0,-1 0 0,-1 0-56,2 0 1,-3 0 0,-1 0 0,-1 0-16,-3 0 1,-2 5 0,-1-1-1,-1 1 32,1 2 1,-2-6 0,-4 4-1,-2-3 49,0-2 0,-4 0 0,5 0 0,0 0-15,0 0 0,-4 0 1,1 0-1,-2 0-24,2 0 1,-3 1 0,3 2-1,-4 4-45,0 1 0,0-5 0,3 2 0,1-4 61,-2-1 0,-3 2 0,-3 1 0,-1 2 18,1-2 1,-5-1 0,-2-2-1,-2 0 124,-3 0 0,1 0 0,-2 0 0,-1 0 29,-2 0 1,-7-5-1,4 0 1,-2 2-85,1 1 0,-1 2 0,-5 0 1,1 0-52,-1 0 0,0 0 1,1 0-1,-1 0 4,1 0 1,-6 0 0,1 0 118,1 0 1,2 0-6,1 0 1,0 0 189,1 0 1,-1 0 0,1 0-208,-1 0 0,-4-4 0,-1-1 0,2 2-51,2 1 1,-2 2 0,2 0-26,3 0 1,2-5-1,-4 0 330,0 2 1,-4 0-75,0-2 1,-2 2-97,1-7-562,-2 7 215,-7-3-1573,0 6 1532,0 0-56,6 0 1,-4-2-549,2-3 0,0 4-343,0-4 1149,-2 3 1,-34 9-1,-16 1 1</inkml:trace>
  <inkml:trace contextRef="#ctx0" brushRef="#br0">5870 11870 8446,'1'-9'-2373,"4"-1"2373,-3 1 0,23-19 0,-1-2 0</inkml:trace>
  <inkml:trace contextRef="#ctx0" brushRef="#br0">6057 11726 8446,'9'-4'-428,"1"-1"1,-5 0 149,4 5 360,-6-6 1,5 4 0,-4-4 70,0-1 1,1 4-62,-5-7 0,-1 7-113,-4-2 1,-3 4 0,-7 1-1,-1 0-23,-3 0 1,-3 0-1,-7 1 1,0 4 36,1 5 1,-1-2-1,0 0 1,2 0 28,3 0 0,0-3 0,8 3 0,3-2-3,0-3 1,7 0 0,3 1 0,8 0 32,9 0 0,8-3 1,13-2-1,9-3-49,7 0 1,6-3 0,6 4 0,5-3-3,8-2 1,-3 3 0,4-5-1,-4 1 51,-1 1 0,2-4 0,-7 6 0,-11 0 83,-8-1 1,-18 2 0,-6 5 0,-8-1-24,-6-4 0,-5 3 0,-10-2 0,-6 2-19,-7 2 0,-6 2 0,-10 1 0,-4 3-298,-3 2 1,-3-3 0,1 3 0,0 0 204,0 0 0,4-19 0,-4-7 0,-2 1 0,-1 1 0</inkml:trace>
  <inkml:trace contextRef="#ctx0" brushRef="#br0">6862 9539 8197,'7'8'-42,"-6"0"1,6-4 139,-1 0 0,-4 8 1,4-3-1,-1 4 35,0 1 0,-1 7 0,-4 3 0,2 3-90,3 2 0,-4 6 0,4 5 0,-3 5-163,-2 3 0,-5 0 0,-1-5 0,-1 0-1152,1 0 1272,-5-6 0,15-21 0,-2-11 0</inkml:trace>
  <inkml:trace contextRef="#ctx0" brushRef="#br0">6661 9842 8375,'-8'6'192,"2"2"0,6 8 0,0 2 10,0 1 0,6 5 1,3-4-1,6 3 20,4 2 1,-1 1 0,6-2-1,1-3-95,2 0 0,4-7 0,2 2 0,4-6-183,0-4 1,4-1-1,-2-5 1,2-2 55,2-3 0,14-33 0,6-15 0,-16 14 0,-1-1 0,0 1 0</inkml:trace>
  <inkml:trace contextRef="#ctx0" brushRef="#br0">6042 11669 8375,'-6'8'-1019,"4"-2"709,-4-6 274,6 0 0,1 0 97,4 0 0,-2 0 98,7 0 1,-5 0 149,4 0 0,1 0-210,4 0 0,1 0 1,-1 0-1,1 0-136,-1 0 0,2 0 0,3 0 0,5-1 29,3-4 0,2 3 0,0-4 0,0 1-33,-1 0 1,1 0-1,0 5 1,-2 0-99,-3 0 1,2 0 0,-7 0 0,-2 0-89,-1 0 1,-3 2 226,-3 3 0,-17-4 0,-9 6 0</inkml:trace>
  <inkml:trace contextRef="#ctx0" brushRef="#br0">8200 11669 8375,'-6'8'0,"-4"-3"-271,-2-4 0,-3-1 1,1 0 379,-1 0 0,1 0 0,0 0 0,-1 0 163,1 0 1,4 0-1,1-1 215,-3-4-408,6 3 1,6-4 0,10 6 0,2 0 79,3 0 1,7 0 0,5 0 0,7 0 7,3 0 0,6 0 0,6 0 0,1 1-58,0 4 1,4-3 0,-1 3 0,3-4-107,1-1 1,1 0 0,-2 0 0,-4 2-651,-4 3 1,-9-4 646,-6 4 0,-41-3 0,-11-2 0</inkml:trace>
  <inkml:trace contextRef="#ctx0" brushRef="#br0">10387 11741 8375,'-24'1'0,"0"3"0,0 0-207,2 0 1,-4-3 0,5-1 0,1 2-87,-1 3 1,-3-4-1,3 4 1,0-3 646,1-2 1,-4 0 0,4 0-1,1 0-85,-2 0 1,5 0 0,-3 0 526,3 0-692,8-7 0,5 6 0,11-4 0,8 3 116,5 2 1,9 5 0,10 0 0,10-2-165,12-1 0,5-2 1,15 0-1,-40 0 1,0 0-142,3 0 0,0 0 0,2 0 0,2 0 1,3 0-1,0 0 85,-2 1 0,5-2 0,18-10 0,10-6 0,1 0 0,-17 3 0,0 0 0,0 0 0,1 0 0</inkml:trace>
  <inkml:trace contextRef="#ctx0" brushRef="#br0">12214 11669 8473,'-6'8'-300,"3"-2"331,-7-6 1,8 0 0,2 0 0,10 0 389,8 0 0,6 0 1,9 2-1,7 1-435,6 2 0,12 4 0,12-2 0,10 1 14,-36-3 0,3 1 0,31 3 0,6 1 0,-24-2 0,0-1 0,0 1 0</inkml:trace>
  <inkml:trace contextRef="#ctx0" brushRef="#br0">6388 11827 8401,'9'-6'-443,"1"-4"0,-7-3 233,2-1 0,-5 0 251,-5-1 0,-3 6 1,-6 1-34,-1 1 0,1 2 0,-1 5 11,1 0 0,0 0 1,-1 0-9,1 0 0,4 0 1,1 0 84,-3 0 0,0 0 113,-3 0 1,6 0 25,-1 0 1,7-1-200,-2-4 1,12 3 0,7-2 0,10 2-37,8 2 0,15-4 0,19-2 0,8-2 0,-1 0 0,8 0 0,0 0 0,0 0 0,-1 0 0</inkml:trace>
  <inkml:trace contextRef="#ctx0" brushRef="#br0">13797 14014 8484,'-15'0'-69,"1"0"1,4 0 241,1 0 1,9 0-1,5 0 1,12-1 54,9-4 0,14 2 0,4-7 0,8-1-7,7-2 1,0 0-1,8 2 1,3 1-109,6-1 0,-5 5 0,1 1 1,-9 3-238,-9 2 0,-4 0 0,-10 0-265,-7 0 1,-10 0 338,-23 0 1,-10 0 0,-20 0 0,-6 0 68,-7 0 1,-8 5 0,-10 2 0,-3 1 50,-1 3 1,-2 2 0,-5 1 0,0 0-359,0 1 288,6 6 0,-10-5 0,2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6287 2561 24154,'9'10'-2658,"1"-2"0,1 0 1911,2 0 1,-2-4 0,2 4 0,5-1 803,2-4 1,6 0 0,7 0-1,7 2 24,7-2 1,6-1 0,7-2-1,6 0 151,4 0 0,7-6 0,-33 2 0,1 0-129,1 0 1,0 0-1,5-3 1,1 1-1,1 1 1,0 0-1,3-1 1,1-1-1,4 0 1,0 0-156,3 0 1,1 0 0,2 2 0,1 0 0,2 0 0,0 1-1,0-1 1,-1 0-70,1 1 1,1 0 0,3-2 0,1 1 0,1 2 0,0 1 120,0 0 0,-1 1 0,1-2 0,-1-1 0,-3 2 0,0 0 0</inkml:trace>
  <inkml:trace contextRef="#ctx0" brushRef="#br0">14545 4057 18596,'14'0'-80,"-6"-6"0,-5-2 1,-6-2-551,-6 1 1,-4 4 0,-5-3 0,-4 0 666,-7 0 1,-9 5-1,-2-2 1,-7 4-2,-5 1 0,-4 0 0,-3 0 1,-2 0 49,-1 0 1,1 0-1,8 1 1,7 2 105,6 2 0,6 0-170,10-5 0,11 0 0,15 0 0,12 0-164,14 0 1,15 0 0,16-2-1,11-2 10,10-6 0,-33 4 0,2-1 1,1 1-1,1-1 0,0 2 1,0-1 64,0 1 0,0 1 0,3-1 0,-1 0 0,2-1 0,-1-1 0,0 1 0,-1 1 34,-2 0 0,-1 0 0,-6 2 0,-2-2 0,27-4 0,-16 4 34,-18 3 1,-16 2 0,-19 0-2,-14 0 1,-18 2 0,-13 3 0,-9 6-222,-7 7 0,-1-2 242,4 3 1,9-5 0,-4 1 0,-4 0 0,0 0 0</inkml:trace>
  <inkml:trace contextRef="#ctx0" brushRef="#br0">14171 5108 8569,'14'-5'-2214,"1"-1"2279,-1-2 0,0 4 1,1-2-1,1 1 36,3 0 0,3 1 1,9 2-1,1-1-60,1-2 1,12 0 0,1 5 0,7 0-17,6 0 0,8 2 1,2 3-1,6 4-25,-34-3 1,0 1 0,1 0 0,0 0 0,2 1 0,-1 0 0,-1 1 0,1 0-17,-3 0 0,1 1 0,1 3 0,-1 0 0,36 12 0,-5 6-83,-8 2 1,-10 2-1,-15-3 1,-8 4 68,-5 0 0,-2 3 0,-8 2 0,-5-1 126,-3-1 0,-1-1 0,-4 5 0,2 0 34,-2 1 1,-3 3-1,-5 3 1,-5 1-26,-2 4 0,-4 7 0,-4 5 1,-2 3-28,0 2 0,-4 0 0,7 2 1,1 1-62,2 2 1,2 1 0,0-1-1,7-37 1,1 1-29,1 1 1,0 1-1,-1 2 1,-1 0-1,3-1 1,0-1 0,0 1-1,-1-1-7,0 2 1,0-1-1,1-1 1,0 1-1,-1 3 1,-1 0-1,1 0 1,0 0 1,0 1 0,-1 0 0,0 1 1,-1-2-1,0-3 0,0-2 1,0 2-1,0-1 75,0 0 0,-1 0 1,1 2-1,0 0 0,0-1 1,1 0-1,0-2 0,1 0-42,0 1 0,0-1 0,3 0 0,1-1 0,-1 2 0,-1-1 1,2 0-1,-1-1-38,0 0 0,-1 1 0,3 2 0,-1 0 0,-2-3 0,-1 0 0,2 1 0,0 0-34,-1 2 1,1-1-1,-1-1 1,1 0-1,2 40 1,0-4 105,0 1 1,2-6-1,2 6 1,6-3 77,3 1 0,8-5 0,3-7 0,3 1-2,1 0 1,1-1 0,0 2 0,0-3-65,0 0 1,-5-5 0,-2 5 0,-1-3-88,-4-3 1,-6 2 0,-3-9 68,-1 1 0,-2 2 0,-5-8 0,0-3 1,0-6 62,0-6 0,-2 1 0,-3-10 0,-4 0 40,-4-2 1,-3-9 0,-3-2 0,-5 1-44,-3-2 0,-4 0 0,-1-5 0,-3 2 58,-2-2 0,1-1 1,-4-1-1,3 3-99,2 0 1,-4 3 0,6-4 0,1 3-74,1 2 1,3 0 0,-1 3 0,0-1-155,0 1 0,0-3 0,1 2 0,-1 1-275,0 2 1,5 1 0,2 1 0,1-1-698,3 0 0,4-4 1135,4 0 0,-2-7 0,4 3 0</inkml:trace>
  <inkml:trace contextRef="#ctx0" brushRef="#br0">10229 13237 8128,'-15'0'-566,"6"0"1,-1 0 0,-1 0 641,-2 0 1,4 0 0,-1 0-1,-1 0 81,-2 0 0,0-1 0,2-3 0,2 0-27,-3 0 1,0 3-1,-3 1 167,1 0 0,4-5-45,1 0 0,4 0 166,-5 5-199,7 0 1,8 0-61,9 0 0,4 0 1,-4 0-1,2 0 64,3 0 0,4-4 0,7-1 0,2 0 39,2-1 0,12 2 0,2-4 1,10 0-106,9 0 1,1 0-1,-27 3 1,2-1 0,-1 2-1,2 0-96,0 1 0,1 0 0,0 0 0,0 1 0,36 2 0,-4 2-284,-3 2 1,-6 0 0,-5 5 0,-12 2-479,-10 2 1,-7 2 0,-8-1-1333,-2 0 2033,-7 1 0,-9-26 0,-9-7 0</inkml:trace>
  <inkml:trace contextRef="#ctx0" brushRef="#br0">12157 13237 10307,'16'0'500,"3"0"1,11 0 0,17 0 0,15 0-279,18 0 1,-33 0 0,2 0-1,7 0 1,1 0 0,6 1 0,1 0-193,2 1 0,2 1 0,-2-1 1,0 2-1,0 1 0,0 1 0,-5-2 1,-1 0-35,-3 4 0,-4-9 1,-11-29-1,-5-12 0,-3-6 1,0 0-1</inkml:trace>
  <inkml:trace contextRef="#ctx0" brushRef="#br0">15063 12532 7675,'0'-16'-360,"0"-3"1,0 3 0,0-3-1,0 3 816,0 1 1,0-1 0,0-1 280,0-2 0,0-1-381,0 6 0,0 8 0,0 6 0,0 9 54,0 9 0,0 6 0,0 8 0,0 5-233,0 4 0,0 1 0,0 9-476,0-2 1,0 6 0,0-4-1,0 0 1,0-3-571,0-3 0,0 0 0,0-1 0,0-2 869,0-10 0,6-21 0,2-12 0</inkml:trace>
  <inkml:trace contextRef="#ctx0" brushRef="#br0">15149 12690 8367,'-5'-9'-114,"1"-1"0,-6 1 0,4-6 583,-2 1 1,0-1 0,-2 1 0,5 0 235,4-1 1,-1 6-649,-3-1 1,2 2-1,-7-1-206,-1 4 1,3 10 92,-1 4 0,5 4 1,-2 0-1,1-2 1,-1-2 105,-2 3 1,5-4 0,-4 1 606,1 2-575,4-4 1,-4-2 0,7-10-1,4-6-59,5-7 0,4 0 0,4-4 1,3 0-10,1-1 1,-3 6 0,4-2 0,-3 4 57,-2 6 1,-2 4 0,-3 11-114,-4 9 0,-9 7 1,-9 12-1,-6 5-66,-4 8 1,-3-2-1,-7 3 1,2-4-1,3 0 1,-3-6 0,4-3 0,1-5 99,3-7 0,-2-7 0,2-7 201,1-4 1,7-10 0,3-6 0,2-5 280,2-3 1,-2-2 0,1 2-1,2-3-352,1-1 1,9-2-1,2 6 1,6-1-858,4 0 1,-1 8 0,6 0-1,3 4-2254,5 4 2988,-2 3 0,19 16 0,8 8 0,1 1 0,0 0 0</inkml:trace>
  <inkml:trace contextRef="#ctx0" brushRef="#br0">15595 13007 8255,'-14'0'698,"1"-6"0,5-4-284,8-3 0,13 4 0,11 1 0,5 0-209,4 0 1,10 3 0,10-3 0,3 0-410,1 0 1,6 0-1,-1-3 1,-3 3-896,-4 1 0,-6-4 1099,-6 1 0,-19-28 0,-4-8 0</inkml:trace>
  <inkml:trace contextRef="#ctx0" brushRef="#br0">15768 12618 8305,'1'-8'-176,"4"2"0,6 1 122,7 0 0,6 1 0,11 4 1,10 0-50,11 0 1,11-2 0,11-1 102,-39 2 0,4-3 0,14-13 0,9-8 0,1-2 0,2 1 0,1-1 0,-1 0 0</inkml:trace>
  <inkml:trace contextRef="#ctx0" brushRef="#br0">16947 12345 8587,'8'14'0,"-3"2"0,-3 4 590,-2 4 0,0 6 1,0 10-1,-3 13-282,-7 11 0,-1 6 0,-11 2-308,1 0 0,-6-18 0,-4 2 0,0 4 0,0 0 0</inkml:trace>
  <inkml:trace contextRef="#ctx0" brushRef="#br0">13365 14388 8135,'-14'0'303,"6"0"1,3 0-1,11 0 1,10-1-72,12-4 1,7 3-1,11-4 1,7 1-177,9 0 0,9 0 0,5 5 1,4 0-522,0 0 1,-3-1-1,-12-2 465,-7-2 0,-20-13 0,-11 2 0</inkml:trace>
  <inkml:trace contextRef="#ctx0" brushRef="#br0">13523 14086 8162,'16'0'-374,"4"0"1,15 0-1,16 0 374,13 0 0,-14-8 0,14-5 0,8-3 0,4-1 0,-2 1 0,-5 1 0,0 0 0,0 1 0,0-1 0,0 0 0,0 1 0</inkml:trace>
  <inkml:trace contextRef="#ctx0" brushRef="#br0">15811 13856 8558,'8'14'294,"-3"1"1,-4 2 0,-1 7 0,0 11-132,0 10 1,-6 8-164,-4 9 0,-2-28 0,-3-2 0</inkml:trace>
  <inkml:trace contextRef="#ctx0" brushRef="#br0">13682 15510 7010,'1'-7'850,"4"2"1,5 2 0,10-1 0,9 0-699,8 0 0,11-2 0,6 0 0,7-1-444,6 1 1,2-4 0,-4 5-1,-7 2-1859,-8 2 2151,-18 1 0,-31-13 0,-18-3 0</inkml:trace>
  <inkml:trace contextRef="#ctx0" brushRef="#br0">13826 15223 8477,'14'-2'-106,"0"-3"1,10 4-1,10-4 1,15 3 105,15 2 0,3-9 0,15-5 0,3-1 0,-14 3 0,1 0 0,-1 0 0,1 0 0</inkml:trace>
  <inkml:trace contextRef="#ctx0" brushRef="#br0">15494 15093 19766,'0'15'1144,"0"1"0,-1 4 0,-2 9-726,-2 8 1,-8 11 0,0 6-1,-6 9-1418,-3 9 0,3-2 1126,-5 2 0,6-27 0,-1 1 0,-4-1 0,1-1 0</inkml:trace>
  <inkml:trace contextRef="#ctx0" brushRef="#br0">13739 16820 8069,'2'8'249,"3"-3"0,7-4 1,11-1-1,6 0-80,11 0 0,11-1 1,16-4-1,8-3-438,3 0 0,-36 1 0,-1 1 0,35-2 269,-6 0 0,-11-18 0,-9 2 0</inkml:trace>
  <inkml:trace contextRef="#ctx0" brushRef="#br0">13926 16561 8285,'15'0'0,"1"0"0,1 0 0,6 0-452,4 0 0,0 0 452,11 0 0,-12 6 0,1 2 0</inkml:trace>
  <inkml:trace contextRef="#ctx0" brushRef="#br0">15624 16546 8800,'0'15'476,"0"-1"0,-2 1 0,-1 1-353,-2 3 0,1 5 0,2 9 0,-1 7 26,-2 7-149,-6-3 0,-15 7 0,-7 6 0,-7 0 0,1 1 0</inkml:trace>
  <inkml:trace contextRef="#ctx0" brushRef="#br0">14200 18014 8243,'14'0'234,"-4"0"0,-1 0 1,2 0-281,2 0 0,8 0 1,5 0-1,5 0 161,8 0 1,7 0-1,2-2-115,-1-2 0,-3-24 0,-1-10 0</inkml:trace>
  <inkml:trace contextRef="#ctx0" brushRef="#br0">14300 17798 8254,'-14'-1'271,"0"-4"1,6 2 0,6-5-101,10 1 1,10 2 0,17 4 0,9-2-593,12-2 1,5-2 420,11 3 0,-13-2 0,12-1 0,2-1 0,-11 0 0,-1 1 0,1-1 0,-1 1 0</inkml:trace>
  <inkml:trace contextRef="#ctx0" brushRef="#br0">15955 17683 7944,'-15'8'572,"1"5"0,0-4 1,-1 6-32,1 4 0,4 10 0,2 11 0,0 8-620,0 9 1,-3 15 0,3-30-1,-1 1 1,-2 2 0,1 0 78,1 0 0,-5-1 0,-8-8 0,-5-3 0,-4-2 0,1 0 0</inkml:trace>
  <inkml:trace contextRef="#ctx0" brushRef="#br0">9452 13021 8082,'-14'0'-1034,"4"0"1652,0 0-60,7 0-338,-3 0 0,6 7 0,0 4 1,0 7 156,0 5 1,0 13 0,0 8-1,-2 14-175,-3 12 0,1-24 0,-1 3 1,-4 7-1,-1 3 0,-2 6 1,0 2-42,-2 5 0,0 2 1,0 4-1,0 2 1,4-24-1,1 0 0,-1 0 1,0 1-1,0 1 1,0 0-156,-2 1 1,1 0-1,0 0 1,2-2 0,1-1-1,-1 1 1,0 0 0,0 0-1,0 0 1,1-1 0,0 0-1,0 0 71,1-1 0,-1 1 0,1-1 0,1-1 0,0 1 0,0-1 0,0 0 0,0 1 0,1-1 0,-2 24 0,1-1-65,1-5 0,0-2 0,1-2 0,0-1 0,-1-3 0,-1-1 0,2 1 0,0-1-104,1 0 0,0-2 0,-1-4 0,1-2 0,2 1 0,-1-1 0,-1-4 1,0 0-308,-1-3 1,0 0 0,2-1 0,-1-1-1,-1-4 1,-2 0 0,-5 38-903,-2-8 0,-1-13 0,-2-11 1301,-3-3 0,1-8 0,-6-4 0,-1-2 0,-2-2 0</inkml:trace>
  <inkml:trace contextRef="#ctx0" brushRef="#br0">8402 16446 8304,'-23'13'410,"4"-4"1,3 6 0,3-3 0,4 9 70,4 6 0,10 7 1,6 14-1,8 8-127,10 9 1,1 4 0,-12-29 0,1 2 0,0-1 0,0 1-122,2 0 0,0 0 1,-1-3-1,2-2 1,3-3-1,2-3 1,29 20 73,5-19 0,5-19 0,5-15 0,5-14-332,-35 2 0,-1-4 0,-1 0 0,-1-3 0,4-6 0,1-2 0,-2-1 0,-1-1-429,1-1 0,-2 0 0,-3 1 1,-2 1-1,1 0 0,-1 1 1,27-21 453,-10 12 0,-17 32 0,-7 9 0</inkml:trace>
  <inkml:trace contextRef="#ctx0" brushRef="#br0">11250 12158 8363,'-38'-2'0,"0"-2"-153,-2-6 0,1-1 1,-2 0-1,-4 1 86,0-1 0,0 3 0,2 0 0,-2 0 159,-2 0 1,0 5 0,-4-2 0,1 3 16,4 2 0,-5 0 0,-2 0 1,-3 2-39,-1 3 0,-1 3 0,1 8 0,-3 1-25,-2 2 1,1 2 0,-4-2 0,-1 5-80,1 4 0,2-3 0,-4 1 0,-1 1 43,-3-1 1,6-1 0,1 4 0,1 0 13,1-1 1,1-4-1,9-1 1,4-1 13,3 1 0,6-4 0,4 5 0,7 0-40,10-2 1,8-1-1,10-5 1,2 1-46,3 3 0,4 4 0,11-4 0,5 3 21,7 2 1,5-2 0,8 1 0,3 1-2,4 2 0,6 2 0,4 0 0,9 0-34,-32-15 1,1 1 0,1 1 0,2 1 0,5 0 0,1 0-1,2 0 1,0-1-121,3 2 1,1-1-1,6 0 1,1 0-1,4 3 1,1 2-1,4 0 1,2 0 57,2 1 1,0-1-1,-2 1 1,1-1-1,1 0 1,0-1-1,0 0 1,1 0-77,0-1 1,1-2 0,-4-2 0,-1-3 0,0-3-1,0-3 1,0 0 0,0-2 201,2-2 0,-1-2 1,1-1-1,1-1 1,2-3-1,-1-2 1,1-2-1,-2-1 63,-1-1 1,-2-1 0,-4-5 0,0 0 0,-2 1 0,0 1 0,-1-2 0,-2 0-95,0-1 0,-1-1 0,-3 0 0,-1-1 0,0-2 1,-1-1-1,-3 0 0,-1-1 54,-2-1 1,0 0 0,-2 1-1,0 0-26,1-3 0,0-1 0,2-1 0,0-1 0,5-3 0,1 1 0,0 1 0,-1-1 0</inkml:trace>
  <inkml:trace contextRef="#ctx0" brushRef="#br0">15135 4158 8337,'-15'8'0,"1"5"0,-2-3 12,-3 2 1,4 9 0,-1 3 0,7 5 246,2 4 1,3-1 0,4 5 0,1-2-37,4-3 1,9-3 0,12-5-1,6-6 150,6-7 1,-1-5 0,1-7 0,2-6 34,2-7 1,-5-7-1,-4-8-224,-2 1 0,-9-3 0,-4-2 1,-7-4-1,-6-2-227,-4 1 1,-14 6 0,-6-1 0,-9 4-325,-11 5 0,-6 3 0,-12 8 0,-1 5-1249,1 8 1616,6 7 0,20 52 0,12 11 0</inkml:trace>
  <inkml:trace contextRef="#ctx0" brushRef="#br0">9438 12863 8420,'6'-14'0,"2"-1"-339,0 1 1,-2 0-1,-4-1 450,3 1 1,-4-1 244,4 1 1,-5 8-284,-5 6 1,4 8 0,-6 9 0,3 4 27,-1 1 0,-5 7 0,5 6 0,1 2-7,-3 3 1,4 8 0,-5 5 0,2 4-7,2 6 1,-2 9 0,3-32 0,0 1-1,-1 3 1,1 0-20,0 4 0,0 0 0,-3 2 1,1 2-1,0 7 0,2 1 0,-2 0 1,0 1-180,1 1 0,-2 1 0,0 2 0,-2-1 1,-1-3-1,-1 0 0,1 0 0,0 1 49,1 1 0,0 0 0,-1 1 1,-1 0-1,0 0 0,-1 0 0,0-1 1,0 0 37,-2 0 0,0-1 0,3 0 0,0 1 0,0 2 0,0 1 0,3-1 0,0 1 59,2-1 0,0-1 0,2 0 0,0-1 0,3-5 0,0-1 1,0 0-1,0-1-24,0-1 0,0 1 1,-1 0-1,0-1 1,0-2-1,-1 0 1,-1-1-1,0 0-21,-1-1 1,0 0 0,0 0 0,-2-1 0,-1 0 0,-2 1 0,1-1 0,-1 0 17,0 1 1,-1-1 0,-3-2-1,0-2 1,1 1 0,0-1-1,-1 0 1,-1-1-14,0 1 0,-1-1 0,-2 3 1,0 0-1,1-3 0,0 0 0,2-3 1,0 1-7,0-4 0,2 0 1,-5 28-1,-3-5 0,6-6-178,4-8 1,6-13 0,8-17 187,6-7 0,0-4 0,4-7 0,4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23637 1496 8573,'0'-14'402,"0"0"-16,0-1 0,2 7 1,1 7-243,2 9 1,0 8-1,-7 14 1,-3 4-109,-4 4 1,-1 8 0,-3 4 0,-3-1-56,0 1 1,0-2-1,2-7 1,0-1-55,-1-1 1,1-9 0,1-1 0,2-8-306,1-5 0,9-8 0,2-5-13,12-6 0,3-12 1,6-9-1,1-3-395,-1-2 0,-4 5 786,1 0 0,-9-19 0,-4-9 0</inkml:trace>
  <inkml:trace contextRef="#ctx0" brushRef="#br0">23580 1712 8575,'0'-9'-917,"0"-1"1306,0 0 0,0 4 0,0 6 0,0 10-352,0 7 0,-7 6 1,-1 7-1,-3 2-70,-3 2 1,3 4-1,-8-3 1,1 0 141,-1 0 1,3 4 0,-3-6-1,3-2 95,1-6 0,1 1 43,-1-7 0,7-8-113,4-11 1,4-8 0,4-9 0,6-4-116,3-2 0,1-2 1,1-7-1,-1-3-53,0-2 0,6 5 0,0-3 0,3 0-18,2-4 0,2-1 1,4 0-1,1 4-15,1 0 0,6 3 0,-4 6 1,-2 4-47,-2 9 1,-1 8-1,-11 10 1,-3 8-40,-4 5 0,-6 5 0,-6 9 0,-2 2 60,-2 6 0,-9-1 0,-6 2 0,1 0 92,2-5 0,2-3 0,-1-5 0,2-1 84,4-2 1,-2-6 105,6 1 0,2-10 0,7-7 0,6-8-75,3-9 0,3-9 0,3 0 1,5-5-123,3-4 1,-3 1 0,0-5-1,0 2-54,-2 3 0,6-3 0,-4 1 0,1 4 96,-1 4 0,2 5 1,-5 9-1,-1 2 80,1 5 1,-2 5-1,-6 7 1,-3 7-117,-6 8 0,-2 7 1,-2 5-1,-3 4-319,-7 4 0,1 6 0,-10 0 0,3 0-1315,1 1 1635,7-4 0,15 17 0,9-3 0</inkml:trace>
  <inkml:trace contextRef="#ctx0" brushRef="#br0">24342 1842 7708,'-1'16'-108,"-4"3"1,-5 5-29,-2 3 1,-3 8 0,-1 2 0,-1 1 135,-3 1 0,1-1 0,-2-1 0,-1-2 0</inkml:trace>
  <inkml:trace contextRef="#ctx0" brushRef="#br0">24400 1424 8300,'-7'-20'-29,"1"4"1,-5-4-1,3 4 221,2 2 0,1 0 4,5-1 1,6 3-1,4 2-196,3 5 0,52 36 0,-26-11 0,0-1 0</inkml:trace>
  <inkml:trace contextRef="#ctx0" brushRef="#br0">24659 1870 15059,'-15'8'1321,"1"5"0,0-5-682,-1 0 1,6 3 0,-1-4-293,-1 1 1,-2 0 0,0 3 0,2-3 164,2-2 1,4-1-347,-5-5 1,7-3-1,0-5-153,6-6 0,5-6 0,8 1 1,5-5-35,8-3 0,1 0 1,7 1-1,-1 4 45,1 1 1,-5 4-1,2 7 1,-4 5-344,-1 4 1,-2 10-1,-3 9 1,-6 11-158,-7 6 0,-5 8 0,-6 6 0,-1 1 415,-4 0 1,-29 17 0,11-34 0,0 1-1</inkml:trace>
  <inkml:trace contextRef="#ctx0" brushRef="#br0">26903 1870 7938,'5'-16'-34,"0"-3"0,0 3 1,-4-3-1,2 3-187,2 2 1,0-1 0,-3 1 578,2 0-287,-2 6 0,3 14 0,-10 15 0,-5 9-43,-2 9 0,-4 4 0,-2 3 0,-3 4-40,-1 1 1,4 0 0,-3 2-1,2-5-57,0-4 0,2-2 1,5-2-1,4-5 188,2-5-86,-5 2 1,11-25 0,0-6-1,8-15-2,5-12 0,1 1 1,0-10-1,2 1-40,4 1 1,-5-7 0,6 3 0,0-2 1,3 1 0,3-5 0,4-5 0,1 2 37,1 1 1,7 6 0,-2 3-1,2 1 95,-1 3 1,-1 9 0,-7 9-1,-6 7-6,-3 6 0,-4 12 0,-8 7 0,-6 6-90,-2 6 1,-13 2 0,-5-2 0,-5 2-29,-4 2 1,2-1 0,-1-4 0,-1-2-42,-3-3 0,4 2 0,0-8 0,0-4 31,2-3 0,-5-8 0,5 2 0,-2-3 31,0-2 1,4 0 0,-2-2 0,1-4-58,4-9 1,1 1-1,3-7 1,3 2-167,5 0 1,4-5-1,1 5 1,1 1-456,4 2 0,5 2 656,9-1 0,61 14 0,-30 1 0,1 1 0</inkml:trace>
  <inkml:trace contextRef="#ctx0" brushRef="#br0">27680 1914 8073,'0'-10'-221,"0"0"0,2 7 1,1-3 847,2-1 1,1 6-674,-1-4 0,3 3 0,8 2 0,3 0-304,5 0 1,5 2 0,6 1 349,8 2 0,26 1 0,14-1 0,-21-2 0,0 0 0,-1-1 0</inkml:trace>
  <inkml:trace contextRef="#ctx0" brushRef="#br0">28500 1870 8044,'15'0'-144,"-6"0"0,1 0-438,1 0 0,-3 0 0,1 0 565,3 0 0,-4 0 1,0-1 287,-2-4 77,-1 3-167,-5-10 1,0 8 122,0-5 1,-5 4-128,0-4 1,-4 4 0,2-3-77,-1 1 1,3 3 0,-4 4-88,-2 0 1,-4 6 0,-2 4-1,-4 4 66,-1 5 1,-2 5-1,-5 8 1,2 3-53,3 2 0,-2 1 0,9 4 0,4-4-94,6-4 0,6-5 1,2-4-1,4-4-33,5-5 1,7-5 0,4-11 0,0-1 124,0-4 1,3 0 0,-5-8 0,0-3 129,2 0 0,-5-6 0,3-1 0,-3-1-47,-2 0 0,-1 7 1,-2-2-1,-3 3-1,-1 1 0,-3 6 0,-4 2-32,0 6 1,-1 7 0,-4 18-1,-5 11-72,-2 10 1,-3 6-1,-1 8 1,-1 4-286,-2 4 0,4-2 0,7 1 281,2-2 0,27 11 0,11-1 0</inkml:trace>
  <inkml:trace contextRef="#ctx0" brushRef="#br0">26558 1194 7972,'5'-24'98,"0"0"0,-1 11 111,-4-1 0,0 17 0,-1 8 0,-6 18-63,-7 18 0,-2 10 0,-8 18 0,11-34 0,-1 0-103,-2 4 0,0 1 0,-2 5 0,-1 2 0,-2 2 0,-1 2 0,0 1 0,1 0-214,-1 2 0,1 0 1,-3 1-1,0-2 1,0-2-1,1-2 0,3-3 1,0-1 170,4-7 0,2-2 0,-2 19 0,10-20 0</inkml:trace>
  <inkml:trace contextRef="#ctx0" brushRef="#br0">29378 1352 7884,'1'-14'43,"4"0"0,-3 7 1,3 11 345,-4 13 1,-9 17-1,-6 23 1,-10 18-252,9-30 0,-2 1 0,-5 9 0,-1 1 1,-4 8-1,-2 1 0,-1 3 0,1 0-184,0 1 1,2 0-1,1-2 1,2 0 0,5-5-1,2-1 1,1-3-1,3-1 46,-1-3 0,7-1 0,15 5 0,7-1 0,1 2 0,1-1 0</inkml:trace>
  <inkml:trace contextRef="#ctx0" brushRef="#br0">26544 2921 7831,'0'8'-695,"1"-2"0,4-6 883,5 0 0,9 5 0,6 0 0,9-2-106,9-1 1,19-2 0,17 0 0,-35 0-1,3 0-43,5 0 0,1 0 0,1 0 0,1 0 0,5 0 0,0 0 0,-2 0 0,1 0-69,-2-1 0,1 2 1,-3-1-1,0 1 1,-2 1-1,-1 1 0,-2 1 1,-2 2-7,-5-1 1,-1 2 0,28 13 35,-8-1 0,-14-1 0,2 2 0,3-1 0,-1 0 0</inkml:trace>
  <inkml:trace contextRef="#ctx0" brushRef="#br0">26069 1381 7942,'13'-1'-281,"-4"-4"1,-2-3 762,-7-7 1,0 6-262,0-1 0,-7 6 0,-2-4 0,-4 1-62,-2 4 1,-1 1 0,-3 2 0,-3 0-50,-1 0 1,-4 0-1,3 0 1,-3 0-61,-2 0 0,2 0 1,2 0-1,1 0-74,-2 0 1,4 5 0,-1 0 0,3-2-19,2-1 1,7-2 0,3 1-763,1 4 713,3-3 0,10 9 1,5-6-53,7-2 1,-2 3 0,3-1-1,-3 0 148,-2 1 0,1-3 0,-1 7 1,0 0 69,1-2 1,-2 4 0,-2-4 0,-3 2 32,-2 0 1,-1-1 0,-5 6 0,0-1-45,0 0 0,-6 6 0,-6 0 0,-5 1-43,-7 0 1,-5 4 0,-5-1-1,-2 2 12,-1-2 1,0 3 0,5-4 0,0 1 29,5 0 1,5-8-1,9 0 1,2-7-87,1-2 1,9 2 0,1-4-88,8-2 0,6-1 0,3-2 1,6 0-202,4 0 1,0 0-1,13 0 1,3 0-252,4 0 1,7 0 561,-1 0 0,-5-3 0,4-1 0,5 0 0,0 0 0</inkml:trace>
  <inkml:trace contextRef="#ctx0" brushRef="#br0">25680 2417 7936,'-6'8'-13,"3"3"0,-7-4 0,1 1-38,1 3 0,-4 2 0,6 1 0,0 1-103,-1-1 0,1 0 0,3 1 1,-2-1-288,2 0 1,1 1 440,2-1 0,13-12 0,3-4 0</inkml:trace>
  <inkml:trace contextRef="#ctx0" brushRef="#br0">25738 2158 7179,'14'15'0</inkml:trace>
  <inkml:trace contextRef="#ctx0" brushRef="#br0">27148 2216 8147,'0'14'-938,"-2"1"913,-3-1 0,4 0 0,-6 2 0,3 2 54,-1 1 1,-5 7-1,4-4 1,-1 2-350,1 0 1,-4-6 319,6 1 0,-1-22 0,5-7 0</inkml:trace>
  <inkml:trace contextRef="#ctx0" brushRef="#br0">27220 2043 7658,'57'15'0</inkml:trace>
  <inkml:trace contextRef="#ctx0" brushRef="#br0">28572 2417 8071,'14'-6'-19,"-4"4"-222,0-3 0,-7 5 347,2 5 0,-5 2 0,-4 4 1,-2 0-180,-2 5 1,-2-2 0,-2 6 0,0-3-183,3 2 0,-1-3 255,-4 4 0,6-11 0,2-3 0</inkml:trace>
  <inkml:trace contextRef="#ctx0" brushRef="#br0">28673 2187 8071,'6'-8'0,"2"2"0</inkml:trace>
  <inkml:trace contextRef="#ctx0" brushRef="#br0">10761 9396 7187,'-9'0'582,"-1"0"0,5 0-425,-4 0 0,5-2 0,-2-1 123,0-2-205,4 0 1,-3 5-37,10 0 1,-2 0 0,8 0 0,4-1 35,2-4 1,11 2 0,0-5 0,9 0 38,5 0 0,7 3 0,7-3-45,10 1 0,1-2 0,11 4 0,0 2 1,4 1-45,-40 2 0,1 0 1,1 0-1,1 0 1,0 0-1,0 0 1,-1 0-1,0 0-29,0 0 0,1 0 1,0 0-1,0 0 1,-1 0-1,0 0 1,0 0-1,1-1 14,1-2 0,-1 1 0,1 1 0,-1 0 0,-1-1 0,-1-1 0,-1 2 0,0 1 57,40 0 0,-1 0 0,-7 0 0,-7 0-143,-6 0 1,-2 5-1,-11 1 1,-5 2-594,-8 3 669,-1 2 0,-44 1 0,-1 1 0</inkml:trace>
  <inkml:trace contextRef="#ctx0" brushRef="#br0">16099 13539 8212,'-15'0'-493,"1"0"0,0 0 1,-1 0 781,1 0 0,4 0 0,1 0 342,-3 0 1,0 0-3,-3 0 1,7-1 242,3-4-722,4 3 0,7-9 0,4 6 0,3 2 53,1 2 0,5 1 1,0 0-1,1 0 71,0 0 0,1 0 0,5 0 0,-2-2 9,1-3 0,4 4 1,3-4-1,2 2-63,-3-2 0,6 2 0,2-5 0,4 0-56,5 0 1,-4 3 0,6-3-1,0 1 4,2 4 1,6-3 0,4 1-1,4 2-38,-1 1 0,4 1 0,-5-3 0,2 0-90,2 0 1,1 3-1,-2 1 1,-6 0 5,-7 0 0,2-2 0,-5-1 0,-1-2-11,-7 2 0,-1 1 0,-9 2 0,1 0-77,1 0 0,0-4 1,3-1-1,-2 2 35,-1 1 0,-3 2 0,6 0 0,1 0-105,-3 0 0,4 0 0,-6 0 0,-1 0-242,3 0 1,-11 0 0,2 2 0,-4 1-689,-6 2 0,-2 6 124,-6-2 0,-2 4 1,-9 2 60,-3-1 0,2 0 0,-7-1 857,-1-3 0,-14-4 0,-6-6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10905 7655 23391,'-14'0'-567,"-1"0"0,1 0-801,-1 0 2030,7 0 1,2-2-1,8-1-487,2-2 0,4 0 0,7 5 0,1 0 586,3 0 1,-1 0-1,4 0 1,0 0-1111,1 0 0,2 0 0,7 0 0,2 0 14,-2 0 0,0 0 0,1 0 0,6-1-29,2-4 1,-2 3-1,-1-3 1,4 4-4,4 1 0,0 0 0,5 0 0,-1 0-9,-4 0 1,1-5 0,-1 0-1,2 2 12,-2 1 1,-1 2 0,-2 0-1,0-1-212,1-4 0,-4 3 0,1-2 1,4 2 460,0 2 1,6-2 0,2-1 0,4-2 158,5 2 0,-2 2 1,2-1-1,-3-1-23,-1-2 0,-1 0 0,-1 5 0,-5 0-146,-8 0 1,-1 0-1,-8 0 1,-4 2-386,-4 3 1,-6-2 0,-7 6-492,-3 3 1,-2 0 842,-3 3 1,-4-7 0,5-2 0</inkml:trace>
  <inkml:trace contextRef="#ctx0" brushRef="#br0">10948 7698 8532,'15'-7'-691,"-1"-1"387,0 0 1,6-3 0,0 6 0,3 1 387,2-3 1,4 6 0,5-4-1,6 2-16,6-2 1,7 3-1,7-3 1,6 4-80,4 1 0,1 0 0,-30 0 1,1 0-1,1 0 0,0 1 11,-1 2 0,6-1 0,14-6 0,9-3 0,2 1 0,4 0 0,-1 0 0,1 0 0</inkml:trace>
  <inkml:trace contextRef="#ctx0" brushRef="#br0">14689 7611 8537,'-10'0'-911,"1"0"0,4-4 1830,-5-1-713,7-6 0,-2 7 1,10-4-1,6 2-50,7 3 0,1 1 0,8 2 0,5-1-5,3-4 0,5 3 0,8-3 0,8 4-77,10 1 1,10 0-1,-28 0 1,2 0 0,5-1-1,2 0-16,5-1 0,2-1 1,7 3-1,2-1 1,5-1-1,1-1 0,1 1 1,1 1-289,0-2 1,0 1-1,-4 1 1,-1 0-1,-2-1 1,-1 0-1,-2 1 1,-1 0 75,-2 1 1,-2 0 0,-7-2 0,-1-1 0,-5 1 0,-2-1 0,-6 2 0,-1-1-346,34 1 1,-10 2 498,-6 4 0,-8-8 0,-1 3 0,0-3 0</inkml:trace>
  <inkml:trace contextRef="#ctx0" brushRef="#br0">22932 7770 8509,'2'8'-826,"3"-4"0,-2-2 1156,7-2 1,-2-2-1,3-1-215,-2-2 1,-4 1-1,3 2 1,0-1-11,0-2 1,-3 0-59,5 5 1,-1 0-7,6 0 1,-1 0-1,0 0 1,2 0 50,3 0 1,4 0 0,7-1 0,5-3 28,9 0 1,11-1 0,17 5 0,-30 0 0,1 0-82,6 0 1,3 0-1,8 0 1,1 0-1,4 0 1,1 0-1,1 0 1,1 1-2052,0 1 0,0 1 2011,-6 2 0,3-2 0,0-3 0,5-2 0,0-1 0,3 0 0,0 0 0,0 0 0</inkml:trace>
  <inkml:trace contextRef="#ctx0" brushRef="#br0">23235 8518 8324,'8'-7'-1005,"-2"4"0,-6-6 1979,0-3 1,2 4 1041,2-1-1760,-2-1 1,4 4-1,-7 6 1,-2 9-274,-2 9 0,-6 4 0,1 7 0,-3 2-273,-1 2 1,1-1 0,2 5 0,3-2 289,1-3 0,15 11 0,8 2 0</inkml:trace>
  <inkml:trace contextRef="#ctx0" brushRef="#br0">23278 8187 8206,'0'-14'46,"0"-1"1,0 1 0,-2 1 84,-3 3 1,5 6-637,0 8 0,0 4 505,5 7 0,29 31 0,6 8 0</inkml:trace>
  <inkml:trace contextRef="#ctx0" brushRef="#br0">23623 8575 12918,'0'10'-1395,"0"0"1577,0 1 1,0-3-1,-2 1 1,-2 3-240,-6 0 0,2 8 1,-2-1-1,1 0-1333,1 2 1404,-5-5 0,5 17 1,-6-2-1</inkml:trace>
  <inkml:trace contextRef="#ctx0" brushRef="#br0">23594 8302 12873,'0'-14'-756,"-5"-1"0,1 1 213,0-1 1,4 9 0,5 6 525,5 8 1,20 15 0,10 5-1,3 3 1,0 1 0</inkml:trace>
  <inkml:trace contextRef="#ctx0" brushRef="#br0">24112 8417 11790,'8'7'-490,"-1"0"1,-3 3 872,1 0 0,0 4 0,-5 7 1,0 3 6,0 6 0,-6-1 0,-2 6 0,-2-1-204,0-1 1,1 6 0,-4-6 0,3-2-124,6-6 1,2-4 0,2-7-539,0 1 478,0-1 0,0-12 0,-2-5 52,-2-4 0,-4-4 1,-8 6-1,-2 2 316,-1 1 1,-5 2 0,3 0 0,-1 0 286,-4 0 1,5 7 0,2 2 0,3 4-361,2 2 0,6-1 0,3 0 0,5 1-1362,5-1 0,8-1 1,9-2-1,4-3-2957,4-2 4074,2-1 1,41-30-1,-30 9 1,-1 0-1</inkml:trace>
  <inkml:trace contextRef="#ctx0" brushRef="#br0">5179 7726 8961,'-8'0'-645,"3"0"1,10 0 0,6 0 767,7 0 1,6 0 0,9 0 0,7-1 239,7-4 1,5 3 0,9-4 0,5 1-215,4 0 0,-1 1 0,8 4 0,-4 0-78,-1 0 1,8 1-165,-39 1 0,4 1 0,11 1 1,6 1-1,2 0 0,7 3 1,0-1-1,0 1 0</inkml:trace>
  <inkml:trace contextRef="#ctx0" brushRef="#br0">9121 7842 8065,'14'-2'273,"2"-3"239,4-4 1,2-3-1,7 1 1,3 3-74,6 2 1,8-5 0,15 3 0,5-2 133,4 0 0,0 2 0,10-3 0,0 3-104,0 2 0,-8 1 0,-6 5 0,-18 0-204,-16 0 1,-18 2-1,-17 1-608,-15 2 0,-14 11 0,-21-2 1,-10 2 186,-11 0 0,-1-2 0,34-6 1,0-1-1,-1 0 0,0 0 209,-3 0 0,0 1 0,0-1 0,1 0 0,-3 0 0,1 0 0,1 1 0,0-1 257,2 0 0,2 0 0,-30 1 0,4-3 1,8-2 222,6 2 0,12-3 0,12 1-161,8-6 1,12-1 0,5-5 0,9-1-111,10 2 1,7-5-1,11 5 1,7-1-486,7-1 0,4 5 0,8-3 0,5 2-62,8 3 0,3-4 0,-33 5 1,1 0-1,1 0 0,1 0-15,2 1 0,-1 1 1,0 0-1,-1 0 0,2 0 1,0 0-1,0 0 1,-1 0-37,0 0 1,-2 0 0,24 0-1,-13 1 1,-17 3 269,-14 0 1,-14 1 0,-12-5 0,-11 0 474,-9 0 1,-16 5-1,-7 0 1,-6-2 34,-8-1 0,-1-2 1,-5 0-1,-1 1-293,1 4 1,-2-2 0,-4 5-1,4 0-77,5 0 1,4 0-1,7 3 1,8-1-310,8 1 0,12-3 1,9 2-464,8 1 0,10-3 0,8 0 1,5-2-1666,7-3 1,5-1 2362,5-2 0,-17 0 0,2 0 0</inkml:trace>
  <inkml:trace contextRef="#ctx0" brushRef="#br0">5309 7798 8092,'-15'13'0,"-1"-2"38,-3-1 1,3-7 0,-3 2 540,3-3 0,8-4-223,3-3 1,5 2 0,5-5 0,6 0-60,7 0 1,10 3 0,12-3 0,8 0-116,10 0 0,14 3 0,-30 1 0,2-1 0,3 0 0,2 0-83,2 1 1,2 0 0,2 0 0,0 0-1,5 2 1,0 1 0,3-1 0,0-1-119,4 2 0,-1-1 0,-7 1 0,-1-1 0,-3 0 0,-2-1 0,-7-1 0,-4 0-610,27-4 1,-11-5 47,-15 4 0,-22-2 0,-15 1 0,-19 5 581,-12 4 0,5 1 0,-7 0 0</inkml:trace>
  <inkml:trace contextRef="#ctx0" brushRef="#br0">5524 7885 8153,'-9'-10'-163,"1"1"-207,1-3 0,-2 4 0,2 0 0,1 0 585,0 0 0,1 4 1,3-4-61,-3 1 0,4 1 0,-6 3 96,1-2 1,3 0-41,-7 5 1,1 0-1,-6 0 60,1 0 1,-1 0 0,1 0 42,0 0 0,4 0 0,1 0 206,-3 0 1,0 0 704,-3 0-1000,7 0 1,3 0 0,10 0 0,6 0 9,7 0 1,6-5-1,11-1 1,8-1-77,8 1 0,5-5 1,3 1-1,5-3-160,8-1 1,5-4 0,-36 10 0,0 1 0,34-6-160,-7 0 1,-5 5 0,-9 0-1,-6 2 50,-8 2 1,-3 3 0,-20 2-3,-4 4 1,-5-2 73,-8 7-86,0-7 157,0 4 0,-6-7 1,-5 1-1,-5 2-46,-4 2 0,-5 2 1,-1-4-1,-6 3-34,-6 2 0,1-3 0,-1 4 0,-2 1-1,-2-2 0,-2 5 1,-3-4-1,-1 4 42,2 2 1,1-6 0,2 1 0,0 1 40,0 2 0,6-4 0,5-1 0,5-1 146,3-4 1,6 3-48,-1-1 0,11 0-164,8-5 0,8 0 0,10 0 0,2 0-14,3 0 1,1-5 0,6 0-1,4 1 2,4-3 0,0 6 0,4-6 1,4 1-57,4-4 0,3 2 0,6-1 1,3-1-68,5 2 0,4-5 1,1 5-1,-2-1-54,-3-1 1,-9 7 0,-12-2 0,-8 2 32,-9-2 220,-7 3 0,-18-2 0,-6 7 0,-4 3 9,-6 2 1,4-3 0,-1 3 0,-2 0-63,-2 0 1,-2-5 0,-1 4 0,-1-3 11,-2 1 0,-7 5 0,2-4 1,-3 1 22,-2-1 1,0 0 0,1-2 0,-3 0 23,-2 0 1,1-1 0,-5 0 0,0 2 13,0-2 0,5 0 0,-3 0 0,2 2 6,-1-2 1,2-1 0,7-2 0,1 2-21,-2 2 0,5-2 1,2 3-1,3-4 12,2-1 1,4 0 67,1 0 0,5-1-105,0-4 0,4 3-54,4-2 0,0 2 0,5 2 0,1-2 48,-2-2 1,5 2 0,-2-3-1,5 4 45,3 1 1,2 0 0,-2 0 0,5 0 41,3 0 1,3 0 0,2 0 0,4-2-27,0-3 1,4 2-1,8-5 1,7 0-68,5 0 0,6-2 0,4-4 0,-1 1-32,-2 4 0,-5-3 0,2 6 0,-5 0 22,-7-1 0,-12 2 0,-8 5 0,-7 0 34,-6 0 1,-4 2 68,-6 3 1,-4-4 0,-10 4 46,-4-3 0,-4-2 0,-1 0 0,-2 0-18,-4 0 1,-2 0 0,-7 0 0,-1 0-33,-4 0 1,1 0-1,-9 0 1,-3 0 34,1 0 0,-6 0 1,1 0-1,-3 1-32,-2 4 0,-2-2 1,-1 5-1,-1-1 63,0-4 0,1 5 0,1 0 1,3 2 25,5-1 1,10-6 0,4 4 0,6-2-94,4-1 0,3 1-52,6-5 0,9 0 0,6 0-181,8 0 0,6-1 1,7-3-1,6-2-121,5-2 0,15 5 0,1-4 0,8 1-5,6-4 1,5 2 0,7-1 0,-1-1 2,-3 2 0,-2-3 0,-1 5 1,-5-1 180,-3 1 0,-9 1 0,-9 5 1,-10 0 411,-11 0-184,-10 0 1,-10 5 0,-10 0 0,-2-1 102,-3 3 1,-4-6 0,-2 6 0,-1-2-52,-4-1 0,-2 1 0,-4-5 0,-4 0-55,0 0 0,-3 2 0,-4 1 0,-2 2-4,-3-2 1,-3-1-1,-6-2 1,-1 0-49,1 0 0,-3 0 1,0 0-1,-1 0-88,5 0 1,5 0-1,9 0 1,4 0 90,4 0 1,10 0-42,5 0 0,13 0 0,9 0-146,10 0 1,12-5-1,4 0 1,8 0-198,5-1 1,7 3-1,4-5 1,4 0-46,6 0 0,2 3 1,6-5-1,-3 1 130,-1 1 0,-6-3 0,2 4 0,-6 1 93,-4-1 0,-7-2 0,-11 4 230,-6 2-55,-16 1 0,-7 2 0,-15 2 0,-6 1 32,-4 2 1,-3 4 0,-7-2-1,-1-1-28,-4 1 1,2 4 0,-6-3 0,-2 0 45,-2-4 0,-1 3 0,0-1 1,-2 1 46,-3-1 0,2 4 0,-7-6 0,-1 0-62,-2-3 1,3 4-1,3 0 1,6-2 73,7-1 1,11-2-1,7 0-64,3 0 0,10 0 1,7 0-1,12 0-160,10 0 1,5-5-1,6-2 1,4-1-273,4-3 0,3 3 1,3-1-1,6-3 55,7 0 1,-2-3-1,3 1 1,-3 0 17,-1-1 1,4 1 0,-1-1 0,-5 3 127,-7 2 0,-12 4 0,-8 4 388,-8-3-15,-12 4 1,-9-1 0,-11 7 0,-5-2-64,-3-1 1,-7 4 0,2 2 0,-4 2-119,-6-1 1,-3 1 0,-4 4 0,1 1-7,1-1 0,-1 0 1,-6 1-1,-2-1-29,2 0 0,1 1 0,2 1 0,-2 1 3,-3 3 0,10-6 0,-1-6 0,9 0 30,6 0 1,8-5-46,6 2 1,9-3 0,1-2-336,8 0 0,5 0 0,3 0 0,1 0-742,2 0 0,5 0 0,-3 0 0,2 1-2545,2 4 3601,-4-3 0,6-9 0,-5-9 0</inkml:trace>
  <inkml:trace contextRef="#ctx0" brushRef="#br0">5625 7741 8201,'-6'8'-397,"4"5"1,-4-10-1,7 5 609,4-2 1,3-1-1,6-5 1,1 0-98,-1 0 1,7 0 0,3 0-1,3 0-2,2 0 1,12 0-1,9-2 1,11-1-61,11-2 1,6-7 0,-34 5 0,0 1-130,2-3 1,-1 0-1,-1 0 1,0 1-1,0 2 1,0 0-1,34-2 1,-12 2-157,-10 3 0,-15-3 0,-12 1 70,-8 2 1,-13 7 0,-8 6 144,-8 3 1,-10-4 0,-3-1 0,1 0 35,-1 0 1,-5-3 0,2 3 0,-3 0-65,-2 0 1,2-5-1,2 2 1,1-3-159,-2-2 203,5 6 0,-31-17 0,-3 1 0</inkml:trace>
  <inkml:trace contextRef="#ctx0" brushRef="#br0">6057 7496 6472,'14'-1'0,"2"-3"46,3 0 0,5-8 0,10 3 0,4-4 69,4-1 1,2 4 0,3 1 0,-1-1-77,-4 2 1,-1 2-1,-9 4 1,-5-1 21,-6-2 1,-10 0 14,-1 5 0,-8 0 0,-2 2 1,-8 1 16,-5 2 1,-2 0-1,-1-5 1,-1 0-49,-2 0 1,-2 0 0,3 0 0,-2 0 50,-3 0 0,6 0 1,-4 0-1,2 0-10,-1 0 0,1 0 1,5 0-1,-1 0 160,1 0 0,4 0-131,1 0 0,7 0-120,2 0 0,8 0 1,11 0-1,5 0-106,4 0 1,7 0 0,3 0 0,4 0-126,1 0 0,0 0 0,-1 0 0,-4 0-67,-4 0 0,-6 0 0,-4 0 0,-6 1-417,-7 4 720,-5 3 0,-70 13 0,25-10 0,-1 0 0</inkml:trace>
  <inkml:trace contextRef="#ctx0" brushRef="#br0">11063 7856 12541,'29'0'-399,"0"0"0,6 0 0,5 0 1,6-2 498,7-2 1,13-9-1,10-6 1,-30 9-1,1 2-87,5 0 0,3 0 1,9-2-1,2-1 1,6 0-1,1 0 0</inkml:trace>
  <inkml:trace contextRef="#ctx0" brushRef="#br0">9107 7870 8302,'-8'7'-221,"3"2"0,3-1-883,2 2 776,0-7 596,0 10-150,0-11 0,2 4 0,1-8 0,3-1 51,2-2 0,2 1 0,4 4 0,1-2-25,-1-3 1,7 4-1,3-4 1,3 3-144,2 2 1,8-5-1,4 1 1,7 0-81,3 3 0,2-4 0,5-1 0,1-1-78,3 1 0,-8-5 0,4 3 0,-4-2-82,-2 0 0,-3 7 1,-7-2-1,-6 4 239,-7 1 0,-32 13 0,-15 3 0</inkml:trace>
  <inkml:trace contextRef="#ctx0" brushRef="#br0">5251 7626 8302,'-14'0'-9,"-1"0"1,-4 1 0,0 3 212,1 0 0,2 1 1,3-6 110,4-4 0,2 2 0,11-7-152,5-1 0,7 0 1,15-1-1,2 3-50,6-2 0,13 3 0,9-2 1,8-1-44,9-2 1,-34 8-1,2 0 1,1 1-1,2 0 1,0 1 0,1 0-75,0 1 0,0 1 0,-2 0 0,-1 0 1,-3 2-1,0 0 0,31 4-84,-18 4 1,-20 4 0,-24 1 0,-15 2-49,-15 4 1,-12-3 0,-16 6 0,-3-3 170,-5-2 1,-3-2 0,1-3 0,2-2-80,5-2 0,8-5 0,3 0 1,2-2-400,3-2 1,3 0-86,5 0 1,10-2 527,9-2 0,35-11 0,10-7 0</inkml:trace>
  <inkml:trace contextRef="#ctx0" brushRef="#br0">9207 7813 8214,'-43'-7'-60,"6"4"0,5-5 0,5 0 1222,3 0-678,7 5 0,6-3 1,15 4-410,14-3 1,14 4 0,8-4-1,8 2-34,9-2 1,10 2 0,13-7 0,-37 5 0,1 0-92,-1 2 0,2-2 0,2 0 1,0-1-1,1 3 0,0 0 1,1-1-1,1 0-187,1-2 0,-1 1 0,-9 1 0,-1 1 0,27-1 30,-19 2 0,-19 4 1,-30 2-1,-20 6 324,-18 3 0,-17 1 1,-9 0-1,-4 1 133,-3-1 1,10 5-251,-5 1 0,25-8 0,9-5 0</inkml:trace>
  <inkml:trace contextRef="#ctx0" brushRef="#br0">11150 7942 8107,'-29'0'-25,"2"0"0,1-1 146,2-4 1,7-1 0,-1-6 1833,7 3-864,-2 6-985,11-4 0,2 7 0,10 0 1,4 0 27,6 0 0,3 0 1,11 0-1,4-1-6,4-4 1,8 2-1,4-7 1,7-1-108,6-2 0,-3-1 0,-2-1 0,-4 1-63,-6-1 1,-4 3 0,-9 0 133,-6 3 0,-15 4 0,-12-3 27,-12 2 0,-10 2 1,-15 8-1,-2 2-20,-5 2 0,-9 2 0,-2 4 0,-1 0-113,1 1 0,-4-1 0,3 1 0,1-1-81,-1 0 0,2 1 0,7-1 1,2 1-15,6-1 0,4-1 0,5-4 80,5-4 1,11 1 0,8-1-1,8-2-18,4-1 1,11-7-1,6-1 1,7-2 20,6-3 0,6-2 0,1-1 0,3-1-1,2 1 1,2-1 0,1 1 0,-1 0 20,-3-1 0,0 2 1,-10 4-1,-6 4 43,-5 3 0,-15 2 0,-7 0 126,-12 0 1,-9 7 0,-19 2 0,-4 6 83,-4 4 1,-8-3 0,-2 3 0,1-3-180,2-1 1,7-1 0,0-1 0,-1-2-108,3-2 1,5-5 0,9 0-1,1 0-258,4 0 1,1-2 0,3 1-296,3-6 0,4 0-134,6-7 1,1 2 365,4-1 1,3 2-1,7 7-453,-1 0 0,0 2 813,1 3 0,12-10 0,3 3 0</inkml:trace>
  <inkml:trace contextRef="#ctx0" brushRef="#br0">5611 7784 8224,'0'10'-36,"0"-1"363,0-6 1,1 2 0,4-10-37,5-4 0,2 1 1,3 0-1,1 0-12,3 0 0,3-2 0,9-3 1,2 2-27,6 2 1,4 1 0,3-2 0,2 4-184,-2-1 1,2 6-1,-4-4 1,-8 3-178,-4 2 1,-4 0 0,-3 0 117,-1 0 0,-8 2 5,-2 3 1,-7-2 91,-12 6 0,-3-5 1,-6 0-1,-1-2-63,1-2 0,0 0 1,-1 0-1,-1 0-69,-3 0 1,1 0 0,-6 0 0,-1 0 30,-2 0 1,3-5 0,0 0 0,-2 2 24,-1 2 0,0 1 0,1 0 0,4 0 81,1 0 0,-5 0 0,4 0 0,0 0-44,3 0 0,3 0 1,1 0-23,1 0-85,-1 0 1,9 0-131,6 0 0,6 0 0,9 0 17,-1 0 0,1 0 0,-1 0 1,2 0 113,3 0 0,-1 0 0,4 0 1,0 0 44,1 0 1,-1 0 0,4 0 0,-2 0 34,1 0 1,-2-5-1,1 0 1,0 2 13,-2 1 1,4 2-1,-7-1 1,0-2 22,2-2 0,-10 0 1,3 5-1,-1 0-38,0 0 0,-4 0-76,1 0 43,-7 0 0,2 0 0,-10 2 5,-4 2 1,-4 3 0,-1 2 0,-2-2 11,-4-1 0,4-3 0,-4 5 0,0-1 10,1-4 1,-2 3-1,2-1 1,-3-2-34,-1-1 0,-2-1 1,4 3-1,-1 0-13,-4 0 1,4-3-1,-2-1 1,0 0 6,1 0 0,-2 0 0,6-1 0,1-3 33,2 0 1,2-1 0,-1 3-1,1-1 74,0-2 1,-1-1-18,1 1 0,4 3-12,1-2 0,7-3 24,2 2 1,8 1 0,10 4 0,2 0-29,3 0 0,1 0 0,5 0 0,1 0-98,3 0 1,4-2 0,6-1-1,2-2-32,3 2 0,3 1 0,7 2 0,-2-1-25,-3-4 0,-4 3 1,-6-2-1,-1 2 58,-4 2 1,-7 0 0,-9 0 23,-1 0 1,-4 6 1,-7 4 0,-5-2 1,-10 0-1,-5 0 3,-3 0 1,-3-3 0,-3 4 0,-5 1-4,-3-2 0,-6 5 0,-4-5 0,-3 1 114,-5 1 0,-8-5 1,-1 3-1,-5 0 22,-3 0 1,-1-5-1,4 2 1,0-4-50,1-1 0,-4 0 1,12-1-1,7-4-5,5-5 0,11-3 0,8 1 1,4 0 3,6 3 1,2-1-1,9-3 1,3 2-65,4 2 0,10 4 0,5-3 1,5 1-190,5 4 0,2 2 0,8 1 0,0 0-8,4 0 0,-1 0 1,5 0-1,1 0-46,-2 0 0,10 0 0,-5 0 0,-2 0 39,-4 0 0,-7 0 1,-5 0-1,-4 0 190,-4 0 1,-12 4 0,-5 3 62,-5 1 1,-5-5-1,-8 3 1,-4-1 93,-4 0 0,-6 1 1,-2-2-1,-3 0-80,-7 0 1,1-1-1,-7 0 1,1 2-4,-1-2 1,-2-1 0,-4-2-1,0 0-56,0 0 1,0 0 0,1 0-1,2 0-196,2 0 1,6-2 0,0-1 0,6-4-315,7-1 0,5 4 0,4-6 259,5-1 0,5 4 0,7 3 0,6 2-123,4 2 1,9 0 0,-1 0 0,6 0-266,2 0 0,2 6 0,-1 4 0,3 3-1024,0 1 1637,4-6 0,12-1 0,8-1 0,8-2 0,1 0 0</inkml:trace>
  <inkml:trace contextRef="#ctx0" brushRef="#br0">6359 7741 8242,'16'-10'-172,"3"1"1,-3 5-1,3-2-74,-3 0 0,-2-1 0,1-2 0,-1 2 302,1 1 1,-6 4-1,1-2 1,1 0 41,2 0 1,-4 2 0,1-3-71,1 4 0,-3 1-59,2 0-41,-7 0 0,2 4 0,-8 3 0,-4-1 0,-1 1 1,-1 2-1,-6-3 1,1 1 41,-1-1 0,1 1 1,0-4-1,-1 2 96,1-2 1,-5-2-1,-1-1 1,3 0 74,1 0 1,2-6 0,-1-2 0,1-2 55,-1 1 0,3-1 1,0-4-1,4-2-74,2-3 0,1 3 0,5-5 1,0 2-69,0 0 1,2-1 0,3 6 0,4 0-17,4-1 0,1 7 1,1 3-1,-1 4-17,1 1 0,-6 1 0,1 4 1,-1 5-35,-1 3 1,-1 6 0,-7 2 0,0-1 27,0 1 0,-2 5 0,-3-4 0,-3 1 70,0-4 1,-4-3 0,4-2 0,-2-1 154,0-4 0,1 3 0,-6-8 2,1 0 1,0-9-1,1-5 1,2-4-132,1-5 0,7 3 0,-4-5 1,3 2-136,-1 0 1,0-1-1,5 6 1,0 0-106,0-1 0,6 7 0,4 3-940,3 4 1,1 2 1067,1 4 0,12 29 0,3 12 0</inkml:trace>
  <inkml:trace contextRef="#ctx0" brushRef="#br0">8862 11784 14584,'45'-6'-3,"3"-4"1,8-1 0,16 0 0,-29 6-1,3 2 79,6-1 0,2 1 1,6-2-1,3 1 1,7 1-1,2 1 1,4 1-1,2 0-278,-23 2 1,1 0 0,0 0 0,5 2-1,0-1 1,1 1 0,4 2 0,1 0-1,0 0 1,1 0 0,1 0 0,0 1 197,1 0 1,1 0 0,-1 1 0,3 0 0,-1 1-1,1 1 1,-2 1 0,-1 0 0,1 0 0,2 0-1,1 0 1,0-1-173,2-1 0,1 0 0,0-2 1,1 0-1,-1 0 0,1-2 0,1 1 1,0-2-1,0 1 152,-2-1 0,0 1 0,-1-2 0,-1 0 0,-2-1 0,1-1 0,1 2 1,0-1-1,-1 0 0,1-1 0,0-1 0,-1 0 0,-1 0 0,-1-1 1,0 0-202,-2 1 0,-1 0 0,0 0 225,0 0 0,-1 1 0,-2-1 0,-7 1 0,-1 0 0,-1 0 0,2 0 0,-1 0 0</inkml:trace>
  <inkml:trace contextRef="#ctx0" brushRef="#br0">9668 16849 20408,'14'-7'1499,"-4"1"1,-1-5-1,4 1-998,5-1 1,-1-2 0,7 0 0,2 2 258,1 1 0,3 2 1,4-3-1,6 3-500,6 2 0,-1-4 0,5 6 1,-2 0-78,-1 3 1,1-1 0,-6-1 0,-4-2-240,-4 2 1,-10 1-1,-6 4-347,-7 3 0,-7-4 1,-10 6-1,-8-2 888,-9-1 0,-5 1 1,-4-5-1,-4 0-439,0 0 1,2 0-1,-4 0 1,-2 0 4,-2 0 0,-1 0 0,0 0 0,0 0 70,0 0 0,-2 0 0,0 0 0,0 0-121,4 0 0,7 0 0,2 2 0,7 1 0,5 2 0,6 1 0,8-3 0,10 2 0,11 1 0,15-2 0,4 0-149,4 0 1,10-4 0,5-4 0,4 0-1202,6 0 0,1 3 1353,3 1 1,-22 0 0,-12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17739 9424 8108,'-29'0'0,"0"-1"0,0-3 0,2 0 129,3 0 0,8-2 0,8 0 253,2-2 1,3 3-1,9-3 1,10 2-53,11 2 1,8-2 0,12 0-1,6-1-62,9 1 1,15 1 0,-35 5-1,2 0 1,4-1 0,1 0-164,5-1 1,1 0 0,9 1 0,3 0 0,10-1 0,3-1 0,-22 2 0,1 1 0,1 0-277,6-1 0,0 1 0,2 1 0,4 0 0,2 1 0,1 1 0,-15-1 0,1 1 0,1 0 0,-1 0 0,2 1 0,0 0 0,-1 0 0,1 0-19,1 1 1,-1-1 0,1 1 0,-1 0 0,1 1 0,-1 1 0,1 0 0,-2-1 0,16 2 0,0-1 0,-1 0 0,2 1 0,0-1 0,0 1 189,1-2 0,-1 1 0,0-1 0,-2 0 0,-1 0 0,0-1 0</inkml:trace>
  <inkml:trace contextRef="#ctx0" brushRef="#br0">19595 10316 8196,'-15'-4'-225,"1"-3"1,0 1-130,-1-1 1,1-4 0,-1 2 1024,1-4 1,0 3 0,-1 2-205,1 2 1,1 3 0,2 9-1,1 10-130,-1 11 0,3 8 1,0 12-1,2 4-68,2 6 1,-2 9 0,1-4 0,4-3-30,4-4 0,11-7 0,10-10 0,3-6-84,2-6 0,6-12 0,4-12 0,1-10 81,-2-11 1,4-9 0,-6-5 0,1-7 54,-3-7 0,-4-4 0,-3-8 0,-3-2-275,-5-1 0,-4-5 0,-6 3 0,-4-2-260,-3-2 0,-13-6 0,-5 2 0,-7 8-327,-7 8 1,-5 10 0,-8 12-1,1 12 169,4 9 1,2 8-1,9 12 1,2 10 175,1 15 0,6 7 1,1 12-1,5 0-362,8 0 1,8 2 0,6 4-1,4 1-1272,6 0 1859,-4-7 0,18-11 0,10 1 0,-1 1 0,0-1 0</inkml:trace>
  <inkml:trace contextRef="#ctx0" brushRef="#br0">20213 10877 8073,'-9'0'384,"1"-1"19,1-4 0,3 2-595,4-7 192,0 7 0,44-10 0,12 5 0</inkml:trace>
  <inkml:trace contextRef="#ctx0" brushRef="#br0">21019 10043 7943,'-34'0'0,"-1"0"144,-2 0 0,6 6 0,-3 4 0,4 4 176,1 6 0,6-1 0,6 8 0,6 3-1,6 1 0,5 5 0,6 3 0,9 2-132,7 3 1,12 0 0,4 3 0,5 2-283,5 2 0,-8 1 1,2 0-1,-7-4-342,-8-3 1,-5-2-1,-9 0 1,-5-1 205,-8-4 1,-8-3 0,-9-7 0,-4-4 129,-2-5 1,1-3-1,-4-3 1,4-2 98,1-2 0,-3-5 0,5 0 0,1-4 14,2-4 1,9-4 0,2-8 0,3-4-1,2-4 1,2-3-1,3-3 1,6-2 113,6-2 1,6-6 0,5 2 0,1-4 59,0-1 1,-2 0-1,-1 0 1,-1 0-9,6 0 0,-4-7 0,3-1 0,-4-4-91,-1-2 0,-4 1 0,-3-10 0,-7 2-117,-6 4 1,-5 7 0,-7 5 0,-9 5-105,-11 4 1,-3 12 0,-7 13-1,0 8 157,1 4 1,-3 15 0,-2 8 0,4 9-22,8 8 1,3 5 0,10 4 0,5 2-582,3 2 1,5 1 0,8 0 578,4-4 0,43-3 0,10-2 0</inkml:trace>
  <inkml:trace contextRef="#ctx0" brushRef="#br0">15250 10734 8252,'-15'0'118,"6"0"0,-1 0 492,-1 0 1,-2 1 109,-1 4 1,1-2-140,4 7 0,5-7-426,14 2 0,6-4 0,14-1 0,5 0-1633,9 0 1478,5 0 0,-1-13 0,11-9 0,0 0 0,6-2 0,-1 0 0,1 0 0</inkml:trace>
  <inkml:trace contextRef="#ctx0" brushRef="#br0">22875 10244 8239,'0'-14'-259,"0"0"1,-7 4-1,-2 2 1,-4 0 561,-1 0 1,-2 5 0,-2-2 0,-3 5 33,-1 5 1,-2 4 0,-3 11 0,1 5 29,2 7 0,5 2 0,-2 7 0,4 4-26,4 0 1,8 1 0,0 1 0,4 1-96,1-2 1,11-3 0,5-6 0,5-7-91,4-4 0,9-15 0,4-1 0,4-7 27,1-3 0,5-13 0,0-6 0,-2-10-150,-1-9 1,-7-1-1,-2-9 1,-5 2-235,-3-2 1,-9 2 0,0-7 0,-5 0-125,-4 2 0,-5 3 0,-12 8 1,-9 3-120,-11 2 0,-10 3 0,-10 10 0,-6 7-1,-3 9 0,-2 6 0,2 5 0,5 6 120,8 7 0,9 6 0,14 7 1,7 5-123,5 0 1,9-2-1,11 3 447,5-2 0,44 18 0,-23-27 0,1 0 0</inkml:trace>
  <inkml:trace contextRef="#ctx0" brushRef="#br0">23407 10777 8224,'-14'0'555,"-1"-2"315,1-3 0,4 2-759,1-6 0,7 1 1,2-2-2272,8 5 2160,5 4 0,46-6 0,12-1 0</inkml:trace>
  <inkml:trace contextRef="#ctx0" brushRef="#br0">24055 10244 8046,'9'-19'215,"1"0"1,-7 0 0,3 6 360,1 3 1,-6 10-1,6 13 1,-2 11-117,-1 15 1,0 5 0,-9 12 0,-5 5-324,-3 3 0,1-2 1,0 2-1,4-3-107,2-5 0,1-13 1,5-3-1,0-8-136,0-9 1,7-12 0,2-8-41,4-6 0,1-12 0,1-9 0,-2-3-47,-4-2 0,-2-6 1,-7-3-1,0-4 38,0-1 0,-7 5 0,-4-1 0,-5-2 11,-3-6 0,-7 1 0,1-7 0,-7 1-79,-7 0 0,-4 1 0,-3 8 0,-2 3 274,1 8 0,9 18 0,5 4 1,4 9 380,5 5 1,9 11-1,11 9 1,4 5-266,4 4 0,16-1 0,10 5 0,5 0-447,5-1 1,6-4 0,2 4 279,-1-1 0,-8-11 0,5 1 0,1 5 0,1-1 0</inkml:trace>
  <inkml:trace contextRef="#ctx0" brushRef="#br0">22055 10547 8141,'0'-15'0,"-2"2"0,-1 2 462,-2 2 0,-6-1-103,1-4 1,2 6-727,-1 3 1,1 5 0,-2 5 366,5 4 0,29 17 0,8 4 0</inkml:trace>
  <inkml:trace contextRef="#ctx0" brushRef="#br0">24616 10489 8168,'-15'-6'-517,"1"4"0,8-3 0,4 10 517,5 5 0,34 15 0,3 6 0</inkml:trace>
  <inkml:trace contextRef="#ctx0" brushRef="#br0">25580 10417 7972,'-24'-19'0,"1"0"174,2 1 0,-4 9 0,1 4 0,-3 3 80,-2 2 0,2 7 0,1 4 1,4 8 9,1 10 1,2 1 0,4 8 0,1 2-17,0 2 1,6 1 0,3 0-1,5-1-104,5-4 1,4 2 0,10-6 0,5-4-173,4-4 1,7-10-1,2-8 1,1-2 95,0-3 1,1-3 0,2-5-1,-2-6-25,-6-6 0,2-6 0,-1-7 0,-2-2-111,-2-2 0,-1-6 1,-2 0-1,-3-4-362,-5-4 1,-4-7 0,-6 4 0,-5-2-204,-8 1 1,-12 7-1,-14 0 1,-12 8 170,-9 7 0,-5 11 0,0 14 1,2 7 358,1 7 1,9 7 0,0 13 0,11 1 102,7 4 0,7 3 0,8 8 0,1 2 0,33 17 0,2 10 0</inkml:trace>
  <inkml:trace contextRef="#ctx0" brushRef="#br0">25968 10806 7943,'10'-15'-118,"-1"1"0,-6 4 0,4 2 1,-2 0-302,-1 0 0,3 3-294,-2-4 713,3 6 0,19-10 0,3 5 0</inkml:trace>
  <inkml:trace contextRef="#ctx0" brushRef="#br0">26342 10288 8088,'14'0'131,"1"-2"1,1-1 0,3-2 138,5 2 1,6 1-1,7 2 1,8 0-217,4 0 0,7 2 1,2 1-1,-8 3-224,-9 2 1,-12 2-1,-10 4 1,-5 2 262,-4 4 1,-10-3 0,-11 7 0,-7 3 184,-6 5 0,-4 3 0,-4 5 0,-4-1-88,0 1 1,4 0 0,-2 0-1,4-4-465,1 0 1,11-3 0,6-4-1,4-2-2208,4-3 2483,3 3 0,33-43 0,8-3 0</inkml:trace>
  <inkml:trace contextRef="#ctx0" brushRef="#br0">27436 10633 8093,'-10'0'84,"0"0"222,-1 0 1,-2 0 0,1-2 343,2-3 1,-1 2-457,6-6-809,0 6 1,7-4 614,3 7 0,60-19 0,-22 7 0,0 0 0</inkml:trace>
  <inkml:trace contextRef="#ctx0" brushRef="#br0">28083 10187 7773,'6'-15'-1160,"-6"3"1654,0 2 0,-12 5 0,-12 12 1,-4 9-101,0 11 1,-1 8 0,0 10 0,0 4-100,1 9 0,0 4 1,4 5-1,7-4-143,6-4 0,6-3 0,11-3 1,9-9-147,7-8 1,13-11-1,7-15 1,6-5-159,3-4 1,-5-2-1,0-4 1,-6-6 73,-6-7 0,-8 0 0,-6-7 0,-2-4-7,-5-3 0,-8-2 0,-1 4 0,-2-4 46,-2-4 1,-2-3-1,-4-1 1,-7 2-241,-4 2 0,-15 1 0,-2-3 1,-6 5-89,-3 4 0,0 6 0,1 12 0,5 3 52,9 6 0,2 5 1,12 7-362,6 7 676,5 2 0,60 23 0,-21-17 0,0 1 0</inkml:trace>
  <inkml:trace contextRef="#ctx0" brushRef="#br0">28759 10762 8096,'-14'0'0,"-1"-1"434,1-4 0,1 2-524,4-7 0,2 5 1,9-3-1,3 2 90,4 3 0,23-37 0,6-8 0</inkml:trace>
  <inkml:trace contextRef="#ctx0" brushRef="#br0">29133 10388 8096,'21'10'103,"-5"-2"0,-5 1 116,0 4 0,2 2 0,0 12 0,-4 5-45,-4 3 0,-3 5 0,-4 6 0,-3 2-135,-4-1 0,-4-4 0,-1-6 0,-1-7-59,1-4 0,0-9 0,-1 1 120,1-7 1,6-6 0,1-10 0,3-6-221,-1-7 1,0-4-1,3-9 1,-1-1 16,-2-1 0,-1-12 0,1 2 1,-4-3-191,-4-4 0,-3-1 0,-3-5 0,-5 1 93,-3 3 1,-2 7 0,0 3 0,0 14 539,0 12 1,2 9 0,3 14 0,5 7 265,3 8 0,8 12 1,5 4-1,6 4-334,7 1 0,10-5 0,8-1 0,5-2-2222,4-3 1950,8-1 0,8-24 0,9-5 0,7 1 0,-1-1 0</inkml:trace>
  <inkml:trace contextRef="#ctx0" brushRef="#br0">29665 10690 8035,'-9'0'-103,"-1"-1"-561,-1-4 0,6 3 664,5-2 0,64-30 0,-21 14 0,1 0 0</inkml:trace>
  <inkml:trace contextRef="#ctx0" brushRef="#br0">30040 10619 8000,'-15'0'159,"6"-5"0,1-2 4,1-1 1,4 5-1,9-2-163,9 4 0,35-20 0,16-9 0,9-2 0,-1 0 0</inkml:trace>
  <inkml:trace contextRef="#ctx0" brushRef="#br0">30529 10662 7520,'14'0'0,"58"-7"0,-29 3 0,0 0 0</inkml:trace>
  <inkml:trace contextRef="#ctx0" brushRef="#br0">27277 12172 9799,'16'0'0,"5"0"46,8 0 1,8 0-1,11 0 1,6 0-478,7 0 0,4-1 431,7-4 0,-32 3 0,-8-4 0</inkml:trace>
  <inkml:trace contextRef="#ctx0" brushRef="#br0">27378 11913 8131,'-8'-6'488,"2"3"0,7-7-271,4-1 1,11 5-1,14 1 1,12 3-1278,9 2 1060,5-6 0,-1-4 0,13-5 0,1 0 0,6-3 0,0 0 0,0 0 0</inkml:trace>
  <inkml:trace contextRef="#ctx0" brushRef="#br0">29076 12029 8249,'0'-16'-100,"0"-2"1,0-1 39,0 1 1,0 1-1,0-1 1,0-1 463,0 1 0,-7-3 1,-4 4-77,-7 4 1,1 5-1,-9 10 1,-2 4-254,-4 8 1,-7 9 0,6 10 0,-1 6 106,-1 2 0,11 3 1,2-1-1,9-2-45,8-2 0,3 1 1,6-8-1,5-4-211,10-2 1,13-15-1,8-1 1,7-7-100,5-3 0,4-3 0,0-5 0,-3-8-27,-5-5 1,-5 2-1,-5-5 1,-6-2 53,-6-1 0,-12-2 1,-9 0-1,-5 1 110,-5-1 1,-4 2 0,-12 1 0,-6 2 51,-5-1 1,-8-3-1,2 1 1,-4 2-144,-1 1 0,6 6 0,4-1 0,4 5-211,5 4 1,9 0 0,14 10-171,9 7 0,3 10 1,13 7 507,2 4 0,26 20 0,12 9 0,-17-15 0,0-1 0,0 1 0</inkml:trace>
  <inkml:trace contextRef="#ctx0" brushRef="#br0">29435 12388 8210,'-14'8'-48,"0"5"1,-1-5 835,1 0 1,4-2 7,1-6-1103,5 0 0,9 0 0,11 0 307,5 0 0,54-6 0,-29 2 0,1 0 0</inkml:trace>
  <inkml:trace contextRef="#ctx0" brushRef="#br0">29795 12100 8164,'-19'0'22,"0"0"0,-1 5 1,6 0-1,-2 0 173,-3 1 1,3-3 0,-2 7-1,6 1-6,2 2 0,2 6 0,-3 2 0,3 1-89,1 4 1,3 0 0,4-1 0,0-1-172,0 2 1,4-1-1,3-1 1,1-5-45,3-3 1,7-1-1,1-2 1,-2-4-231,-1-4 0,0-3 0,2-2 0,1 0-25,-1 0 0,2-7 0,0-2 1,-3-4 201,-1-2 0,3-4 1,0-2-1,-1-1 178,-2-4 1,-3-1 0,-2-3 0,-3-2 204,-2-2 1,-1-1 0,-5 3 0,0-3 74,0-2 0,-8 4 1,-5-4-1,-4 3 120,-1 7 1,-3 0-1,2 9 1,2 4 128,1 3 0,1 6 0,1-3-444,0 2 0,4 2 0,0 9-490,-1 5 0,5 3 1,1 1-1,3 0-229,2 1 0,0 4 624,0 0 0,13 20 0,3-1 0</inkml:trace>
  <inkml:trace contextRef="#ctx0" brushRef="#br0">30155 12072 8164,'-15'0'213,"1"0"1,-1 6 0,1 4 37,0 2 1,4 4 0,2 4 0,2 4 97,3 3 1,1 8-1,2 2 1,2 1-168,2 0 1,4-6-1,8 0 1,3-6-28,5-7 0,-1-4 1,1-6-1,1-4-38,3-3 1,-1-10-1,-2-5 1,-2-6-68,-3-4 1,0-2 0,-8-7-1,-2-3-100,-5-2 1,-4 3 0,-2-3 0,-6 1-171,-7-1 1,-2 5-1,-10-2 1,-2 4-241,-4 1 0,-2 5 0,7 3 0,3 4-286,5 4 0,4 10 0,6 3 263,4 8 1,3 9-1,4 4 1,1 2 482,2 2 0,25 9 0,2 2 0</inkml:trace>
  <inkml:trace contextRef="#ctx0" brushRef="#br0">30629 11985 8154,'-6'-14'33,"0"0"1,-6 1 0,3 3 388,-2 5 0,3 4 0,0 2-148,1 4 1,-2 5-1,4 7 1,2 6-134,1 4 0,2-6 0,0 8 1,0-2-35,0 0 1,0 2-1,0-2 1,2-2-89,2-1 1,4-8 0,7 0-1,-1-6 103,1-4 1,-1-1 0,0-6 0,1-4 43,-1-5 0,1-9 0,-1-5 0,-1-3-53,-4-2 0,3 0 0,-8 0 1,0-1-176,-3-3 0,-2 2 0,-4-1 0,-5 5-441,-3 3 0,-7 2 0,-3-2 0,-1 6-175,0 7 1,7 5 0,-3 6 0,6 1 677,4 4 0,42 35 0,16 14 0</inkml:trace>
  <inkml:trace contextRef="#ctx0" brushRef="#br0">31018 11942 8167,'-15'0'-137,"1"0"1,0 0 0,1 2 334,3 3 1,-1 9 0,6 10-1,2 3 253,2 2 0,2 6 1,4 2-1,5 1-271,2 1 1,4-7-1,2 0 1,3-7-41,1-6 0,2-7 0,5-4 1,0-4 120,-1-5 1,0-7 0,-3-11-355,-1-5 1,-6-4 0,1-2 0,-5-4 0,-4-2-47,-5-1 1,-4-5-1,-2 6 1,-4-1 60,-5 3 1,-7 1 0,-4 2-1,-2 4-230,-2 0 1,-2 11-1,-2 3 1,2 5-450,3 5 1,-2 8 756,7 4 0,13 55 0,7 15 0</inkml:trace>
  <inkml:trace contextRef="#ctx0" brushRef="#br0">31723 11928 8162,'-15'-10'0,"-1"2"0,-3 2 199,-5 3 0,-1 1 0,-1 2 0,2 3 327,-1 7 0,-3 1 1,1 13-1,2 3-151,1 5 1,11 0 0,0 5-244,5-2 1,5 3 0,8-4 0,7-4 0,9-4-8,8-7 1,9-3 0,-1-3 0,2-3-113,-1-6 1,-6-4-1,1-4 1,-2-6 18,-2-3 1,-7-6 0,-3-2-1,-4-1-8,-6-4 0,-2-3 0,-9-3 0,-4-1-1,-9 1 0,-6 0 1,-7 0-1,-3-3-36,-2-2 0,-4 3 0,-5-2 0,4 1-299,4 3 0,6 8 0,4 6 1,6 5-238,7 4 1,4 7 0,9 2 0,3 10-694,4 7 0,4 6 1242,2 5 0,11 7 0,7 4 0,2 3 0,0 1 0</inkml:trace>
  <inkml:trace contextRef="#ctx0" brushRef="#br0">32198 11885 8173,'-15'-2'90,"1"-1"0,-1-2 202,1 2 0,0 8 1,-1 6-1,-1 6 109,-3 7 1,3 10 0,-3 4 0,3 4-152,2 1 0,6 5 0,3 0 0,5-3-115,5-5 0,9-5 0,10-9 0,5-6-61,4-5 0,-1-11 0,5 0 0,0-9 12,0-10 0,-6-5 0,1-9 0,-4-1 107,-4-4 1,-5-4 0,2-9 0,-4-1-100,-4 2 0,-8 0 0,0-1 0,-7-2-427,-8-3 1,-1 11 0,-11-1 0,-1 7-88,1 8 1,3 6-1,-4 10 1,3 3-116,2 2 0,4 9 1,3 11-1,3 9-504,1 4 1039,2 8 0,10 9 0,3 6 0,0 8 0,0-1 0</inkml:trace>
  <inkml:trace contextRef="#ctx0" brushRef="#br0">32859 11942 8156,'-14'-14'-84,"0"-1"0,-1 3 1,-1 0-1,-1 4 344,-3 2 1,-4 1 0,4 7 1095,-3 3-888,-1 3-218,-4 12 0,4 4 0,1 10 61,2 4 0,2 9 0,6 2 0,4 1-130,4-1 0,11 4 1,9-3-1,7-2-198,5-4 0,9-5 0,2-17 0,3-7-16,3-9 1,-3-4 0,-2-4 0,-6-4-13,-2-9 1,-7-7-1,-2-12 1,-1-4 2,-4-4 1,-7-1 0,-5-2-1,-4-1-56,-1-2 1,-8 0 0,-5 3-1,-6 1-248,-3 0 1,-2 0 0,-3 8 0,1 3-263,2 3 1,7 10 0,-3 16 0,4 4-131,2 4 0,0 9 0,1 8 738,3 1 0,17 34 0,9 13 0</inkml:trace>
  <inkml:trace contextRef="#ctx0" brushRef="#br0">33291 11813 8156,'6'-15'0,"4"3"-278,3 2 0,1 4 0,1 9 0,-1 6 638,0 11 0,5 13 1,2 10-1,-2 8-360,-3 5 0,-22 10 0,-8 9 0,0-21 0,1 0 0,0 0 0</inkml:trace>
  <inkml:trace contextRef="#ctx0" brushRef="#br0">29392 12518 7970,'0'-10'-226,"0"1"0,0-1 363,0-4 1,0-1 0,0 1 126,0-1 1,5 6 0,1-1 237,2-1 0,-4 3 1020,0-2-1304,4 7 1,-8-3-1,2 7 1,-7 4-191,-3 5 0,3 3 1,-4-1-1,-1 0-43,2-3 1,-5 1-401,4 4 0,4-1 415,5-3 0,30-37 0,28-35 0,1-3 0,-11 15 0,-1 0 0,1 0 0,-1 0 0</inkml:trace>
  <inkml:trace contextRef="#ctx0" brushRef="#br0">15739 10604 16032,'2'-13'-928,"1"2"0,3 3 813,2 2 0,8-1 0,11 4 0,10-2 204,11 2 0,22 0 1,-27 1-1,2 1 1,8-2-1,3-1 69,6 0 1,2 0-1,9 0 1,3-1-1,-22 0 1,2 0-1,0 0 1,4 1-1,0 0 1,1 0-249,4 0 0,1 1 1,-1 0-1,0-1 1,0 0-1,0 1 1,2 0-1,1 1 1,-1 0-1,0 0 1,0-1-1,0 0 126,1 0 1,0-1 0,1 0 0,1 1 0,1 1 0,1-1 0,1 0-1,0 0 1,1 0 0,0-1 0,0 0 0,0-1 43,-1-1 0,-1 0 0,1 0 0,-2 1 0,1-1 0,-1 0 0,0-1 0,1-1 0,-1 0 0,0 1 0,0-1 0,0 1-9,0 0 0,-1-1 0,0 1 1,-5-1-1,-2 0 0,1 0 0,-2-2 1,0 1-1,-1-1 0,-3 0 0,-1 1 1,-1-1 8,24-4 0,-2-1 1,-1 2-1,-2-1 0,-4 1 1,-1 0-1,-3 2 0,-1 0-129,-6 0 0,-1 1 0,-5 2 0,-2 2 1,-5 2-1,-1 0-520,-2 1 0,0 0 569,1 0 0,-1 1 0,36 2 0,-38 0 0,-1 0 0,36 0 0,-7 0 0</inkml:trace>
  <inkml:trace contextRef="#ctx0" brushRef="#br0">19393 9036 24884,'-43'-7'-432,"0"-2"0,-2 1 1,-3 0-1,-6 0 145,-7 0 1,-6 5 0,-8-2-1,-3 3 470,-2 2 1,-2 2 0,39-1 0,0 1-1,0 1 1,-1 0 17,1 2 0,0-2 1,-35 2-1,7 5 0,12-1-43,10-1 0,10 0 0,9-3-81,9 5 1,8-2 0,15 1-1,4 1-310,9-2 1,7 5 0,13-4 0,10 4 187,11 2 0,18-7 0,-31-6 1,3 0-1,5-1 0,0 0 92,5-1 0,0 0 0,1-1 0,0 0 0,5-1 0,1 0 0,1-3 0,1 0-105,4-1 1,-1-1-1,-3-1 1,-2 0-1,4 0 1,1-1-1,-3-1 1,-1 0 81,0 2 0,0-1 1,-2 0-1,-1 0 0,-2 1 1,-1-1-1,-5-1 0,-1 0 20,-5 1 1,-3 1-1,36-7 1,-16 4 0,-9 3-29,-11 2 1,-20 1-75,-9 5 0,-20 0 0,-21 2 0,-7 2 243,-10 6 1,-13 4-186,-11 6 0,-5-1 0,-5 0 0,-3-6 0</inkml:trace>
  <inkml:trace contextRef="#ctx0" brushRef="#br0">18070 1842 7768,'0'-19'0,"0"-1"-37,0 3 0,4 1 1,3 1 560,1 1 1,-5 4 0,3 2-99,1 2 0,-6 4 0,6 12 0,-2 9 37,-1 7 0,1 15 0,-6 7 0,-4 8-104,-5 7 0,-4 7 0,-4 7 0,-3-1-147,-1 3 0,5-7 0,-3 1 0,4-7-36,2-7 1,1-3 0,4-13 0,5-5-89,8-10 0,4-11 0,8-7 0,4-5-201,9-4 0,1-1 0,9 0 1,1 0-575,1 0 0,4 0 0,1 2 0,4 1-332,1 2 0,2 4 0,4-4 1019,1-2 0,-18-2 0,3 0 0,2-1 0,0 0 0</inkml:trace>
  <inkml:trace contextRef="#ctx0" brushRef="#br0">19019 2575 8033,'-22'15'0,"3"-1"-114,3 1 1,3-1 0,3 0-1,5 1 391,4-1 0,2-4 0,4-1 0,5 1-250,3-2 1,7-2-1,4-6 1,2 0 144,-2 0 1,3 0-1,-4-1 1,-1-4 165,-3-5 0,-3-2 1,-3-4-1,-2-2-149,-1-1 0,-7-7 1,2 2-1,-5-3-103,-5-2 0,-5 1 1,-9 0-1,-5 4-326,-3 5 1,-7 3 0,-1 2 0,0 1-269,0 3 0,3 4 0,8 6 1,6 2 25,7 2 1,5 9 0,6 8 0,1 1 126,4 4 0,5 1 1,7 2 354,2 0 0,45 6 0,7 2 0</inkml:trace>
  <inkml:trace contextRef="#ctx0" brushRef="#br0">19566 2460 8033,'-24'8'-134,"0"-3"1,6 3 0,-2 0 0,0 3 500,1 4 0,2-4 0,5 10 1,4-2-55,2 0 0,1 0 0,7-4 0,3-3-264,4-2 0,4 1 0,3-6 1,2-2 54,1-1 0,0-2 0,-5 0 0,1-2 33,-1-3 1,1-3 0,-3-6 0,-1 0 12,-1-1 0,-5 1 0,3-1 0,0 3-109,0 2 1,-3-3 0,4 5 0,2 0-64,2 4 1,2 4-1,1 6 1,3 12 62,5 13 1,5 9-1,3 18 1,1 8 61,-1 7 0,-8 1 0,-6 2 0,-7-2 252,-6-2 1,-7-13 0,-8-8 0,-9-9 254,-6-9 1,-9-2 0,-1-4-1,0-3-287,0-5 0,-5-8 0,3-3 1,-3-1-379,-3-4 1,8-2 0,-9-2-1,4-4-347,4-5 1,-6-4 0,5-5-1,2-5-1038,6-3 1,7 3 0,9 1 0,5 3-1897,8 2 3336,13 2 0,30-1 0,13 0 0,6-2 0,1 0 0</inkml:trace>
  <inkml:trace contextRef="#ctx0" brushRef="#br0">21148 2273 8138,'-9'-4'-56,"-1"-3"178,-1-1 0,3 5 1,-1-3-1,-3 1 177,0 0 0,-3 0 0,1 5-175,-1 0 0,-5 2 1,-4 3-1,-4 6 0,1 8 21,3 10 0,-1 6 0,4 8 0,0 0-73,0 0 1,7 5-1,6-1 1,3-6-213,7-6 1,1-6-1,11-5 1,9-6 102,7-7 1,2-11 0,6-11 0,2-5 210,2-3 1,-4-12 0,-1 2 0,0-3-49,0-3 0,-5 5 0,0-4 0,-7 4-38,-6 1 1,-9 7 0,-5 3-5,-4 3 0,-7 8 1,-4 4-123,-2 8 1,-1 10 0,3 10 0,5 3-142,4 2 1,1 0 0,0 1 0,0 4-369,0 4 1,8-1 0,5 0 0,6-2-1978,3-3 2524,2-2 0,56-27 0,-34-4 0,1-1 0</inkml:trace>
  <inkml:trace contextRef="#ctx0" brushRef="#br0">22026 2000 8011,'2'-22'-512,"2"2"1,-2 4-1,3 2 651,-4 0 0,4 9 0,0 10 91,-2 12 1,4 17 0,-3 9 0,-2 8-20,-5 5 0,0 8 0,-7 3 0,-3 4-199,-4 0 0,1-5 0,-2-5 0,5-7-22,4-6 1,6-6 133,-2-9 0,5-15 1,5-21-1,4-12 75,4-6 1,1-1 0,1-4-1,-1 4-42,0 1 1,6-3-1,-1 7 1,-2 2 64,-1 4 0,-1 3 0,-1-1 0,1 4-2,-1 3 0,0 2 0,-1 2-319,-3 3 1,-4 7 0,-6 9 0,-2 2-157,-2 2 0,-9 2 0,-8 2 0,0 0-24,1 0 0,-6-1 0,4 1 1,-2-2-146,0-3 1,1 2-1,-1-7 1,5-3-101,3-5 0,-3 0 1,-2-6 523,-1-2 0,-34-20 0,-13-7 0</inkml:trace>
  <inkml:trace contextRef="#ctx0" brushRef="#br0">21422 2561 7988,'8'-9'0,"-2"1"0,1 1-936,-6-4 936,6 9 0,-27-4 0,-4 6 0</inkml:trace>
  <inkml:trace contextRef="#ctx0" brushRef="#br0">23206 2705 7882,'-10'-2'358,"2"-2"-83,2-6 0,4 2 0,12-2 0,11 1-153,9 1 1,13-5 0,11 3 0,10-4-244,13-5 0,-35 10 0,2 0 0,8-2 0,0-2 1,1 1-1,0 0-211,0 1 1,-1 0-1,0-2 1,-3 0 0,29-7-1,-12-1 332,-17 0 0,-68-17 0,-24-1 0</inkml:trace>
  <inkml:trace contextRef="#ctx0" brushRef="#br0">23235 2331 7929,'-15'0'287,"2"-2"-695,4-3 0,6 2 0,14-6 0,13-2 446,11-2 1,19-2 0,10-1 0,10-1-39,-37 8 0,7-1 0,12-4 0,12-2 0,6-1 0,-2 0 0,8-1 0,-1 0 0,1 1 0,0-1 0</inkml:trace>
  <inkml:trace contextRef="#ctx0" brushRef="#br0">25321 1799 7938,'0'-15'170,"0"1"1,-2 7 111,-3 7 1,-3 15 0,-8 15 0,-1 13-162,-2 13 1,-7 10 0,13-28-1,0 2 1,-2 3 0,-2 0-363,-2 4 1,0 1-1,0 6 1,1 0-1,0 2 1,-1-1-1,2-2 1,1-1-1622,2-2 0,1-1 1862,-1-6 0,5 1 0,12 10 0,6 2 0,-1 0 0,1 0 0</inkml:trace>
  <inkml:trace contextRef="#ctx0" brushRef="#br0">25493 2417 7938,'-36'29'0,"-4"5"0,6 1 0,2 3 500,2 7 1,9-2 0,6 5 0,9-6-76,4-9 1,9-1 0,4-13 0,8-1-424,10-2 1,6-8 0,7-5 0,-2-6 2,-2-7 1,0-9 0,6-6-1,-3-6-37,-2-2 1,-6-6 0,-9 4 0,-5-2 23,-3-3 1,-3-1 0,-3-1 0,-6 2-40,-2 2 0,-8 6 1,-4-3-1,-3 3-421,-1 3 0,-1 5 0,3 13 0,1 3-226,1 1 1,7 6 0,-2 9-1,5 8 694,5 5 0,3 3 0,38 36 0,-19-25 0,0-1 0</inkml:trace>
  <inkml:trace contextRef="#ctx0" brushRef="#br0">25968 2575 7942,'-14'0'-559,"-1"0"353,1 0 0,4 0 1,1 0-1,-1 2 710,2 3 1,-5 4-1,5 9 1,-1 3-323,-1 1 0,7 2 0,-2 5 0,4 0-202,1 0 1,0-2-1,1-3 1,4-7 76,5-6 1,2-4-1,3-7 1,-1 0 191,1 0 0,-1-11 0,0-5 0,-1-5-5,-3-5 1,2 1-1,-2-1 1,3 4 51,1 1 1,-4 2 0,-1 4-168,3 1 1,-1 8-1,-2 7 1,-4 14-248,-3 12 0,-4 10 1,-4 11-1,-7 4 100,-5 4 1,-7 2 0,1-1 0,-3 1 149,-2-1 1,-5-1-1,1-3 1,-1-5 162,-1-3 0,3-10 0,-5-5 0,2-6-145,3-3 1,2-3 0,3-9 0,3-4-412,4-3 1,4-2 0,2-2 0,0-3-722,-1-4 0,6-9 0,1-3 0,0-3 982,0-6 0,0-23 0,0-12 0,-3-9 0,-1 1 0</inkml:trace>
  <inkml:trace contextRef="#ctx0" brushRef="#br0">26572 2561 7942,'-6'-14'-45,"-4"1"1,-2 3 66,-3 6 1,-4 4 0,-2 6-1,-1 8 118,-4 9 1,-1 10 0,0 6-1,1 2-7,2 2 0,12-1 0,-1-2 0,5-5-59,5-5 0,4 1 1,7-12-1,7-3 77,1-5 1,4-4-1,1-7 1,0 0 99,0 0 0,-1-8 1,-2-7-1,3-6-59,1-1 1,-4-7-1,3 2 1,-2-5-64,0 0 1,0 2 0,-6 1 0,-2 2-128,-1 3 1,-2-2 0,3 9-213,-2 4 0,-5 6 0,0 14 0,-2 7-257,-2 9 1,0 9 0,2 3 0,1 2-1417,2 3 1883,6 1 0,48 15 0,-20-26 0,0-1 0</inkml:trace>
  <inkml:trace contextRef="#ctx0" brushRef="#br0">27522 2158 8165,'-2'23'0,"-1"-3"212,-2 1 1,-4 6 0,2 10 0,-1 6-164,-3 12 1,3 4 0,-2 11 0,1 4-204,1-1 0,-5 1 1,5-4-1,0-3-852,3-4 0,4-12 1006,1-8 0,0-13 0,0-9 0</inkml:trace>
  <inkml:trace contextRef="#ctx0" brushRef="#br0">27263 2748 8165,'0'-29'-84,"0"1"1,0 5 0,0 4 0,1 3 575,4 2 0,10 6 0,9 3 0,3 3-463,2 2 1,6 2 0,5 3-1,6 4-29,7 4 0,22-5 0,-34-5 0,-1 0 0</inkml:trace>
  <inkml:trace contextRef="#ctx0" brushRef="#br0">28773 2201 8052,'-35'44'-20,"-1"0"0,-6 4 0,2 7 72,2 5 0,1 4 0,-1 5 0,4 0-78,4 4 0,2-7 1,4 1-1,7-8 26,6-6 0,12-13 0,4 1 0,3 1 0,0 0 0</inkml:trace>
  <inkml:trace contextRef="#ctx0" brushRef="#br0">28773 2705 8071,'-33'21'0,"-1"4"120,2 7 1,4 0-1,4 5 1,6-2 455,7-3 1,6-1 0,10-4 0,6-3-475,7-5 0,4-5 0,8-4 0,2-4 13,2 1 0,6-6 1,-3 2-1,1-6-122,0-6 1,-6-6 0,2-2-1,-2-4 82,1-1 0,-9-2 1,0-5-1,-6 0-82,-4 0 0,-6-1 0,-3-2 0,-3-2-377,-2 2 0,-5-1 0,-1 2 0,-2 4-637,-4 0 1,1 6 0,0 4 1020,1 5 0,26 25 0,2 11 0</inkml:trace>
  <inkml:trace contextRef="#ctx0" brushRef="#br0">29162 2719 8071,'-8'2'419,"3"3"1,4 3-1,2 6 1,2 1-363,2-1 0,6 2 0,-1 1 0,1 3-232,-1-3 0,1 1 1,-5-2-1,1 0 558,-1-3 0,-1-2 597,-5 3-311,0-6 0,0-3-453,0-10 0,1 5 1,3 2-1,2 11-136,2 9 0,-5 12 0,2 5 0,-3 6-42,-2 3 0,-2 7 1,-3-3-1,-4 3 81,-4-3 1,-6-2 0,-2-8-1,-1-4 131,-4-4 0,4-11 0,-2-3 0,0-6-220,1-4 1,-2-4 0,5-8 0,3-1-429,1-2 1,2-11 0,1 2 0,2-3-580,1-4 1,7-2-1,-2-5 1,3-1-156,2 0 1,8 5 0,5 0 1131,5-2 0,16 9 0,8 1 0,2-2 0,-1-1 0</inkml:trace>
  <inkml:trace contextRef="#ctx0" brushRef="#br0">29910 2043 7960,'22'-8'-243,"-1"3"1,-6 12 0,-3 9 304,-2 11 1,1 16-1,-6 15 1,-2 9 270,-1 8 1,-5-32-1,-2 0 1,-2 4 0,-1-1-1,-2-1 1,-2-1-441,-1-2 1,-1-2 0,-15 27 0,2-9 0,3-10-45,5-8 1,9-15 431,5-15 0,10-10 0,5-16 0,3-3-12,1-5 1,0-4 0,1 0 0,1-1-68,3 0 0,-3 5 1,3 2-1,-1 1-259,1 3 0,-2 9 0,6 4 1,-2 3-47,-4 2 0,-1 7 0,-3 4 0,-2 7 215,-1 6 0,-7 3 1,0 3-1,-6 2 133,-7 2 0,-4-4 0,-7-4 0,-6 1-57,-5-2 0,-8-5 1,2-1-1,-4-3-336,-1-2 0,0-1 0,1-2 0,4-3-806,4-1 1,9-3 953,1-4 0,12-51 0,0-13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6057 13870 8282,'-15'0'-398,"6"0"0,-1 0 648,-1 0 1,4-1 395,3-4 1,2 2 0,4-5 0,2 1-231,6 4 0,9-3 0,5-1 0,5 1-30,5-1 1,2-2-1,9 4 1,1 2-254,2 1 1,0 2-1,-6 0 1,-2 0-118,-2 0 1,-1 0-1,0 0 1,-7 0-1330,-4 0 1,-9 0 1312,3 0 0,-33-36 0,-16-17 0,0-3 0,0 0 0</inkml:trace>
  <inkml:trace contextRef="#ctx0" brushRef="#br0">1251 9842 8131,'-8'6'-72,"0"-4"1,4 2 81,-6-2 0,-3-2 0,-1 0 167,-1 0 0,1-6 0,1-4 158,4-3 0,-2-1 0,6-1 372,2 1 0,1 0-433,2-1 1,6 2-1,4 4 1,4 4-126,6 3 1,7 2 0,8 0-1,3 0-94,7 0 0,5 0 1,7 0-1,1 0-178,-1 0 0,-4 0 0,0 0 0,-2 0 52,-5 0 1,-4-1 0,-15-2 222,-3-2 1,-11-2-1,-15 4 1,-11-2 189,-9 2 1,-7-3-1,-4-1 1,-6 1-94,-2 0 1,-3-1 0,3 4 0,1-2-179,2 2 0,1 0 0,-3 0 0,3-2-72,2 2 0,1 1 0,6 2 0,-1 2-23,0 3 1,0-2-1,2 5 1,3 0 24,5 0 0,3 1 1,3 6-282,4-1 1,4-1 0,11-2 0,9 0-514,7 5 1,5-1 792,2 4 0,13-18 0,9-5 0,3-1 0,0 0 0</inkml:trace>
  <inkml:trace contextRef="#ctx0" brushRef="#br0">6201 13928 11749,'-15'0'13,"1"0"1,-1 0 637,1 0 1,0 0-29,-1 0 1,2-2-138,4-3 1,2 2 0,9-5 0,3 2 119,4 3 0,11-5 1,4 0-1,4 0-303,6 3 1,7 2 0,9-1 0,1 0-232,4 0 0,-1 8 0,0 2 0,-3 2-200,-1 3 0,-1-3 1,-5 2-1,-4-1-561,-8-1 0,-13 0 605,-5-3 0,-14-3 0,-14 1 0,-9-5 232,-4-2 0,-3-1 1,-4 5-1,-4 0-366,-4 0 0,6 0 1,0 0-1,3 0-434,-1 0 0,7 0 1,8 0-1,3 0 683,2 0 1,28-31 0,15-15 0,-1-2 0,1 0 0</inkml:trace>
  <inkml:trace contextRef="#ctx0" brushRef="#br0">4906 7338 7676,'8'0'929,"-2"-2"-540,-6-2 0,0 0 332,0-5-65,0 6-226,0-10-240,0 11 0,0-3 449,0 10-357,0-3 1,-5 3-1,-1-10-254,-2-5 1,3-3-1,-3-3 1,0-1 92,0-2 1,3-2 0,-3 3 0,2-2-256,3-3 0,-4 6 1,3-3-332,0 4 1,4 8-1,4 5 316,0 6 1,3 7 0,-4 9 0,2 5-16,-2 3 1,-3 2 0,-3 1 0,-4 2 139,-1 2 1,-1-2-1,-4-6 1,2-4 98,1-1 0,2-7 1,-3-6-1,1-1 1,-1-4 1,3-2 0,-1-4 0,-1-5 135,2-6 0,2-10 1,6 1-1,0-1-131,0 0 1,1 0-1,4-4 1,5-1-52,2 0 1,8 7 0,0 3 0,3 3-85,2 1 0,1 2 0,-2 4 0,-5 4-118,-3 3 1,-3 9 0,-4 2 0,-4 6-2,-3 4 0,-4 3 0,-3 7 0,-4 0-40,-4 0 1,-6-1 0,-2 0-1,0-4 85,1-5 1,-1-3 0,3-2-1,-1-1 243,1-3 1,2-4-1,2-8 1,1-2 20,4-6 0,2-8 0,7-2 0,0-3-64,0-2 1,2-1-1,3 0 1,4 2-39,4-1 1,1 4-1,2 2 1,2 5-34,1 4 1,5-1-1,-5 6 1,-1 2-52,-2 1 1,-2 4-1,-1 3 1,-3 6-66,-6 6 1,3 1-1,-2 4 1,-4 1 83,-4-1 0,-3 0 0,-6 4 0,3-4 34,-2-1 1,-2-2 0,-1-4-1,-1-2 201,1-4 0,-1-2 1,1-7-2,0 0 1,6-7 0,3-4 0,3-7-171,2-6 1,0 2 0,2-2 0,3-2-93,4-1 0,6 3 0,2 2 1,2 1 1,-1 4 0,-2 5 0,0 4 1,1 2 36,3 3 0,-1 8 0,-5 4 0,-1 6-62,-3 4 1,-4 3 0,-6 7 0,0 0-42,0-1 0,-6 1 0,-2 0 1,-2 0 218,0 0 1,-1-7 0,-6-3 0,-3-3 248,3-2 1,1-6-1,2-3 1,-1-3 130,1-2 1,-1-3 0,1-7 0,1-9-239,4-7 0,2-4 0,7-2 0,0-3-200,0-2 0,2 3 0,3-2 0,4 1-46,4 3 0,6 1 0,2 4 0,0 5-3,0 7 1,-2 7-1,-3 8 1,0 2-74,-2 3 0,2 6 0,-11 11 1,-2 7 25,-1 1 0,-7 6 0,-2-3 0,-1-1 11,-3-2 0,3-6 1,0-1-1,0-2 29,0-4 0,3-2 1,-4-6 231,-2-4 0,3-3 1,0-4-135,1-3 0,-2-3 1,4-8-1,2-1-74,1-3 1,2 0 0,0 2 0,0-3-201,0-1 0,0 4 0,0-1-351,0 3 0,2 8 0,3 3 545,4 4 0,17 52 0,4 13 0</inkml:trace>
  <inkml:trace contextRef="#ctx0" brushRef="#br0">4618 12187 7738,'10'-2'193,"-2"-3"105,-2-4 0,4 1 1,-6-2 409,0-1-558,4 5 0,-7 1 0,4 10 8,-3 4 0,-2 9 0,0 3 0,0 3-256,0 6 1,0 0 0,-2 9 0,-1 1-172,-2 1 1,-1 1 0,2-2-1,0-3 163,0-2 0,3-2 0,1-6 0,-2-4 508,-3-9 1,4-7-16,-4-12 0,2-5 0,0-9 0,-2-5 25,2-3 0,1-2 0,2-1 0,0-2-78,0-2 0,0-4 0,0 3 1,0-2-292,0-3 0,2 3 0,2 0 1,4 2-5,0 3 0,4 2 1,-6 3-75,2 3 0,-3 11 0,3 15 0,-2 10 12,-3 11 1,-1 15-1,-2 7 1,0 4-317,0 6 1,0 1 0,0 1 0,-2-1-73,-3-3 1,4-5-1,-4-8 1,2-3 456,-2-2 1,4-8 313,-4-8 0,2-12 1,-1-12-1,0-13 90,0-7 0,3-11 0,1-2 0,0-3 10,0-3 0,0 1 0,1 0 0,3 1-347,0 4 1,6-2 0,-4 7 0,1 2-1105,-1 6 0,5 10 0,-1 10 991,3 4 0,-63 52 0,17-19 0,1 0 0</inkml:trace>
  <inkml:trace contextRef="#ctx0" brushRef="#br0">12890 12014 8118,'-6'8'-1266,"3"0"1266,-7-3 0,7-2 0,-3 5 0,-1-1 0,6-1 0,-4-1 0,2-2 0,-2 7 0,3-7 0,-4 5 0,6-4-623,0-2 656,0 4 200,0-6 0,0-1 38,0-4 1,0 2-58,0-7 1,0 6-87,0-6 0,0 0-160,0-4 1,0 0 31,0-1 1,0 1 0,1-1-43,4 1 1,-3 0-1,4-1-77,1 1 0,-6-1 1,6 1 20,-1 0 0,-4-1 0,4 2 0,-1 2-124,0 2 0,-1-1 1,-2-4 83,3-1 1,-4 1-1,4 0 79,-3-1 0,-2 1 59,0-1 0,0 1 0,0 0 0,-7 12 0,-1 4 0</inkml:trace>
  <inkml:trace contextRef="#ctx0" brushRef="#br0">12876 11453 8118,'0'-14'-244,"0"-1"0,0 1 0,0-1-141,0 1 0,0 3 1,0-2-1,0-3 366,0 0 1,0 0 0,0 2 0,0-1 16,0 1 1,0 0-1,0-1 2,0 1 0,6-13 0,2-4 0</inkml:trace>
  <inkml:trace contextRef="#ctx0" brushRef="#br0">12876 10892 8153,'0'-15'-622,"0"1"1,0 0 0,0-1 490,0 1 1,0 0 0,0-1 0,0 1 130,0-1 0,0 1 0,0 0 0,0-2 11,0-4 0,0 4 0,0-3 0,0 3 1,0 2 1,0-5 0,0 0 0,0 1-15,0 2 1,0-3-1,0-2 1,0 0 0,0 0 0,0 1 0,0 2 1,0-1-2,0 1 1,0 2 0,0 2 0,0 0-5,0-1 1,0 6 0,0-1-22,0-1 27,0 4 0,-6-12 0,-2 3 0</inkml:trace>
  <inkml:trace contextRef="#ctx0" brushRef="#br0">12919 9913 7909,'8'-6'0,"-3"-4"-636,-3-2 1,-2-3 0,0 1 548,0 0 1,4-1 133,1 1 0,0-1 0,-3 1-15,2 0 1,3-1 0,4 1 0,-3-1-29,-2 1 1,4 4 0,-5 1-1,-1-1-14,3 2 1,-4-5 0,5 4-2,-2-4 1,1-1 0,-4-1-5,2 1 0,0 0 13,-5-1 0,1 1 1,2-1 4,2 1 0,2 0 0,-4-1 28,2 1 0,1 4 0,-3 1 83,2-3 1,1 4-54,-1-1 1,-2 1 0,5-3-51,-1 1 0,-1 5 0,-3-4-9,2-2 1,5 3-1,-4 0 1,2 0-43,3 0 1,-3-2 0,2-4-8,1-1 1,2 1 0,1-1 0,-1 1 30,-3 0 0,2-1 0,-4 1 0,2-1 21,0 1 1,-6 0 0,6-1 0,0-1-1,-2-3 0,4 3 0,-2-3 0,1 3 1,-1 2 1,3-2 0,-4-2 0,4-1-34,1 1 0,1 2 0,-1 2 1,0-1-19,1 1 1,-6 0-1,1-1 1,1 1-6,2 0 1,1-1 0,1 2 0,-1 2-18,1 2 67,-1 5 0,13-15 0,4 3 0</inkml:trace>
  <inkml:trace contextRef="#ctx0" brushRef="#br0">11466 10029 8252,'-16'0'0,"-1"0"36,-3 0 0,0 0 0,2 0 0,-1 0 441,1 0 0,9-2-155,4-3 1,5 2-1,5-5-157,4 2 0,12-1 0,6 4 0,7-2-156,3 2 0,7-3 0,9 1 1,3 2-226,2 1 1,-1 0 0,-1-1-1,-3-2-187,-5 2 0,-5 2 1,-6 1 401,-9 0 0,-13-2 0,-17-1 146,-11-2 0,-12 0 0,-10 5 0,-2 0 141,-3 0 1,-2 2-287,-1 3 0,1-23 0,-4-8 0,-3 2 0,-1-1 0</inkml:trace>
  <inkml:trace contextRef="#ctx0" brushRef="#br0">11768 10000 8526,'10'-10'-618,"-1"1"445,3-3 1,-4 1 0,0 0 1367,-2 1 1,-1 1-890,-5-6 1,-2 6 0,-3 1 0,-4 2-217,-4 2 0,-3 3 0,-2 1 0,-4 0-63,-5 0 1,4 1 0,-8 4 0,-1 3-24,1 0 0,1 5 0,3-4 0,1 3 34,2-3 1,6 4 0,-1-3-142,3 2 1,8-2 76,4 0 1,10-7 0,8 2 0,9-4-45,4-1 1,8-5-1,3-1 1,6 0-59,4-1 1,-5-2-1,1 2 1,-5 1 63,-4-1 0,-1-2 1,-7 4-1,-3 2 204,-5 1 0,-11-3 0,-10 1 255,-11 0 0,-14 8 1,-13 2-1,-4 0 103,-4 1 0,-7 4 0,3-3 0,-3 2-218,2-1 1,4-6 0,7 4-1,2-2-574,2-1 0,12 1 1,4-3-1720,9 3 2013,7 3 0,63 6 0,15 0 0</inkml:trace>
  <inkml:trace contextRef="#ctx0" brushRef="#br0">1280 9784 8228,'0'14'573,"2"-6"-511,3-3 1,4-3-1,9-2-75,1 0 1,5-5-1,-2-1 1,4-1-72,4 1 1,7-5-1,-2 3 1,0-2 159,1 0 1,2 2 0,-6-3 0,-5 2 169,-6-3 1,-12 4-1,-5-1 150,-8-2 1,-10 4 0,-12 2 0,-6 4-128,-6 1 0,-8 1 0,-2 3 0,1 2-96,3 2 0,5-5 0,1 4 0,0-3-92,1 1 1,8 2 0,10-4 0,4 3-460,6 2 1,2 2-1,9 4 378,3 1 0,27 4 0,14 2 0,5 2 0,1 0 0</inkml:trace>
  <inkml:trace contextRef="#ctx0" brushRef="#br0">22156 10316 6623,'14'0'788,"0"0"0,1 0-561,-1 0 1,0-4-1,1-1 1,1 2-69,3 1 1,2 2 0,4 0 0,1-2-164,4-2 0,-1 2 0,6-3 1,-1 4 63,-1 1 1,-1 0 0,-8-2-1,-4-1 321,-4-2-282,-2 0 1,-12 5-1,-7 0 1,-8 0-117,-6 0 0,-5 0 0,-8 0 0,-2 0 42,2 0 1,-3 0 0,0 0 0,0 0 64,0 0 1,3 0-1,6 0 1,2 0-10,-2 0 0,6 0 0,1 0 1,3 0 6,1 0 0,7 2-181,3 3 1,12-4 0,7 4 0,9-3-183,4-2 1,8 0-1,3 0 1,2 0 96,-1 0 1,1-2 0,-7-1 0,-1-2 168,-2 2 1,-2 1-1,-4 2 52,-5 0 0,-13 0 0,-9 0 282,-10 0 1,-16 5 0,-1 0 0,-4 0-101,-1 1 0,-3-3 0,3 5 1,0 0-80,-1 0 1,4 0-147,8 2 0,29-17 0,13-9 0</inkml:trace>
  <inkml:trace contextRef="#ctx0" brushRef="#br0">22688 5827 8019,'-8'-1'-949,"3"-4"616,3-5 1,-2 2 0,-3-1 595,-1-3 1,-1 0 0,-6-3 0,1 1-254,0 0 1,-7-6 0,-5 0 0,-7-3 0,-11-1 4,-7 2 0,-11-5 0,-7 3 0,-6-2 52,35 14 1,-1 0-1,-2-2 1,-1 1-1,-1 1 1,-1 2-1,-2-2 1,0 0-102,-1-1 0,-1 2 1,-2-1-1,-1 0 0,0-2 1,0 0-1,0 1 0,1 1-54,-2 0 1,0 0-1,0 1 1,0-1-1,-5 0 1,-1-1-1,0 1 1,-1 2-6,-1-1 0,-1 1 0,-5-2 0,-1 0 0,1 2 0,0 1 0,-4-1 0,-2 2-48,-2 0 0,-1 0 0,23 3 0,0 0 0,-1 1 1,-1-1-1,0 1 0,0 0 0,-1 0 0,0 1 1,0 0 128,0 1 0,-1 1 0,0-1 0,-1 0 1,-2 0-1,1 0 0,-3 0 0,1 1 1,-2-1-1,-1 1 0,-1 0 0,1 0-110,-2 0 1,1 1 0,-1-1 0,-2 1-1,0 0 1,1 0 0,0 0 0,1 0-1,0 0 1,-2 0 0,-1 0 0,0 0 156,-1 0 1,-1 0-1,1 0 1,-4 2 0,0-1-1,1 1 1,0 0 0,-1 0-1,2 1 1,-1-1-1,2 1 1,-1 0 9,-1 0 0,1 1 1,-1 0-1,0 0 0,-1 1 1,0 0-1,-3 1 0,-1 1 1,0-1-1,-1 2 0,0-1 1,0 1-21,0-1 0,1 0 0,0 1 0,-2 1 0,0 1 0,1 0 0,3-1 0,0 1 0,-1 0 0,-2 1 0,0 2 0,-1-1-123,19-2 0,1 1 0,-1-1 0,-1 1 0,-1 0 0,0 0 0,-1 0 0,1 1 0,1-1 0,-1 1 0,1 0 0,0 1 0,0 0 0,1 0 0,-1 1 0,0 0 68,0 1 0,-1 0 1,1 0-1,-1 1 0,0 0 1,0 0-1,-1 0 0,1 1 1,-2 1-1,0 1 1,0-1-1,0 1 0,0 0 1,-1-1-1,1 1 0,0 0 6,0 0 1,0 0-1,1 0 1,0 1-1,-1 0 1,0 1-1,0 0 1,1 0-1,2-1 1,0 0-1,1 1 1,-1-1 0,1 2-1,-1-1 1,0 1-1,0 0 33,1 0 1,-1 1-1,0 0 1,0 0 0,0-1-1,-2 0 1,1 0 0,1 0-1,1 0 1,1 1 0,0-1-1,0 0 1,3 0 0,0-1-1,0 0 1,0 0 62,-16 7 1,-1-1 0,2 0 0,3-2 0,1 0 0,0 0 0,1 0 0,0 1 0,1 0 0,3-2 0,0 0 0,0-1-15,4 0 1,1-1 0,-1 1 0,3-2 0,-1 1-1,2-1 1,-17 7 0,3 0 0,1-2 0,2 0-45,2-1 0,2-2 0,6-3 0,2-1-14,6-2 0,2-1 0,1-1 0,2 1 0,-27 12 0,2 1 0</inkml:trace>
  <inkml:trace contextRef="#ctx0" brushRef="#br0">25853 7093 7737,'6'-14'-688,"-4"0"1273,3-1 0,-4 6-276,-1-1-226,0 7 0,0 8-77,0 9 0,-4-1 0,-3-4 0,1 3-15,-1 0 1,-4 1 0,3-2 0,-1-3 111,-1-1 1,0 4 99,-4-1 0,1-6-102,4-4 0,2-6 0,7-10-6,0-3 0,7 3 1,2-3-1,4 3-23,1 1 0,1 6 0,-1 1-18,1 1 0,-1-1-54,0 8 1,-6-1 0,-4 10-1,-6 2-20,-3 2 1,-6 3 0,0 2 0,-5 1 13,-3-1 1,-1-4-1,6-3 1,0-3 366,-1-1 1,1 2-29,-1-4 1,3-2-1,2-8-218,5-4 1,5-6 0,5-2-1,5-2-62,2 1 0,3 2 0,1 3 0,1 2-114,3 1 0,4 7 1,-5-2-1,0 4-189,2 1 0,-5 1 1,1 4-1,-4 5-15,-3 3 0,-7 1 0,2 2 0,-4 2 118,-1 1 1,-6 0-1,-4-5 1,-2 1 382,-3-1 1,1-4 0,-1-2 0,1-2 81,0-3 0,-1-1 1,1-4-1,-1-3-106,1-4 1,4-4-1,2-1 1,2-2-134,3-3 0,1 1 0,4-6 0,3 0-212,4 2 1,4-4-1,3 7 1,2 1 96,1 2 1,5 3-1,-3 4 1,-1 4-17,1 4 0,-3 2 0,-7 4 0,-3 6-50,-2 7 0,-3-1 1,-7 6-1,-8-1 113,-5 0 1,1-4 0,-3 1 0,3-3 98,1-1 1,1-3 0,0 0-1,-1-4 53,1-2 1,4-1 0,2-7-72,2-3 0,1-3 0,5-6 0,0-2 1,2-3-116,2-5 0,4 1 0,8-1 0,4 0-179,4 2 1,-2 0 0,4 4 0,2-1 2,4 1 1,-3 9 0,-7 4 0,-1 3 89,-3 2 0,-4 7 1,-4 2-1,-5 4 97,-4 2 1,-9 4 0,-5 1 0,-6 1 274,-3 0 0,-2-2 1,-3-4-1,1-3 114,2-2 1,5 1-1,-3-6 1,1-2-30,3-1 0,2-4 0,2-3 0,1-4-168,3-4 1,-1-1 0,6-1 0,2 1-30,2-1 0,2-4 0,2 0-289,2 1 1,2 9 0,-3 4-163,6 4 1,3 2 0,0 4-129,-4 4 0,2 4 0,-6 2 1,0-1-172,1 0 0,-4 1 0,3-1 1,-4 1 73,-1-1 1,0 0 0,0 1-169,0-1 0,5-4 693,0-1 0,-7-25 0,-6-1 0</inkml:trace>
  <inkml:trace contextRef="#ctx0" brushRef="#br0">25623 7223 7421,'14'-8'-460,"-4"-3"0,-2 4 0,0 1 416,0 0 1,-3-4 0,4 4-1,1-2 26,-2-4 1,3 4 0,-5-1-1,2-2 13,3-2 0,2-2 1,0 1-1,-2 0 167,-1-1 0,-1 1 0,6-1 384,-1 1 0,1 0 232,-1-1 1,-6 4-402,-3 6 1,-4 2-1,-1 13 1,0 1-46,0 2 0,0 1 0,0 2 1,0 2-42,0 1 1,0 2-1,0-4 1,0 4-4,0 1 1,0-2-1,0 4 1,0 1-53,0 2 1,0 7-1,0 3 1,2 3-154,3 4 0,-4 9 0,4 0 0,-3 4-28,-2 6 1,0 2 0,0 6 0,0-3-190,0 0 0,0-6 0,0 5 1,0 0-10,0-1 0,0-2 0,0-7 0,1-1 66,4-3 1,2 6-1,4-5 1,-2 1 0,2 1 0,2-5 0,2 3 14,-1 5 0,-1-6 0,-4 5 0,-2-2 0,-2 0-32,-1 1 0,1-1 0,-5-2 1,0-2 10,0-3 1,0 4 0,0-3 0,0-1 49,0 1 0,0-2 1,0-5-1,0 0 7,0 0 0,0 0 1,0 0-1,0 1 23,0-1 0,0 5 1,0 0-1,0-2 12,0-1 1,0-2-1,0 2 1,0 1-2,0 2 1,5 0-1,0-5 1,-2 0 32,-1 1 1,-2-1 0,0 0 0,0 0 48,0 0 0,-2 0 0,-1-1 0,-4-2 107,-1-2 0,5 4 0,-2 1 0,4-5-34,1-1 1,0-7 0,0 6 0,0-3-21,0 1 0,0-1 0,0-4 1,0 0-156,0 0 1,0-1 0,0 1 0,0 0-79,0 0 0,0 0 1,-2-1-1,-1 1 42,-2 0 0,-1-5 1,3-2-1,-2 1 58,2-1 0,-4 0 1,2 2-1,1-4 39,-3-4 1,6 3 0,-4 0-1,3-1 44,2-2 1,0-2-1,0 0 1,0 1-25,0-1 1,0 0-1,0 1-28,0-1 1,0 1 0,0-1 0,0 0 67,0 1 0,0-6 1,0 1-31,0 1 0,0 2 1,0 1-1,-1 1 4,-4-1 0,3-4 1,-3-1-114,4 2 0,-4 2 0,0 2 0,2-1-20,2 0 1,1 1 0,-2-1 89,-3 1 0,4-6 0,-4 1-25,3 1 0,2 2-4,0 1 1,0 1 0,-1-3 22,-4-2 1,3-2 0,-3-3-260,4 4 0,1-1 42,0 2 170,0-1 49,0 6 274,0-7 1,0 0 77,0-3-373,0-4-232,0 12 158,0-5 1,1 6 180,4 1 0,-3-6-393,3 1 0,-4 0 135,-1 4 1,0-4 363,0-1 0,0-4 851,0 5-674,0-7-966,0 3-1276,0-6 0,2 0-2592,3 0 4429,-4 0 0,8-36 0,1-24 0,-2 0 0,0 0 0</inkml:trace>
  <inkml:trace contextRef="#ctx0" brushRef="#br0">4805 7424 7612,'-5'-9'-363,"0"-1"1,1 5 0,2-3 717,-3 2 0,4-5 0,-4 1-384,3-3 0,2 4 288,0-1 0,0 1 134,0-6 1,0 6-30,0-1 0,0 8-182,0 2 1,0 7-1,2 9 1,1 3-77,2 5 1,6 5 0,-3 4 0,2 6-124,-1 2 0,1 2 0,3 2 0,-2 3-89,-2 5 0,1 9 1,4 4-1,-1 1 24,-3 0 1,-2 0-1,-5 5 1,2 2 5,-2 2 0,-3-4 0,-3 2 0,-4-7 48,-1-3 1,3 0 0,-4-2 0,-1 4 72,2-1 0,-3 4 1,5-5-1,-1 2 41,1 2 0,-4-4 1,6-3-1,0-5 22,3-3 1,1 0 0,0 3 0,0-4-90,0-4 1,0-1 0,0-1 0,0 4 4,0 1 0,0-5 1,0 2-1,0-5-25,0-4 0,0 7 1,0-3-1,0 2-55,0 0 1,0-7-1,0 0 1,0 2-66,0 2 1,0 1 0,0-1 0,0-2 100,0-2 1,0-5 0,0 4 0,0 0-41,0 0 1,5-5 0,1 1 0,0-1-37,1 2 0,-1-4 1,-3 4-1,4-4 61,1-1 1,-3-5 0,3 0 0,-1 2-25,1 1 0,-3-3 0,3 0 1,-1 1 52,-4 2 0,-2 1 1,-1-3-1,0-1 26,0 2 0,0 3 0,0 3 1,0 1 0,0-1 0,0-2 0,0-1 1,0 2 37,0 2 0,0-2 0,0 2 0,0-3-20,0-1 0,0 0 0,0 0 1,0 0 44,0-1 0,0 1 0,0 2 0,0 0 19,0 3 0,-4 4 0,-3-2 0,1 0-8,-1 4 1,-4-1-1,3 1 1,-1 1 60,-1-1 1,5-6-1,-3 1 1,2-1-47,3-1 0,-4-4 0,3-7 1,0-1-242,3-3 0,1-7-128,0-2 0,0-7-249,0-2 0,5-2 1,-1-7-2076,0-2 2583,-3 4 0,-1 1 0,-6-1 0,-2-1 0</inkml:trace>
  <inkml:trace contextRef="#ctx0" brushRef="#br0">27997 7583 8479,'-15'4'-2082,"1"1"2481,-1 0 1,7-7-181,4-2 1,8 0 0,4-5-1,4-1-94,2 2 0,-6-3 1,10 5-1,-1-1 42,-1 1 1,0 1 0,-1 5-31,-1 0 0,-4 2 0,-2 2-97,-2 6 0,3 3 1,-5 1 127,-6 1 0,0-3 0,-7 0 1,-2-4 118,-2-2 0,-1 0 0,-1-2 8,1 0 1,1 0-1,2-9 1,3-5-201,1-3 0,3-1 1,4 0-1,0-2-184,0-4 0,1 4 0,2-3 0,4 3-123,1 2 0,1-1 0,6 1 0,-1 1-49,1 4 0,-1-2 1,0 6 127,1 2 1,-7 9 0,-4 7-1,-2 6 18,-2 3 1,-11 2 0,-3 5-1,-4-2 122,-3-3 1,5 2-1,-3-7 1,5-1 192,4-2 0,-3-8-22,4-4 1,2-4-1,2-4 1,4-8-72,1-5 0,0-1 0,1-6 0,4 0-99,5 2 0,3-1 1,-1 6-1,0-2-122,-3 1 0,1 7 1,4 3-36,1 2 0,-6 1 1,-1 6-1,-1 4 66,-4 5 0,-3 7 1,-5 4-1,-5 0 83,-2 0 0,-3-2 0,1-3 1,-1 0 276,1-2 1,4 4 0,1-10 333,-2 0 1,-2-2-352,-2-6 0,6-1 0,1-4-344,1-5 0,4-3 1,6-1-1,4 1-416,1 4 0,1-3 1,6 8-1,-1 0-817,1 3 0,4 7 1317,0 4 0,5 18 0,3 8 0,0 3 0,0 0 0</inkml:trace>
  <inkml:trace contextRef="#ctx0" brushRef="#br0">28011 7669 8293,'0'8'-1,"0"5"280,0-4 0,0-1 0,0 2-120,0 1 1,0 2 0,2 3-1,1 3-40,2 5 1,1 3 0,-3 2-1,2 1-114,-2 4 1,4 3-1,-3 7 1,0 3-163,-3 1 0,-1 6 1,0-1-1,0 3 23,0 1 1,0 3-1,0 0 1,0 3 50,0-3 1,0 4 0,2-1 0,1-3 35,2 0 0,1-3 0,-3 2 0,4 2 93,1 1 0,-5 1 0,2-4 0,-4 2-37,-1 1 1,0 5-1,0-3 1,-1 0 58,-4 0 1,3 3 0,-4-3 0,1 0 49,0 0 0,1-2 0,4-4 0,0-1 120,0 1 0,6 3 0,2-2 0,2-3-4,-1 0 1,-4-5-1,3 3 1,-2 2-47,-3 0 1,4 5-1,-1-8 1,1 3-32,-1 1 0,4 1 0,-4-1 0,0-1-52,1-3 0,-1 3 0,-3-3 0,4 3-33,1 1 0,-5-6 1,2-1-1,-2-2 22,2 0 1,-4 0 0,4-5 0,-3 0 14,-2 0 0,0-1 1,0-2-1,0-2 9,0 2 0,0-5 0,0-1 0,0-4-21,0-1 1,-2 5-1,-1-1 1,-2-1-23,2-1 0,1-3 1,2 3-1,0-1-73,0-1 1,0 3 0,0-10 0,0 2-80,0 0 1,0-5 0,0 4 0,0-2-198,0-4 0,0-1 0,0-1 0,0-1 79,0 0 1,-1 1-1,-2-1 1,-2 0 96,2 1 1,1-1 0,0 1-1,-1-1 69,-2 0 1,1 2-15,4 4 1,0-4 0,0 3 0,0-3-123,0-2 0,1-1 0,2-2 0,4-3-1389,1-1 1,1-3 1553,6-4 0,-1 7 0,1 1 0</inkml:trace>
  <inkml:trace contextRef="#ctx0" brushRef="#br0">26918 8216 7344,'-15'-15'-407,"6"6"0,-1 1 1198,-1 1 1,3 3-758,-2 4 1,1 1-101,-6 4 0,6 4 1,1 9-1,1 1 191,4-1 0,1 4 0,2 1 1,-1 2-18,-4 4 1,4-3-1,-4 9 1,3 0-51,2 3 1,0 5 0,0 5-1,0 5-6,0 3 0,5 2 0,0 1 0,-2 2-22,-2 1 1,-1 0 0,0-4 0,0 1-42,0 3 1,0-1-1,-1 6 1,-2 0 101,-2-1 0,-5 4 0,6-4 0,-1 3 14,-2 2 1,6-3 0,-4 5-1,3-4-36,2 0 0,2 1 1,3 0-1,4-1-17,4-2 0,0-4 0,-2 2 1,0 2 63,5 4 1,-3-9 0,3 5 0,-5-5 75,0 1 1,2-1 0,0 7-1,-3 0-70,-6-5 1,3-4 0,-1-1 0,1 2 9,-1 2 0,4-1 0,-6-5 0,1-1 25,2-3 0,-4 3 0,5-5 0,-2 0-31,-3-3 1,4-3 0,-1-3-1,0-2-89,1-2 0,2-6 1,-2 0-1,-1-5-57,1-3 1,2-6 0,-2 1 0,-1-3 5,0-2 1,-1-4 0,-3 0-147,3 1 1,-4 1-399,4 3 0,-3-6 0,-4-1-24,-3-1 0,-3-1-300,-6-1-289,6-3 1171,1 4 0,33-76 0,-10 26 0,0 0 0</inkml:trace>
  <inkml:trace contextRef="#ctx0" brushRef="#br0">5697 9928 8118,'5'-15'0,"1"1"0,1 0-56,-1-1 1,0 3-1,-2 0 1,0 3 196,0-2 1,-1 3 0,0-2 1045,2-1-661,6 4 1,-8 1-330,7 6 0,-6 5 1,4 1-45,-1 2 1,-1 0 0,-3 3-141,2-1 1,5 0-1,-5 6 1,-1 1-22,3 2 0,-6 8 0,4 2 0,-3 10 46,-2 7 1,0 13 0,0 15 0,0-32-1,0 2 2,0 5 0,0 1 1,-3 6-1,-1 2 1,0 4-1,-1 0 0,-1 2 1,-1 0-158,0 1 0,0 0 0,0 3 0,-1 1 0,0 1 0,0-1 0,0 1 0,-1-1 184,0-2 1,-1-1 0,-2-3 0,0 0-1,1 1 1,1-1 0,-1-1 0,1 0 35,0 2 1,-1-1 0,1-8 0,1-2-1,2-2 1,1-3 0,1-4 0,1-1-12,-1 34 1,3-12 0,4-9 0,4-13-721,9-12 1,7-15 627,12-12 0,1-5 0,3-9 0,-3-6 0</inkml:trace>
  <inkml:trace contextRef="#ctx0" brushRef="#br0">7107 8791 8093,'8'-14'1838,"-2"-1"-996,-12 7-562,-2 8 0,0 4 1,3 5 42,3 2 0,2 2 0,0 2 0,0 1-30,0 3 0,2 3 0,1 9 0,2 4-121,-2 8 1,0 19 0,1 18 0,-2-34 0,0 2-57,0 6 0,0 3 0,-2 8 0,0 2 0,-2 8 1,-1 1-1,-1 4 0,-2 1-218,2-23 0,0 0 1,-1-1-1,-1 23 1,0-2-1,0 0 1,2-2-1,1-7 1,1-1-16,1-4 1,1-2-1,0 0 1,0-1 0,0-1-1,0-1 1,0 1 0,0 0 15,-1-1 1,2 0 0,1-1 0,1 1 0,-1-2-1,0 1 1,0 0 0,0 1 0,-1 0 1,-1 1 0,0-1 0,0-1 0,0 2 0,0 0 0,0-2 0,0-1 153,0-2 1,0 0-1,-2 2 1,-1 0-1,1-3 1,0-1-1,0-1 1,0-2-6,1-4 1,1-1 0,0-1 0,0-1 0,0 32 0,0-6-444,0-10 0,1-16 394,4-14 0,0-13 0,6-11 0,0-4 0,-1-1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11653 4014 26012,'15'-4'-827,"-1"-3"1,0 1 897,1-1 1,4-2 0,2 2 0,-1 1 101,1 0 0,6-4 0,1 5 0,5 2-246,4 1 0,-4-2 0,4-1 1,0 2-15,0 1 0,6 2 1,6 0-1,1 0-4,0 0 0,6 5 0,1 0 1,9-2 58,4-2 0,3-1 1,4 0-1,-35 0 1,1 0 39,3 0 1,2 0-1,5 0 1,1 0 0,7 0-1,0 0 1,1 0 0,1 0-47,1 0 0,3 0 1,6 0-1,4 0 1,-21 0-1,2 0 1,1 0-1,3 0 0,1 0 1,2 0 15,2 0 0,1 0 0,1 0 0,5 0 0,0 0 0,1 0 0,-1 0 0,0 0 0,1 0 1,4 0-1,0 0 0,2 0-8,-19 0 0,1 0 0,1 0 0,1 0 0,3 0 0,2 0 1,0 0-1,0 0 0,2 0 0,2 0 0,-1 0 0,0 0 1,1 0-1,1 0 0,-1 0 0,1 0 20,1 0 1,0 1-1,1-1 1,1-1 0,2 1-1,2-2 1,-1 1 0,2 0-1,-15 0 1,0 0 0,1 0-1,0 0 1,0 0 0,2 0-1,0 0 1,1 1 0,-1-1-1,1 1 7,0-1 1,1 0-1,-1 1 1,1 0-1,0 0 1,2 1-1,0 0 1,0 0 0,0 1-1,0-1 1,-1 1-1,0 0 1,-1 0-1,0 0 1,1 0 0,1 0-1,1 1 1,0-1-1,0 1 1,0 0-6,1-1 0,0 1 0,1 0 0,-1 0 0,1 0 0,0 2 0,0-1 0,1 2 0,-1-1 0,0 1 0,2-1 0,-1 1 0,1 0 0,-1-1 0,0 2 0,-1-1 0,-1 0 0,0 0 0,0 1 0,1-1 8,-1 1 0,0 0 0,0 0 0,0 0 0,0 1 0,0-1 0</inkml:trace>
  <inkml:trace contextRef="#ctx0" brushRef="#br0">19595 3597 8046,'-15'-8'0,"1"2"-457,0-1 0,-1 6 0,1-6 1,-1 2 485,1 1 0,-5-3 0,0 4 0,1-2-22,2 2 1,2 2 0,-1 1 0,1 0-25,-1 0 0,1 0 0,0 0 0,-1 0-8,1 0 0,0 0 1,-1 0-1,1 1 71,-1 4 0,1-4 0,0 4 1,-1-3 45,1-2 1,-5 0 0,-1 0 0,1 0 39,-1 0 1,2 0 0,-6 0 0,-2 0 76,-1 0 0,0 0 1,1 0-1,4-2-40,1-3 0,-3 4 1,4-4-1,-1 4 48,0 1 1,2-2-1,4-1 567,1-2-438,0 0 0,7 5 1,9 0-265,11 0 0,14 0 0,13 0 1,6 0-17,7 0 1,16 0 0,11 0 0,-34 0 0,2-1-77,6-2 1,2 1 0,10-1 0,2-1 0,11-1 0,2 1 0,-21 2-1,1 0 1,1 1-200,5 0 1,1 1 0,1-1 0,4 1-1,1 0 1,0 0 0,-1 1 0,0-1-1,0 1 1,-2 0 0,0 1 0,-1 0 24,-1 0 1,-2 1 0,0 1 0,-3 2 0,-1 0 0,-1 0 0,-5 0 0,-1 0 0,-1-1 0,20 3 0,-2-1-540,-4-1 1,-2-1 722,-5 0 0,-1 0 0,0-1 0,0 0 0,-3-2 0,-1 0 0,1-1 0,-1 0 0</inkml:trace>
  <inkml:trace contextRef="#ctx0" brushRef="#br0">16415 3597 8472,'-16'0'0,"-3"0"-268,-5 0 1,3-2 0,2-1 0,3-2 744,2 2 0,-1 2 1067,1 1-380,6-7-893,2 6 0,14-6 0,6 6 0,10-3 0,8 0 211,6 0 0,10 3 0,8-1 1,10-1-292,10-2 0,-31 0 1,2 1-1,3 1 1,2 1-1,5 0 1,1-1-124,5 0 0,2 0 0,6 2 0,2 0 0,4-1 0,1-1 0,0 2 0,0-1-146,-1 0 0,-2-1 0,-7 3 0,-1-1 0,-6-2 1,-1 1-1,-5 1 0,-1 2-6,-5 1 0,-2 1 1,21-2-1,-15 4 52,-15-3-9,-20 4 0,-12-4 0,-15 4 0,-4-1-308,-1 0 1,-2 4 0,-2-4 0,-1 0-586,1 1 0,2-3 0,2 7-492,0 1 0,6-3 1426,3 2 0,-3-1 0,0 6 0</inkml:trace>
  <inkml:trace contextRef="#ctx0" brushRef="#br0">12531 3755 8415,'-23'-8'-380,"-2"-4"0,4 4 160,-1 0 1,-2-4 0,-4 6 0,3 0 213,1-1 0,0-2 1,-5 4-1,0 0 80,1-1 1,4 4 0,1-3-1,2 4 109,4 1 1,-1 0-1,1 0 186,-2 0 1,4 0 73,6 0-292,5 0 0,9 0 0,11 0 3,5 0 1,3 0-1,6 0 1,5-2 99,9-3 0,7 4 0,9-6 0,6 2-128,4 1 1,2-3 0,-29 6 0,1-1 0,2-1 0,0 0-82,3-1 1,0 0 0,6 1 0,2 1 0,1-2 0,0 0 0,3 0 0,0 0-95,2 0 0,0 0 1,-4 0-1,-1 0 0,-1-2 1,-1 1-1,-1 0 1,-1 0 27,-2-1 0,0 1 1,-3 1-1,0 2 1,-3-1-1,0 1 1,-2 1-1,-1 0-271,32 1 0,-8 0 1,-11 3-1,-3 7 292,-6 9 0,-3 2 0,-6 3 0,-4 1 0,-4 3 0</inkml:trace>
  <inkml:trace contextRef="#ctx0" brushRef="#br0">14818 15683 8320,'-14'0'0,"-1"0"307,1 0 0,1 2 41,4 3 1,10-4 0,14 4-1,10-3 30,12-2 1,9 0 0,18-2 0,8-3-148,8-4 1,-32 4 0,2 0 0,3-1 0,1-1 0,4-1-1,2-1-67,5-2 0,0 1 1,-1 2-1,-1 0 1,2-1-1,-2 2 1,-4 2-1,-3 0-105,-3 2 1,-3 0 0,-6 0 0,-2 1 0,27 4 0,-18 2 20,-21 6 0,-14 8 0,-19 2 0,-6 3-61,-11 2 1,-13 3 0,-10-1 0,-9-2 348,-3-1 1,-5-6 0,0 1 0,-4-3 142,-2-2 1,5-4 0,-3-2 0,1-2-238,-5-2 0,4-3 0,2-1 0,3-1-49,1-4 0,1-3 1,1-7-1,3 1-137,5 0 1,10 4 0,4 0 0,4-1-108,1-2 1,8 4-482,7-1 0,14 7 0,14-3 0,10 1-486,8 0 1,11 0 0,12 5 0,6 0 271,6 0 0,5 0 0,3 0 0,3 0 64,2 0 1,2 0 576,-42 1 1,6-2-1,11-2 1,8-1-1,1-1 1,6-1-1,-1 1 1,1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18803 6604 18562,'-14'-13'-5253,"0"2"5189,-1 2 0,-1 5 0,-3 0 1,-3 2 307,-1 2 0,-4 0 0,2 0 0,-6 0-51,-2 0 0,-7 0 0,3 0 0,-1 2 0,-1 2 1,6-2-1,-4 3 1,2-2-50,3 2 0,3-4 0,5 4 0,5-3 99,3-2-302,8 6 0,8-4 0,9 3 0,4-4 201,2-1 1,5 0 0,4 0 0,3 0-21,2 0 0,6 0 0,5-1 0,5-3-14,3 0 0,8-8 0,2 3 0,6-4 6,1-1 1,4-2 0,-7-2 0,-1-1-19,-2 1 0,-9 2 0,-9 4 0,-10 2 0,-23-1 0,-20 6 0,-13 3-60,-12 6 1,-13 4 0,-7 8-1,-10 3-71,-8 5 0,1 3 1,36-13-1,-1 1 109,-34 13 0,28-2 0,-1 3 0,-2 1 1,0 1-1</inkml:trace>
  <inkml:trace contextRef="#ctx0" brushRef="#br0">24731 7611 14516,'9'0'-767,"1"0"1,1 0 711,2 0 0,8-1 0,6-2 1,10-2 218,11 2 1,12-4 0,9 1 0,8-1-153,-35 4 1,2 0-1,3-2 1,0 0-1,5 2 1,0 0-1,1 0 1,0 0-149,-1 0 1,0-1-1,-2-1 1,0 1-1,-2 1 1,-1 1 140,-4 1 0,0-1 1,6-5-1,1-1 0,-2 0 1,0 0-1</inkml:trace>
  <inkml:trace contextRef="#ctx0" brushRef="#br0">30385 5079 14322,'-31'2'0,"-1"1"-510,-1 2 0,4-1 0,5-4 0,0 0 466,2 0 1,-5 0 0,4 0 0,1 0-322,3 0 0,-2 0 0,2-1 0,1-2 119,2-2 1,2 0 151,-1 5 202,1 0 1,8 0 4,6 0 1,8 0 0,11 0-1,6 0-41,7 0 1,5 0 0,8 0-1,4 0-87,9 0 1,1-2-1,10-1 1,4-2-41,7 2 0,-37 0 0,1 0 0,2 0 1,0 1-1,4 0 0,1 1 18,3 0 0,1 0 0,4 1 0,2 0 0,0 1 0,1 0 0,-1 1 0,1 1-64,-2 1 0,0 1 1,-3 1-1,1 1 0,-1 0 1,-1 0-1,0 1 1,-1-1 99,-2 0 1,1 0 0,0 0 0,-1 1 0,-7-1-1,-1 2 1,0-1 0,-1 1 46,0 1 0,0-1 0,1 2 0,0-1 0,-2-1 0,0 0 0,-2 1 0,-2 1 107,36 11 1,-4-3-1,-4 5 1,-7 2-32,-5 1 0,-6 3 0,-5 2 1,-1 3-107,0 2 0,-2 1 0,-1 6 0,-3-1-27,-2 0 1,4 0-1,-4 2 1,0 1-74,0 2 1,-1 2 0,-7-2-1,-2 6 20,-1 7 0,-8 6 0,0 8 1,-6 5 65,-6-38 1,-2 1-1,1-1 1,-1 1-1,-1 5 1,-2 1-1,1 2 1,0 0 28,0 3 0,0 1 0,0-1 0,0 1 1,0 0-1,0 0 0,0 1 0,0 0 9,1 1 0,-2-1 1,-1 4-1,-1 0 0,1 0 1,0 0-1,0 0 0,0-1 19,1-1 0,1 0 1,0 3-1,0 0 0,0 2 1,1 0-1,1 2 0,0 1-6,0 1 1,0 0-1,1 1 1,-1 0 0,-1-1-1,-2 1 1,1 1-1,0 1-169,0 0 0,0 2 1,0 4-1,0 2 1,0-2-1,0 1 1,0-1-1,0 0 99,0 0 1,0 0 0,0-1 0,0 2 0,0 2 0,0 1 0,0 0 0,0 0 9,0 0 1,0-1 0,2-4-1,1 0 1,0-5 0,-1-1 0,0 1-1,-1 1 10,0-1 1,0 2-1,-1 4 1,0 0-1,0-1 1,0 0 0,0-3-1,0 0 45,0-3 1,0 1 0,-1 3 0,0 0 0,-1-1-1,-1 1 1,-1 1 0,-1 1-16,-1 0 1,-1 0-1,-1-3 1,0 0-1,-1-2 1,0-1-1,0 1 1,-1 1-19,1 0 1,0 0-1,-1 0 1,0 0 0,-1-2-1,1 0 1,0-3 0,-1-1 0,1-1 0,-1-2 1,2-5-1,-1 0 1,2 0-1,0 1 1,0-3-1,-1 0-49,-1-3 1,0 0 0,2-2-1,0-1 1,2-5 0,0-2-1,-2 2 1,0-1 38,0 0 1,0 0 0,0 0 0,0-1 0,-7 38 0,1-7 47,0-4 0,-6-3 0,0 1 1,-1-5-4,0-3 0,2-3 0,4-2 0,-1-2 295,-3-3 0,3-1 0,-3-6 0,3-4-216,2-4 1,-1-9 0,3-2 0,0-3 185,3-2 0,6-2 0,-2-2 1,3 1-314,2-1 1,0 1-1,0-1-41,0 0 0,5 1 0,1-3 0,1 0-306,-1-3 0,-1-4 1,-3 3 279,2-2 0,-2 6 0,3-3 68,-4 4 0,4 1 0,0 1 0,0-1 52,1 1 1,-4-1 0,3 0-140,-4 1 1,-1-1-1,0 1 1,-1-1 96,-4 0 1,-3-4-1,-8-1 1,-5 3 66,-8 0 0,-6 3 0,-8-1 0,-2 1-11,-3-1 1,-8 5-1,-6 0 1,1-1 5,2-2 1,1-2 0,1-1 0,3-2-279,6-1 1,11-7-768,22 2 991,30-16 1,20-15 0,18-14-1,9-6 1,-1 1 0,-7 4 0,1 0-1,0 0 1,0 0 0,-1 0 0</inkml:trace>
  <inkml:trace contextRef="#ctx0" brushRef="#br0">25436 7669 8114,'-15'0'132,"1"-2"27,0-2 1,-1 2 0,1-3 0,-2 2-45,-3-2 0,-5 4 0,-10-4 16,-4 3 1,-4 2 0,-3 0 0,-3 0 0,-3 0 42,0 0 0,-3 0 0,6 0 0,1 0 9,3 0 1,9 5-1,6 0-166,8-2 1,7 0 0,4 2-144,5 5 0,12-4 0,5-1 0,8-2 20,2 2 0,7-4 0,6 4 0,2-3-10,3-2 0,3 0 0,5 0 0,5 0-11,2 0 0,5-5 0,0-1 0,6-1-26,4 1 0,-3-1 1,5 4-1,-8-2 51,-5 2 1,-9-3 0,-8 1 217,-12 2 0,-16 1 0,-15 1 70,-12-4 0,-3 3 0,-10-3 0,-2 4 117,-4 1 0,-10 0 1,0 0-1,-6 0-104,-3 0 0,-1 1 0,-6 3 0,-1 2-39,-3 2 0,2-3 1,-2 3-1,3 0-18,1 0 0,1-3 0,2 3 0,8-2 46,8-3 1,9-1-206,6-2 0,11 0 0,15 0 1,10 0-186,11 0 0,10 0 0,7 0 0,7-2-177,5-3 1,11 2 0,4-5 0,5 2-95,5 3 1,-4-4 0,4 2 0,-4 1 191,-1-3 0,-11 6 0,-7-6 0,-7 2-11,-10 1 1,-18-8-1,-11 4 192,-10 0 1,-14 0 0,-13 5-1,-7-2 817,-6 2 1,-1 2 0,0 1 0,0 0-60,-1 0 0,1 0 0,0 0 0,-2 0-362,-3 0 0,5 0 1,-2 0-1,5 1-153,0 4 0,1-3 0,0 4 0,6-1-336,2 0 0,9 1 1,3-3-772,3 2 1,9 5 230,7-6 0,8 3 0,10-4 0,3 2 733,1-2 0,23-25 0,11-12 0,6-2 0,0 0 0</inkml:trace>
  <inkml:trace contextRef="#ctx0" brushRef="#br0">18401 6518 8454,'14'-13'-377,"0"3"1,1-2-1,-1 4 1,2-2 447,3 1 0,4 4 0,5-3 0,1 0 101,0 0 0,6 3 0,4-3 0,0 2-216,0 2 0,-4 3 1,-6 1 68,0 0 0,-10 1 133,-10 4 0,-15 2 0,-20 4 0,-6-2 0,-8 3 147,-6 0 1,-3 3 0,-7-1 0,1 0 30,1 1 1,1-1 0,12 1 0,2-3-300,6-2 0,4 1 1,6-4-38,9 1 0,41-29 0,34-24 0,3-1 0,3 0 0,-1 0 0,1 0 0</inkml:trace>
  <inkml:trace contextRef="#ctx0" brushRef="#br0">26011 11036 8233,'-27'0'-2,"3"0"0,-2-5 0,6 0 0,-1 2 300,0 1 0,7 2-113,4 0 1,9 0 0,1 0-1,8 0-101,4 0 1,9 0 0,3 0 0,5 0-2,4 0 0,4 0 0,8 0 0,3 0-27,5 0 1,3 0 0,1 0-1,1 0-34,-1 0 0,4 0 0,-3 0 0,-7 0 97,-5 0 0,-14 0 48,-3 0 1,-20 0 0,-10 0 0,-18 0 105,-12 0 0,-9 2 0,2 1 0,-4 2-365,-1-2 0,5 0 1,1 1 91,2 0 0,21 8 0,9-4 0</inkml:trace>
  <inkml:trace contextRef="#ctx0" brushRef="#br0">19739 9539 8227,'-15'0'-51,"1"-6"374,-1-4 1,6 4 2327,-1 1-2320,7 4 1,5 1 0,14 0 0,11 0-79,10 0 1,17-2 0,11-3-1,12-4-211,-34 2 1,0 1-1,4-1 1,1-1-1,-3 1 1,1 0 0,-1 0-1,-1 1-208,1 1 0,-2 1 0,28-3 206,-14 7 1,-34 2 0,-35 4 0,-23 7 231,-19 5 1,-12 1 0,-10-3 0,35-8 0,0 1-238,-1 1 1,-1 0-1,1 2 1,0 0-1,1-3 1,2 1 0,-32 7-1574,12-1 1538,8-1 0,21-1 0,3 0 0</inkml:trace>
  <inkml:trace contextRef="#ctx0" brushRef="#br0">27450 14532 18038,'29'-1'0,"1"-3"536,4 0 1,9-1 0,11 3-1,7-1-527,6-2 1,10-4 0,3 2 0,-2 1-252,-6-1 0,-13 3 0,-14 4 1,-10 0-682,-11 0 952,-13 6 0,-51 1 0,-29 0 0,-2 5 0,-1-1 0</inkml:trace>
  <inkml:trace contextRef="#ctx0" brushRef="#br0">21120 13597 8390,'27'8'0,"13"-20"0,8-8 0,9-4 0,1 0 0</inkml:trace>
  <inkml:trace contextRef="#ctx0" brushRef="#br0">21235 13698 8329,'69'-8'52,"1"-5"0,7-3-52,-39 10 0,7-1 0,6-3 0,11-4 0,8-2 0,2 0 0,-1 0 0,8 0 0,0 0 0,1 0 0,-1 0 0,0 0 0</inkml:trace>
  <inkml:trace contextRef="#ctx0" brushRef="#br0">28443 17669 8984,'-15'0'1324,"7"-2"-1032,3-3 0,7-1 0,8-4 0,10 4 158,11 0 0,14 2 0,12-5 1,10-1-635,8 2 1,-32 4 0,2 2 0,5 2 0,1 1 183,1 1 0,5 1 0,2 3 0,6 1 0,1 1 0,4 2 0,1 0 0,-1 0 0</inkml:trace>
  <inkml:trace contextRef="#ctx0" brushRef="#br0">22673 16604 8319,'2'8'707,"4"-3"-303,9-4 1,26-1 0,28 0 0,-21 0 0,3 0-405,12 1 0,7-2 0,0 0 0,6-2 0,2 1 0,-13 0 0,0 0 0,0 0 0,0 0 0</inkml:trace>
  <inkml:trace contextRef="#ctx0" brushRef="#br0">25177 7597 7975,'-15'0'-134,"1"0"-56,0 0 0,-1 5 1,1 0 100,-1-2 0,1-2 0,0-1 0,-1 0 129,1 0 1,0 5 0,-1 0 30,1-2 1,-1-1 0,1-2-1,0 1 1,-1 3 205,1 0 1,4 1-1,1-5 576,-3 0-654,6 0 1,1 0-1,10-1-175,5-4 0,2 3 0,4-4 0,4 1-35,4 0 1,3-1 0,2 3-1,-1-2-103,1 2 0,5-4 1,-1 2-1,-1 2 44,-1 2 1,-3-4 0,1 0-1,0 2 85,0 1 0,-7 1 184,-3-4 1,-11 5-30,-8 0 1,-8 0 0,-9 6-1,-4-1-113,-2 0 1,-1 4-1,-6-4 1,-2 0-1,-1 1 1,-1-4 0,5 4 0,0-1 59,1 0 1,-1 0-1,0-5 1,2 0 74,3 0 1,3 1-366,7 4 119,6-3 1,9 3-1,14-9 1,7 0-108,5 0 1,2-2-1,2 1 1,0 0-7,3-1 0,6 3 1,-3-5-1,0 1 167,-4 4 1,-3-3 0,-1-1 0,-2 1 187,-3 0 1,-3-1 0,-6 4 281,-1-2 1,-8 0-255,-6 5 1,-6 0 0,-8 0 0,-2 2-157,-4 3 0,-2-2 1,-7 5-1,0 0 11,1 0 0,1-3 1,1 3-1,2-2 40,-2-3 1,4 4-1,0-2 1,-1-1 32,1 3 0,4-6 1,-1 4 175,3-3-476,2-2 0,7 0 1,7 0-117,8 0 1,7 0 0,2 0 0,4-2-154,1-3 0,2 4 0,7-6 0,1 3 201,1-1 1,1-5 0,-5 5 0,-1 1 109,1-3 1,-5 6-1,-1-4 1,-3 2 351,-2-2 1,-2 3 0,-3-4 172,-4-1 1,-4 6 0,-10-4-182,-4 3 0,-4 2 0,-1 0 0,-2 0-113,-4 0 1,3 0-1,-6 2 1,3 1-79,2 2 1,1 1 0,-1-2 0,-1 0-71,1 0 1,2-1 0,2 0-35,-1 2 1,1 0-1,0-4 32,-1 4 1,6-3 66,-1 2-141,7-2 1,-2-2-132,10 0 1,3 0-109,6 0 0,1 0 23,-1 0 1,0 0 221,1 0 1,-6 0 162,1 0 110,-7 0 73,10 0 94,-11 0-36,4 0-311,-6 0-696,0 0 99,0 6 57,0-4 265,0 4 1,2-6-300,2 0 25,-2 0 1,9 2-435,-6 3 991,0-4 0,14-13 0,5-12 0</inkml:trace>
  <inkml:trace contextRef="#ctx0" brushRef="#br0">25148 7597 7499,'-14'0'-1056,"4"0"1192,0 0 0,6 0 1054,-6 0-280,7 0 394,-4 0-102,7-6-730,7 4 0,-6-6 81,4 3-395,-3 4-280,-2-6-623,0 7-1337,0 0 1021,6 0 1061,-4 0 0,55-32 0,7-8 0</inkml:trace>
  <inkml:trace contextRef="#ctx0" brushRef="#br0">18559 6647 8341,'-15'8'-736,"1"-3"0,4-3 915,1-2 0,4 0 17,-5 0 0,6 0-41,-6 0 1,7-2-1,-3-1 353,-1-2-58,6 0-329,-6 5 1,7-1-29,0-4-32,0 3 1,2-4 0,1 4 0,3-1-5,2-2 1,-3 1-74,5 4 1,-2-2 0,3-1 0,-2-2-22,3 2 1,-4 1 0,1 2-99,2 0 1,-3-5 17,2 1 101,0-1 0,-1 3 18,1-3 1,-9 4 0,-1-4 6,-8 3 0,0 4 0,-1 1 0,-2 2 27,-2-2 1,-2 4 0,1-3 0,0 0 13,-1-3 0,1 4 1,0 0-1,-1-2 14,1-1 0,-1-2 0,3 1 0,0 2 67,3 2 1,4 0-106,-5-5 1,7-2 0,0-1-116,6-2 1,7-4 0,7 2 0,4-1-20,2-3 1,-1 3 0,3 0-1,-1 0 27,2 0 0,1 3 0,0-3 0,-3 0 96,-4 0 1,-4 5 0,-2-2 0,0 4 160,1 1 1,-6-5 14,1 0 1,-9 0 0,-1 5-78,-8 0 0,-6 5 0,-3 0 1,-4 0-10,-2 1 0,4-4 1,-3 4-1,-1-1 12,1 0 0,0 4 1,-4-4-1,4 0 3,1 1 1,-3-4 0,5 3 0,1-2-17,2 2 0,2-4-158,-1 4-38,1-3 0,8-2 0,6 0 3,8 0 1,9-2 0,2-1 0,1-3-9,0-2 1,-2 3 0,6-3 0,0 1 67,-2 4 1,4-3-1,-5-1 1,-1 1 35,1 0 1,3-1 0,-5 4 0,-1-2 56,-2 2 0,-6 1 1,-1 2 410,2 0-396,-4 0 0,-3 0 0,-8 0 90,-6 0 1,-3 0 0,-3 0-1,-1 2-131,-2 3 0,-2-2 0,3 5 0,-3-2 56,-1-2 1,4 2 0,-1-1 0,2 0-40,-3 1 0,8-3 0,-6 5 49,1-1 0,-1-1-41,4-1-110,6-4 1,3 6-1,10-7 1,4 0-54,4 0 1,8-5-1,1-1 1,2-2-45,0-4 0,0 4 0,5 0 0,0 0 34,-1 0 0,1 4 0,-2-6 1,-1 0 54,-2 2 1,-7-3 0,3 6-1,-4 1 311,-2-3-60,0 6 0,-7-6 0,-7 7-153,-8 0 1,-7 0 0,-4 2 0,-5 3 30,-3 4 1,-2-1 0,1 2 0,-1-1 64,0-1 0,0 5 0,0-5 0,2 2 122,3-1 1,-3-4 0,5 3 0,-2-1 51,0-4 1,6-2 0,-1-1 372,3 0-503,2 0 0,6-1 0,4-4-204,8-5 0,4 2 0,6 0-111,0 2 1,2-4 0,2 4 0,3 0 0,0-2-107,-1 0 0,6 3 0,-2-3 1,3 0 50,2 0 1,-5 5 0,-2-4 0,1 3 117,-1-1 0,-4-2 0,1 4 408,-3-2-92,-2 1 0,-8 4 1,-6 0-96,-8 0 1,-11 6-1,-3 2 1,-2 2-52,0-1 1,0-1 0,-5 3 0,0-1-5,1 1 0,0 0 1,3 0-1,3-3 11,1-1 0,0 2 0,3-2-18,-1 1-115,0-5 1,13 3-40,6-6 1,6-1 0,10-2 0,2-4-128,1-1 0,5 3 0,-3-3 0,1 0 22,3 0 0,1 4 1,-2-4-1,-3 1 33,0 4 1,-5-3 0,3 1 122,-3 2 0,-2-4 300,1 2-134,-7 1 0,-4 4 0,-8 0 0,-6 0-39,-3 0 1,-1 4 0,-1 1-168,1-2 0,0 4 0,-1-2-469,1-2 1,-1 3 158,1-1 0,4 0 0,2-4 220,2 4 1,0-3-643,1 3 0,3-2 785,-3 2 0,36 3 0,9 6 0</inkml:trace>
  <inkml:trace contextRef="#ctx0" brushRef="#br0">26198 10906 8048,'-9'0'8,"-1"0"1,0-1 151,2-4 0,0 3 0,5-4 748,-2-1-299,-6 6-720,10-6 0,-6 9 27,7 3 0,7 1 1,2 4-1,4-5-63,1-4 0,6 4 1,0 0-1,1-2 108,0-1 0,3-2 0,-3 0 0,0 0 118,-1 0 1,-1 0 0,-4 0-1,-1 0 950,1 0-663,-1-7 1,-9 6 0,-10-4 0,-13 5-95,-7 5 0,-15 1 0,-3 5 0,-2-1-98,0 1 1,-3 5-1,0 2 1,2-4-19,1-1 1,10 3 0,6-8-1,8 1-39,6 1 1,10-7 0,10 2-165,12-3 1,10-4 0,7-3-1,4-4-166,4-4 1,1 3 0,-2 1-1,-2-1 34,-6 2 1,3-5-1,-3 5 1,-2-1 4,-6-1 0,-11 5 178,-9-4 1,-11 5-1,-8 0 1,-10 2 397,-8 2 0,1 0 0,-4 2 1,1 1 17,1 2 0,1 4 1,6-4-1,4 0-695,1 1 1,-3 1 0,5 4-354,1-2 0,4 1 1,4 4 627,6 1 0,45-44 0,25-24 0,-21 18 0,0 0 0,1 0 0</inkml:trace>
  <inkml:trace contextRef="#ctx0" brushRef="#br0">19724 9611 8132,'-14'0'96,"-1"0"352,1 0 0,4 0-89,1 0 0,6-1-192,-2-4 0,5 3 0,5-2 3,4 2 0,4 2 0,3 0 0,2-2-77,1-2 1,8 2-1,0-3 1,5 4-36,0 1 0,3-2 0,0-1 0,1-2-21,-1 2 0,3 1 0,-3 1 0,0-3 41,1 0 0,-9-1 0,-8 5 0,-3 0 203,-2 0 1,-1-2-147,-3-3 0,-10 4 0,-10-4 0,-3 3-96,-1 2 1,-7 0 0,-3 2 0,-3 1 4,-2 2 0,-4 5 1,-1-4-1,2 0 17,2 1 1,1 2-1,0-2 1,0 1 41,1 3 0,0-3 0,4 2 0,5-1 7,3-1 0,2 3 0,1-4-205,4 1 1,4-5 44,10 2 1,3-4-1,8-1 1,3 0 41,5 0 1,-2-1 0,2-3 0,2-2-5,1-2 0,2 3 0,1-4 1,2-1 38,1 2 1,1-3 0,-7 5 0,-1-1 67,-2 1 1,-2-4 0,2 5-1,-5 1 167,-3-3 0,-1 6 0,-3-6 1043,-2 1-1020,-4 4 1,-12-4 0,-4 7 0,-4 3-184,-5 0 1,1 3 0,-6-2-1,-3 3-40,-5 0 0,2 4 0,-5-2 0,1 1-87,1-1 1,-6 3 0,4-6 4,-2 1 1,10 4-1,0-6 1,3 0-673,2 1 0,7-2-102,6-5 1,9-5-1,16-2 1,3 1-2230,5 0 3023,3-6 0,18-11 0,9-6 0,4-6 0,1-1 0</inkml:trace>
  <inkml:trace contextRef="#ctx0" brushRef="#br0">14243 16546 8126,'27'63'-104,"-1"-1"0,-3-1 129,3-2 0,0-3 0,1-2 0,0-2-25,3-3 0,14-23 0,8-4 0,3 0 0,-1-1 0</inkml:trace>
  <inkml:trace contextRef="#ctx0" brushRef="#br0">25436 7439 8582,'-21'-7'0,"5"6"0,-3-6 0,3 3-95,1-1 1,1 0 0,0 5 0,-1 0-280,1 0 1,-1 0 0,0 2 63,-5 2 1,9 0 0,-5 4 0,0 0 309,-1 0 0,-4-4 0,2 6 0,-4-1 47,1-1 1,-5 0-1,3-4 1,-3 2 31,-2 2 1,2-5-1,3 4 1,4-3 560,4 1 0,2 0-103,0-5 0,7 5 0,9 0-304,11-2 1,3-2 0,9-1 0,6 2-71,5 3 0,8-4 1,3 4-1,6-2-171,3 2 1,2-2 0,-1 5 0,2-1-89,4-4 0,-4 3 0,3-1 1,-4-2 208,-5-1 1,-10 3 0,-11 0 67,-7-2 0,-12-2 1,-13-1-1,-10 0 49,-7 0 1,-12 0 0,-11 0 0,-6 0-143,-7 0 0,-5 0 0,-2 0 1,-3 0 38,3 0 1,-1 0 0,0 0 0,-3 2 138,-1 3 0,10-4 0,4 4 0,10-3-48,7-2 1,5 5 0,5-1-127,5 0 1,11-3 0,8-1 0,10 0-209,7 0 0,12-1 0,9-3 1,6-2-431,4-2 0,9 3 1,10-3-1,2 0-33,-2 0 1,3 3-1,-2-3 1,2 0 285,2 0 1,-13 4 0,-8-4 0,-11 1 418,-11 4 0,-10-3 0,-17 1 183,-17 2 0,-12 1 0,-18 2 0,-4 0 203,-9 0 0,-4 2 1,-7 1-1,4 3-117,1 2 0,-5-3 0,3 3 0,-1 0-168,0 0 1,6-5 0,1 4 0,4-3 2,3 1 1,13 0 0,3-3-101,10 2 0,14-2 0,15 3-335,11-4 0,15-5 1,16-3-1,10 1-268,11-1 0,6-2 0,-30 6 0,2 1 0,2 0 0,0-1-22,1 0 0,1 0 0,-1 0 1,0-1-1,3 0 0,0-1 1,0 1-1,-1 1 171,-1 0 1,-1 0 0,34 0 0,-13-5 0,-16 0 621,-14 0 0,-18 5 1,-22-2-1,-14 2 2,-15-2 1,-16 3-1,-10-3 1,-7 4 517,-6 1 0,-6 0 0,-1 1 0,-2 3-218,39-2 1,-1 0 0,-38 5 0,0-4-1,2 3-101,3 2 1,1-4 0,6 2 0,7-1 607,13 0-1044,16-1 0,24-4 0,16 0 0,13 0-605,12 0 1,10 0-1,9-1 1,7-2-194,5-2 1,-2-2 0,5 4 0,3-3-3,6-2 0,-9 5 1,0-4-1,-8 2 384,-6 1 1,-5-1 296,-10 5 0,-24 0 0,-18 0 0,-19 0 518,-13 0 0,-4 1 0,-12 4 0,1 3 18,0 0 1,-2 5 0,-3-3 0,4 1-525,4-2 0,5 4 0,4-5 0,6 2-1748,2-1 1792,15 1 0,3 4 0,13 1 0</inkml:trace>
  <inkml:trace contextRef="#ctx0" brushRef="#br0">9409 6849 8359,'-19'-5'-279,"-1"0"1,3 0 29,1-1 1,1 4 1164,1-2 1,4 2-523,1 2 0,7 0-214,2 0 1,8 0 0,11 0-1,5 0 182,4 0 0,7 0 0,3 0 0,5 0-127,5 0 0,10 0 0,11 0 0,7 0-242,-33 0 1,1 0-1,7-1 1,3 0 0,5 0-1,2-1 1,2-1 0,2 0-208,2-1 0,0 0 0,2 2 0,0 1 0,2-2 1,2-1-1,-3 1 0,0 0 83,-2-2 0,-2 0 0,-5 1 0,-3 0 0,-8 0 0,-3 0 0,-4 0 0,-3 0-56,31-4 1,-7 5 0,-23-3 224,-9-1 1,-16 6 0,-17-4 0,-14 3 276,-12 2 1,-15 0 0,-12 2-1,-8 1-142,-10 2 0,31 0 1,-1-1-1,-4 0 1,1-1-1,0 0 1,0 0-93,1 0 0,0 1 0,1-1 0,0 0 0,-1-1 0,0-1 1,-1 2-1,0-1-8,0 0 1,-1-1 0,1 1 0,-1-1 0,3 1 0,0 0 0,0 0 0,1 0 24,1 0 1,1 0 0,-42-1 0,12-1 0,9 0 16,10 0 0,12 0 0,6 0-108,3 0 0,15 0 1,10 0-236,12 0 0,18 0 0,10 0 0,12 0 19,10 0 0,15 0 0,-29 0 0,2 0 1,3 0-1,2 0 3,1 0 0,2 0 0,2 0 0,2 0 0,-2 0 0,1 0 0,3 0 0,-1 0 27,2 0 0,0 0 0,4 0 1,0 0-1,-4 0 0,0 0 1,-5 0-1,-1 0 23,-5 0 0,-3 0 1,31 0-1,-19 0 173,-9 0 0,-26 2 0,-19 1 85,-18 2 1,-20 6 0,-7-3 0,-7 2-22,-3-1 1,-2 1 0,-5 4 0,3-1-154,2-3 0,3 1 72,7-6 0,6 3 0,4 1 0,2 7 0</inkml:trace>
  <inkml:trace contextRef="#ctx0" brushRef="#br0">10229 6964 8323,'-35'0'12,"-4"0"0,-1 0 150,2 0 1,4-2 0,10-2-1,5-4 644,3 0-538,2-5 0,6 5 0,5-5 100,6 3 1,11-2 0,10 2 0,7-3-35,7-1 1,4-1 0,15 3 0,7 0-217,5 3 1,-28 4-1,1 0 1,2-1 0,0-1-1,2 2 1,1-1-139,1 1 1,1 1 0,2 2 0,0 0 0,4 0-1,1 0 1,4 1 0,1 0-2283,5 1 0,-1 0 2302,-3 0 0,1 0 0,5-2 0,0-1 0,-3 1 0,-1-1 0,4 1 0</inkml:trace>
  <inkml:trace contextRef="#ctx0" brushRef="#br0">8373 18777 8320,'-14'0'-871,"-1"0"1,6 0 1167,-1 0 1,7-2-169,-2-3 1,5 2-1,5-5-65,4 2 1,-1-4 0,2 4 0,1-1 13,2 1 1,1-1 0,1 4 0,-1-2-8,0 2 1,6 0-1,0 0 1,1-2 4,0 2 1,5 1 0,-2 2 0,4-1 26,6-4 1,-2 3 0,6-2 0,2 2 14,2 2 0,6-5 0,1 0 1,2 1 27,4-3 0,1 6 0,3-4 0,2 3 6,1 2 1,8 0-1,1 0 1,4 0 0,0 0 1,0 0 0,0 0-1,5 2-136,-37 0 1,-1 1 0,35 5 0,-37-2 0,1 0 0,36 5-99,0-1 1,-7 4-1,3 6 1,-4-4-65,-10-5 1,-1 0 0,-12-6 0,-3-2-214,-3-1 0,-13-1 358,2 4 0,-10 3 0,2 6 0</inkml:trace>
  <inkml:trace contextRef="#ctx0" brushRef="#br0">17451 16964 19365,'-34'0'0,"1"0"102,1 0 1,0 0 0,0 0 0,-3 0 688,-2 0 0,5-5 0,0 0 1,5 0 60,3-1 0,6 3-743,-1-7 0,16 7 0,11-2 0,13 4 280,12 1 0,17 0 1,12 0-1,17 0-246,-34-1 1,2 2 0,8-1 0,2 1-1,8 1 1,3 1 0,4 1 0,1 2-12,4 0 1,1 0-1,-18 0 1,0 0 0,3 0-1,5 1 1,1 0-1,1 1-153,3 1 0,1 0 0,5 2 1,-14-1-1,4 1 0,3 1 1,1 1-1,-1-1 0,6 0 1,0 0-1,0 0 0,-1 0 0,1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10373 13079 10063,'-66'-7'0,"4"-2"189,3-4 0,12-1 0,7 1 546,8 3 1,16-1-526,21 6 0,11-4 0,19 4 1,12 2 1,13 1 1,22 2-1,-30 0 1,3 0-1,6 0 1,3 0-93,5 0 1,2 0 0,8 3 0,2 1-1,-21-2 1,0 2 0,3-1 0,5 2-1,1-1 1,3 2-401,6 0 0,3 0 0,1 1 0,-14-2 0,2 0 0,1 1 0,0 0 1,5 1-1,1 1 0,1 0 0,0-1 0,0 1 0,1 0 0,-1 0 1,1 0 279,2 1 0,0-1 0,1 1 0,-1-1 0,0 1 0,0-1 0</inkml:trace>
  <inkml:trace contextRef="#ctx0" brushRef="#br0">10243 12877 10427,'-22'8'-626,"-1"4"1,6-8-1,-2 0 453,1-3 1,-3-1 0,2 0 0,2 0 615,1 0 1,1 0 227,1 0 0,7 0-546,7 0 1,13 0-1,11 2 1,5 1-104,5 2 0,9 4 0,9-2 0,6-1-17,4 1 1,4 2-1,6-2 1,3-1-93,-35-3 1,1 0 0,1 3 0,1 0 0,5-2 0,2 1 0,-1 2 0,1 1-1205,-1 1 1,-1 1 1290,-3 0 0,1 2 0,3 4 0,5 3 0,0 0 0,1 2 0,1-1 0,-1 0 0</inkml:trace>
  <inkml:trace contextRef="#ctx0" brushRef="#br0">10272 13021 12090,'-29'0'0,"2"0"0,3 0 0,3 0-741,1 0 0,4 0 0,-4 0 640,4 0 0,2 0 0,0 0 299,-1 0 1,6-1 0,-1-4-197,-1-5 1,4 2-1,1-1-144,0-2 0,4 3-6,-3-2 0,5 7 101,5-2 0,1 5 1,7 3-1,0 2 15,3-2 0,8-1 0,2-2 0,6 0 115,6 0 1,7 0 0,6 0 0,8 0-35,5 0 0,5-5 0,7-1 0,-34 2 0,-1 1-42,4 0 1,0 0 0,0-2-1,0 0 1,2 2 0,0 1 0,-1 0-1,1 0-28,-2-2 1,-1 1 0,33 2 0,-8-6-1,-9 2-64,-9 1 0,-19-3 109,-12 2 1,-52-14 0,-23-8 0,-5-4 0,0 0 0</inkml:trace>
  <inkml:trace contextRef="#ctx0" brushRef="#br0">10445 13007 12100,'0'-8'-1618,"0"0"1,1 5 1866,4-2 0,5 0 0,7 5 0,6 0-86,4 0 0,5 0 0,14 0 0,7 0-51,9 0 0,15-1 0,-35-1 1,2 0-1,4-1 0,2 0-88,4-1 1,0 0-1,-1 0 1,0-2-1,4-1 1,-1 0-1,-1 0 1,-1 1-57,-2 1 1,0 1-1,-1-2 1,-1 0-1,-3 4 1,-2 0-1,-3-1 1,-2 1-217,29-5 1,-21 6 0,-12-6 0,-8 3-48,-9-1 0,-10-2 263,-4 3 0,-10 2 0,-4-3-76,-4 4 1,-1 1 0,-1 0-1,-1 0-75,-3 0 162,9 0 0,-28 6 0,6 2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3697 11021 17945,'-8'-6'-197,"3"0"0,12-4 0,7 5 1090,9 4 1,13-1 0,12-1 0,15-4-534,10-1 1,-25 7 0,3-1 0,8-1 0,2 0 0,7 0-1,3 1-306,8 0 0,0-1 0,3 1 0,0-1 0,-27 3 1,0 0-1,1 0 0,-1 1 0,0-1 0,-1 1-837,27 1 1,0 1 0,-3 0 0,-1 2 782,-4 2 0,-2 0 0,-3-2 0,-2-2 0,-8 0 0,-1 1 0</inkml:trace>
  <inkml:trace contextRef="#ctx0" brushRef="#br0">11034 10849 8170,'-9'0'102,"-1"0"1,2-2 0,-1-3 812,4-4 0,3 1-602,2-2 1,0 5 0,2-3-82,3 2 1,-2 0-1,7 2 1,1 0 73,1 0 0,3 3 0,1 1 1,1 0-4,3 0 0,5 0 0,-1 0 0,3 0-61,2 0 0,5 0 1,1 0-1,2 0-70,3 0 1,1-5 0,4 0-1,1 0-172,2-1 1,7 4-1,-3-4 1,1 0-452,-5-4 1,0 4-1,-11 1 1,-2 3 450,-6 2 0,-20 7 0,-10 1 0</inkml:trace>
  <inkml:trace contextRef="#ctx0" brushRef="#br0">20156 6129 7900,'-7'8'198,"6"0"1,-2-4 0,6 0 25,6 0 1,11 2 0,5-1-1,9-2-182,9-1 0,14 2 0,17 1 0,-32-3 0,2-1-459,5 0 0,1 0 372,-2 1 0,5-4 1,-1-10-1,7-8 0,3-2 1,0-1-1,3-1 0,0 0 1,0 0-1,1 0 0</inkml:trace>
  <inkml:trace contextRef="#ctx0" brushRef="#br0">11653 11108 8011,'0'-15'-194,"0"1"461,0 0 0,-1 1 1,-3 2 367,0 1 0,-1 5 69,5-4 0,0 7-245,0 2 0,0 8 1,1 11-1,3 7-125,0 6 1,1 9 0,-3 9 0,1 1-182,2 3 1,0 2-1,-5 0 1,0-3-66,0-5 0,0-5 1,0-4-1,1-8 46,4-5-29,-3-5 0,4-15 0,-6-6 18,0-8 1,0-5 0,-2-1 0,-1 0-165,-2-1 1,-6-1 0,3-1-1,-1-2-72,-1 1 0,0 2 0,-4 2 0,0-1-134,-1 1 0,-4 6 0,0 3 0,0 3 243,-2 2 0,5 2 1,-3 4-1,4 7 218,6 5 0,-2 7 0,4-1 0,1 2-203,-1-2 0,4 3 1,10-5-1,5 1-334,6-4 1,9-8 0,2-3 0,8-1 322,4-4 0,7-36 0,5-16 0,4-3 0,1 0 0</inkml:trace>
  <inkml:trace contextRef="#ctx0" brushRef="#br0">3596 11065 8021,'-22'-2'-77,"3"-1"1,1-4 106,-1-1 0,3 4 0,-3-4 0,3 0 277,2 0 0,-1 4 0,1-2 152,-1 0 1,6 4-97,-1-3 1,9 4-274,1 1 0,6 0 0,8 0 0,2 0 106,4 0 1,7 0 0,10 0 0,3 0-83,4 0 1,9 0 0,0 0 0,3 0-54,1 0 0,7 0 0,2 0 0,-2-2-91,-7-3 0,-7 4 1,-12-4-1,-6 3 172,-6 2 1,-13-5 0,-15 1 29,-11 0 0,-9 4 1,-13 5-1,-7 3-82,-4 0 0,-7 5 1,3-5-1,-1 2 40,-3-1 1,4-1 0,1 3 0,1-3-37,0-1 0,-7-1 0,4-3 0,2 2-114,6-2 0,1-1 1,8-2-1,4 0 101,5 0 0,5-2 147,11-2 1,4 2 0,10-3 0,6 4-260,7 1 1,1-5 0,8 0 0,5 2-34,3 1 1,5 2 0,6 0 0,2 0-233,-1 0 0,4 0 0,0 0 1,0 0-309,-3 0 1,-3 0-1,-4 2 1,-1 3-134,-1 4 0,-9 4 0,-1 3 0,-10 1 737,-8 3 0,-30-43 0,-13-18 0,-4-4 0,0 0 0</inkml:trace>
  <inkml:trace contextRef="#ctx0" brushRef="#br0">3769 11654 8120,'0'-14'-627,"0"4"25,0 1 0,0 4 614,0-5 1,0 6 52,0-6 0,0 5 323,0-4-226,0 6 0,0-5 1,-1 4-82,-4 0 0,3-3 0,-4 4-45,-1-2 1,6-1 0,-6 3 64,1-2 1,4-2 0,-4 4 121,0-2 1,4-1 253,-3 1 1,2 2 70,-2-7 1,2 2 724,-7-1-696,7-4 0,-3 13-330,6 0 1,0 13 0,0 11-1,1 5-70,4 4 1,-3 6-1,3 8 1,-4 8-285,-1 6 0,-1 4 0,-3 5 0,0-2-475,0-6 0,-2-4 0,1-7 0,2-7-268,1-4 1,2-9 0,0-2-1291,0-9 2140,0-10 0,0-36 0,0-14 0</inkml:trace>
  <inkml:trace contextRef="#ctx0" brushRef="#br0">3683 11957 7876,'0'-10'-669,"-2"0"709,-3-1 1,4 3 2052,-4-1-879,3-1-962,2 2 0,7 8 1,2 10-1,4 4-13,2 5 0,1-1 1,1 6-1,2 1-44,-1 3 0,3 0 1,-2 1-1,-2 0-641,-1 0 1,-1-1 0,-1 1-1,1 0-398,-1 0 1,-4-7 0,-2-3-1,-2-3-215,-3-1 0,-1-6 1059,-2 1 0,-13-52 0,-3-7 0</inkml:trace>
  <inkml:trace contextRef="#ctx0" brushRef="#br0">3697 12057 8682,'7'-14'895,"2"0"1,4-2-481,1-4 1,7-2-1,5-7 1,4 0-335,4 1 1,4-1-1,-3 0-370,2 0 1,1 2 0,5 2 0,-1 2 0,-2 2-2137,-2 4 2425,-6-6 0,-7-7 0,-2-7 0,0-5 0,-1 0 0</inkml:trace>
  <inkml:trace contextRef="#ctx0" brushRef="#br0">12214 6187 7984,'-14'0'0,"-1"0"20,1 0 1,0 2-1,-1 1 1,1 2 738,0-2 1,1 5-222,3 1 0,5-1 1,12 0-200,7-1 1,8-3-1,12-4 1,6 0-56,6 0 1,7-1 0,9-2 0,6-4-165,2-1 1,2 4-1,-2-4 1,-3 0-130,-4 0 1,-7 4 0,-7 0-1,-9 2-159,-8 2 0,-14 0 31,-18 0 0,-23 2 0,-12 1 188,-3 2 0,-2-1 0,-5-4 1,-1 2 96,-2 3 0,-5-4 0,3 4 0,-1-3 64,-3-2 1,-2 5-1,-2-1 1,3-1-219,2-1 1,5-2-1,9 2 1,7 1-1528,7 2 1533,11 6 0,44-37 0,23-17 0,3 2 0,0 1 0</inkml:trace>
  <inkml:trace contextRef="#ctx0" brushRef="#br0">9092 10949 20056,'-8'-9'-2300,"3"-1"1,4 5 4330,1-4 0,8 6 1,6-2-1,9 2-667,4-2 1,8 3 0,5-3-974,6 4 1,13 1 0,13 0 0,8 1-1,-37 1 1,1 1-1369,1 1 1,1 2 1023,-1 5 0,4-3 0,9-16 1,8-8-1,0-2 0,5 1 1,0 0-1,0 0 0</inkml:trace>
  <inkml:trace contextRef="#ctx0" brushRef="#br0">8776 11381 7901,'0'-14'186,"0"-1"0,0 6 978,0-1 109,0 1-886,6-6 0,-4 15 1,3 11-1,-4 13-252,-1 8 1,0 15 0,-1 2 0,-4 9-267,-5 4 0,-1 5 1,0-4-1,1-1-262,-1 2 1,3-13-1,0-3 1,0-13-60,0-9 0,5-10 0,-2-10 276,3-4 0,2-7 0,0-13 1,0-2 187,0-3 0,-4 1 0,-1-4 0,2 2 80,1-1 1,2-2 0,2-1 0,1 3 32,2 1 1,4 6 0,-2-1-1,-1 3 187,0 2 1,6 6 0,-3 3 0,4 3-13,1 2 0,1 0 0,-1 3 0,2 5-196,3 7 1,-1 4 0,4-1 0,1 2-206,-1 3 0,-3-4 0,4 3 0,-3-1-384,-2-3 0,-7-2 0,-1-2-946,1 0 1,-5 1 569,-1-1 1,-5-7 860,-5-7 0,-22-32 0,-11-15 0</inkml:trace>
  <inkml:trace contextRef="#ctx0" brushRef="#br0">8776 11784 8260,'8'-14'0,"-2"-2"0,-1-2 89,0-1 1,6-7-1,-1 2 1,4-3 113,5-2 0,2 1 0,4-1 0,-1 2-386,2 3 0,3 3 1,3 6 182,1 1 0,7-7 0,5-4 0,1-3 0,1 1 0</inkml:trace>
  <inkml:trace contextRef="#ctx0" brushRef="#br0">9394 11597 9396,'-6'-8'499,"4"2"0,-4 12 1,8 4-1,1 4-579,2 5 1,4-1 0,-2 6 0,-1 1-498,0 2 1,4 2 0,-4 0-1,1 0 577,-1 0 0,5 12 0,-3 4 0</inkml:trace>
  <inkml:trace contextRef="#ctx0" brushRef="#br0">9524 11583 8260,'-7'8'-50,"-2"-4"0,-4 0 1,-1 0-1,-1 6 502,1 3 1,-5 7 0,0 4 0,-1 4-505,0 0 0,2 8 1,-4 0-1,1 3-405,3-1 0,4-3 1,4 0-1,6-7 457,2-6 0,8-9 0,2-7 0</inkml:trace>
  <inkml:trace contextRef="#ctx0" brushRef="#br0">9797 11482 8189,'-14'0'1380,"4"0"-913,1 0 1,5 6 0,0 4-1,2 4-172,2 5 1,0 4-1,0 6 1,0 1-79,0 3 1,0-1 0,0 5 0,2-2-195,2-3 0,-2-3 0,4-3 0,-1-4-129,0-1 0,1-4-173,-1-7 186,-3-4 0,4-7 1,-6-4-36,0-5 1,-6 2-1,-4 0 1,-3 2-99,-1 3 1,0 1 0,-2 2 0,-2 0 132,-1 0 0,-2 7 0,4 1 0,-3 1 256,3 1 0,2 4 1,4 5-1,3-1-19,2-2 0,1-2 0,7 1 0,2-1-472,6 1 0,3-6 0,1-1 328,1-1 0,18-9 0,6-6 0</inkml:trace>
  <inkml:trace contextRef="#ctx0" brushRef="#br0">8085 11367 8214,'15'-16'0,"-1"-2"-236,0-1 0,-1 0 1,-2 4-1,-1 1 53,1 0 1,0-1 0,0 2 0,-3 2 333,-1 2-10,4 5 1,-9 4 0,1 12 0,-6 5 147,-7 7 1,2 10-1,-2 4 1,1 5 125,1 5 1,0 5 0,5 9 0,-2 6-268,2 2 0,2-28 1,2 1-1,0 1 1,3 1-1,0 2 0,3 0-143,1 2 0,1-2 1,2-2-1,2 0 0,4 0 1,1-1-1,3-3 0,2-2-5,-2-2 0,9-7 0,24-10 0,16-10 0,2-1 0,6-3 0,0 1 0,0-1 0</inkml:trace>
  <inkml:trace contextRef="#ctx0" brushRef="#br0">10171 11194 8099,'2'-14'92,"3"-1"0,-2 2 533,6 4 1,1 6 0,4 12-1,1 14 57,-1 12 0,-4 11 0,-2 17 0,-2 4-337,-3 3 0,-1 7 0,-5 1 1,-5 0-537,-7 1 0,4-38 0,-2-1 1,-11 35-1,-4-3-2073,-6-3 1,4-10 2263,-4-1 0,-22-20 0,-5-11 0</inkml:trace>
  <inkml:trace contextRef="#ctx0" brushRef="#br0">8258 12518 8265,'6'-15'-557,"-4"6"638,3-1 1,-4 5 347,-1-4 0,-1 6 36,-4-2 1,2 3-319,-7 2 1,7 2 0,-2 3 0,3 4-27,2 4 0,0 3 1,0 3-1,-1 5-89,-4 3 1,3 8 0,-4 4 0,1 2-65,0 3 0,-1 4 1,3-1-1,-2 0 86,2-2 1,1-9 0,2-2 0,0-4 17,0-1 0,8-11 0,5-4 0,6-3-32,4-3 1,7-1 0,10-9 0,8-3-83,9-4 0,9-4 0,12-1 0,-35 6 0,1 1-68,2 0 1,2 0 0,5-1-1,1 1 1,2 0 0,0 0 0,1 0-1,1 0-64,-1-1 0,0 1 0,-2 0 0,1 0 0,2 0 0,0 1 1,-1 0-1,1 1-1,-1 0 1,1 0-1,-4 3 1,-1-1-1,-2 0 1,0-2-1,-3 2 1,0 0-11,-2 1 1,1 1-1,1 0 1,1 0-1,-1 1 1,-1 0-1,0 0 1,0 0 60,-1 0 1,-1 0 0,1 0-1,1 0 1,-1 0 0,0 0-1,1 0 1,1 0 123,1 0 0,-1 0 0,-1 0 0,-1 0 0,0 0 0,1 0 0,-2 0 0,1-1 0,0-2 0,-1 1 0,-2 0 0,0 1 0,37-7 0,-3 1 115,-7 4 1,1-3 0,-11-1 0,-2-1 161,-4-3 1,-14 3 0,-1-2 0,-7-1 185,-4-1 1,-5-3 0,-4 1 0,-5-1 309,-4 1 0,1 0 0,-6-1-217,-2 1 1,-1-1 0,-2 1 0,1 0-131,4-1 1,-2 1 0,7-1-1,-1-1-237,-1-3 1,5 3 0,-3-4 0,4-1 24,5-3 1,-7-2 0,2 1 0,-1-1 18,0-4 0,1 1 0,0-5 1,-1 2-177,-3-1 0,1 2 0,-6-1 0,-1 5-440,3 3 383,-6 7 0,-33-36 0,-15-1 0</inkml:trace>
  <inkml:trace contextRef="#ctx0" brushRef="#br0">9697 13410 15522,'8'-7'2562,"-2"4"-2684,-6-6 1,0-1 190,0-4 1,0 4 0,0 0 310,0-1 1,0 3 137,0-1 0,2 1 254,2-2 0,-2 5-676,3 10 0,-4 8 0,-1 8 0,0 1-105,0 4 0,-5 6 0,-1 3 0,-2 0-291,-3 0 0,3 3 0,-2-2 1,1-1 73,1 0 0,-3-3 0,4-6 0,1-4 489,-1-1 0,-4-4 178,2-7 0,2-5 1,2-10-1,4-5-220,1-2 1,5-3 0,1-1 0,0-1 115,1-3 1,4-4 0,-1 5 0,2 2 200,3 1 0,-1 3 1,1 2-1,-1 3-455,0 1 1,1 2 0,-1 5 0,0 0-425,1 0 0,-1 7 0,1 2 0,-1 6-207,0 4 1,-4-1 0,0 4-1,1 0-601,2 1 0,-4-6 1,-1 4-1,0-2-1411,0 1 0,-3-3 2359,5-7 1,-7-4 0,3-6-1</inkml:trace>
  <inkml:trace contextRef="#ctx0" brushRef="#br0">9725 13554 15522,'15'-15'1990,"1"3"1,3 0-1251,5 3 0,6-1 0,9-4-690,9-1 0,-1-14 0,5-7 0,4-3 0,1-1 1</inkml:trace>
  <inkml:trace contextRef="#ctx0" brushRef="#br0">14128 10993 7967,'-5'14'-698,"-2"-1"88,-1-4 2952,5-2-1976,-3-7 0,7-2 1,4-1-1,5-2 42,3 2 0,7-3 0,4 1 0,5 2 69,5 1 1,3 0-1,7-1 1,6-2-54,7 2 1,4 2 0,9 1-1,2 0-735,-3 0 1,1 4 310,-7 1 0,-7-58 0,-31 17 0,-1 0 0</inkml:trace>
  <inkml:trace contextRef="#ctx0" brushRef="#br0">14444 11036 7895,'-9'0'-342,"-1"0"0,5 0 934,-4 0 0,4 0-194,-5 0 1,5-5 139,-4 0-375,6 0 1,-2 1-1,11-1-115,9 2 1,1 1 0,6 2-1,2-2-27,3-2 0,-1 2 0,7-3 0,-1 4-138,2 1 1,-2 4-1,5 3 1,-4-1-487,-6 1 0,0 4 0,-7-3 0,-4 1 603,-5 1 0,-56-20 0,-19 1 0</inkml:trace>
  <inkml:trace contextRef="#ctx0" brushRef="#br0">14415 10993 8054,'-6'8'361,"4"-2"0,-2-6 0,8 0 0,6-2-161,3-2 1,6 0-1,3-4 1,4 2-69,4 3 0,2-4 0,-1 3 0,1 0-47,1 3 1,6-4-1,-6 0 1,-1 2-243,-2 1 1,-7 2 0,-4 2 3,-3 3 0,-8 3 0,-5 5 0,-6-2 102,-7-2 0,-4-4 0,-4 3 0,-2 0 290,-3 0 1,-1-5-1,-4 2 1,-1-3 142,0-2 1,0 0 0,0 0-1,1 0 60,-1 0 0,-3 0 0,2 0 0,2-2 30,1-3 0,6 4 1,1-6-124,-1 1 0,6 3-387,1-7-196,6 7 1,10-3 0,2 7 0,6 2-51,3 2 1,3 2 0,1-4 0,4 3-98,2 2 1,1-3-1,3 3 1,-2 0-1120,-1 0 0,-1-3 1500,1 4 0,-4 1 0,-5 4 0</inkml:trace>
  <inkml:trace contextRef="#ctx0" brushRef="#br0">3424 12849 8163,'-23'0'0,"3"0"0,1-2 364,-1-3 1,6 2 0,6-7 193,2-1 0,2 3 1,9 0-275,5 2 0,9 0 0,5 2 0,5 0-105,4 0 0,6 3 0,9 1 0,4 0 8,4 0 0,3 1-187,4 4 0,-8-7 0,6-1 0,7 3 0,0-1 0</inkml:trace>
  <inkml:trace contextRef="#ctx0" brushRef="#br0">14459 11770 7819,'0'-15'-76,"0"6"0,0-1 503,0-1 0,0 3 0,0-2 255,0-1 1,0-2 0,0-1 420,0-1 1,0 1 374,0 0-1251,0 6 1,0 9 0,0 15 0,0 11 0,0 10-83,0 5 1,-2 6-1,-1 1 1,-4 1-424,-1-1 0,-1 1 0,-6-4 0,1 1-32,0-6 0,4-6 1,2-11-1,2-4 201,2-4 0,3-10 0,1-6 167,0-8 0,0-6 0,1-4 1,3-1 254,0 1 1,8-3 0,-3 2 0,4 2-101,1 1 0,1 3 0,-1 2 0,1 3-263,-1 1 0,-3 3 1,2 5-295,3 4 1,2 3-1,-4 6 1,0 2-220,1 3 1,-1-1 0,0 4 0,-1-1-329,-3-3 0,3 3 0,-5-2 0,0-2-1379,-4-1 2270,-2-1 0,-15-14 0,-3-2 0</inkml:trace>
  <inkml:trace contextRef="#ctx0" brushRef="#br0">14473 12115 7819,'5'-10'57,"1"1"1,2-4 234,3-5 1,2 2-1,3-4 1,3 0 1653,5 1-1946,10-6 0,4-17 0,8-14 0,3-3 0,-9 10 0,1 0 0,0-1 0,0 1 0</inkml:trace>
  <inkml:trace contextRef="#ctx0" brushRef="#br0">6963 14331 16020,'-14'0'-2315,"-1"0"2455,1 0 1,14 0 0,11 0 0,18 0 39,17 0 0,15-2 0,-21 1 0,3-1 1,6-1-1,1-1-141,7 0 1,3 0 0,11 2 0,3 0 0,-18-1 0,1 0 0,1 1 0,3-1-1,1 1 1,1 0-218,1 1 1,0 0-1,1 0 1,1 0 0,-1 1-1,1 0 1,1 0 0,0 0-1,0 1 1,1 0 0,0 1-1,1 0 115,1 1 1,1 0 0,-1 0 0,-3 2-1,-1 0 1,1 0 0,1 0 0,1 1 0,0 0-1,-2 1 1,-1 0 0,1 0-279,-2 1 0,0-1 0,0 1 341,-1-1 0,1 2 0,-1-1 0,-1 0 0,0 0 0,0 0 0,0 0 0</inkml:trace>
  <inkml:trace contextRef="#ctx0" brushRef="#br0">3712 10993 16728,'-15'0'-178,"1"0"-88,-1 0 1,6 0 0,-1 0 1235,-1 0 0,3 0 7,-2 0-596,7 0 0,14 4 1,13 1-118,5-2 1,10-1 0,4-2 0,9 0-163,9 0 1,5 0 0,9 0-1,5 0-218,-37 0 0,0 0 0,-1 0 0,-1 0 0,34 0 0,-7 0-114,-11 0 1,-14 0 374,-14 0 0,-21 0 0,-19 0 0,-15 0 29,-11 0 1,-6-2 0,-3-1 0,-4-2 16,-1 2 1,-5 2 0,-3 1 0,5 0-54,3 0 1,-2-2 0,3-1 0,2-2-84,4 2 0,-1 0 1,13-1-1,5 0-398,6 0 0,2 4-124,4 5 1,11 3-1,15 7 518,6-1 0,24-29 0,11-13 0,6-1 1,1 0-1</inkml:trace>
  <inkml:trace contextRef="#ctx0" brushRef="#br0">9740 16590 19304,'6'-8'2235,"-4"0"-2313,2 3 1,3 2 370,-2-7 1,4 5-240,-4-4 1,1 5 194,-1 0-48,-3 2 221,4 2-86,-6 0 1,-1 0 357,-4 0 386,3 0-944,-4 0 0,7 0 0,4 0 1,5 0-78,3 0 0,3 0 0,3 0 0,5 0-316,3 0 0,8 2 0,5 1 0,5 3 134,3 2 1,16-13 0,9-6-1,5 2 1,-1 1 0</inkml:trace>
  <inkml:trace contextRef="#ctx0" brushRef="#br0">14257 18187 7825,'-19'0'192,"0"0"1,3 0 310,11 0 0,19 0 0,20-2 1,9-1-14,10-2 0,6-4 0,15 2 0,5 1-388,-34 2 1,2 1 0,3 0 0,2 0 0,8 1 0,1 1 0,4-2-1,0 1-2718,3 0 1,1 1 2615,-1 3 0,7 1 0,-12-4 0,9 0 0,3-1 0,-1 1 0,6 0 0,0 1 0,0 0 0,0-1 0</inkml:trace>
  <inkml:trace contextRef="#ctx0" brushRef="#br0">3079 17525 8346,'0'-10'372,"0"1"1,3 5-1,6-2 1,12 1-74,10 0 1,8 1 0,17 2-1,18-1-153,-29 1 1,3-1-1,10 0 1,4 1-1,7 2 1,2 2-1,7 0 1,1 1-99,-23-1 1,1 2-1,1-1 1,2 1-1,2 0 1,0-1-1,4 1 1,0-1 0,2 0-231,1-1 1,2 0 0,0-1-1,2-1 1,0 1 0,1-2-1,1-1 1,1 0 0,0-1-1,4 0 1,0-2 0,2-1 0,-19 1-1,2 0 1,0-1 0,1 0 114,2-1 0,2 1 1,-1-1-1,0 0 0,-3-1 1,0 1-1,0-1 0,0 0 1,1 0-1,0 0 1,-1 0-1,1 0 0,-3 0 1,0 0-1,-1 0 0,0 0-1258,19-2 1,-1 1-1,-1 1 1325,-6 2 0,-2 0 0,1 2 0,-1 1 0,0 1 0,-2 1 0</inkml:trace>
  <inkml:trace contextRef="#ctx0" brushRef="#br0">28860 12288 8013,'-21'8'0,"-1"-4"0,-2-2-375,0-2 0,6 0 1,-1 0-1,3 0 1565,2 0-684,6 0 0,1 2 1,10 1-308,7 2 1,3-1 0,16-4 0,7-1 60,9-4 0,8 2 0,12-5 0,10 0-192,-33 4 0,1 0 0,5 0 0,2 0 0,0-2 0,2 1 1,5 0-1,1 2-1103,5-1 1,2 1 964,5 1 1,9-1-1,-13 1 1,7-1-1,4-1 1,1 1-1,-10-1 1,0 1-1,0 0 1,0 0 0,0 0-1</inkml:trace>
  <inkml:trace contextRef="#ctx0" brushRef="#br0">29219 13683 8041,'-12'-1'-27,"2"-4"0,4 2 134,6-7 0,1 5 0,4-3 0,5 2 4,2 3 1,4 1-1,2 0 1,3-1 29,1-2 1,2 1 0,5 4-6,0 0 1,4 0 0,4 0 0,3 0 0,5-2 0,0-3 1,9 4-1,0-4 1,1 3-142,1 2 0,-5 0 1,0 0-1,-2-1-65,-2-4 0,-9 3 1,-6-3-1,-6 4-225,-7 1 1,-5 6 0,-4 4 293,-5 3 0,-42-63 0,-11-15 0</inkml:trace>
  <inkml:trace contextRef="#ctx0" brushRef="#br0">32169 13770 8174,'-8'-15'148,"3"1"0,3-1 182,2 1 0,0 4 1,2 2-149,3 2 0,3 1 1,8 5-1,5 0-163,7 0 0,11 0 1,13 0-1,12 0-58,10 0 1,7 2 0,-35-1 0,0 1 0,2 1 0,1 0-65,3 1 0,0 0 0,3 0 0,0 0 43,4 1 1,2 0 0,-7-2 0,2-1-1,2-1 1,4-1 0,0 0 0,-1 0-1</inkml:trace>
  <inkml:trace contextRef="#ctx0" brushRef="#br0">9581 10849 8388,'-14'0'0,"0"0"0,-1 0-670,1 0 0,-1-5 0,1 0 501,0 2 0,4 1 1,1 2 167,-3 0 1,4 0 0,-1 0-3,6 0-19,-4 0 100,7 0 0,7 0 22,2 0 1,4 0-1,1 0-48,1 0 1,-1 0 0,0 0-1,1 0 18,-1 0 0,1-4 0,-1-1 0,2 2-60,3 1 1,2 2 0,5 0 0,-2 0-8,1 0 1,2-5 0,2 0 0,0 2 1,0 2 1,-1 1 0,3 0-1,1 0 1,1 0 1,1 0 0,-5 0 0,-2 1-26,-3 4 0,1-3 0,-5 2 0,-1-2-55,2-2 0,-5 0 0,4 0 0,-1 0-26,1 0 1,-1 0 0,-5 0 0,1 0-267,-1 0 366,0 0 0,1 6 0,-1 2 0</inkml:trace>
  <inkml:trace contextRef="#ctx0" brushRef="#br0">9912 10863 8011,'-27'0'-497,"3"0"1,-1 0 0,4 0-1,0 0 434,0 0 0,2 5 0,5 0 1,-1-2 84,1-2 1,0-1-1,-1 0 33,1 0 1,4 0-41,1 0 0,4 0 1,-3 2-22,1 3 1,3-4 1,5 11 0,4-8 7,5 0 1,2-1-1,4 0-11,4 2 1,-3 0 0,5-4 0,1 2 0,-1 2-17,4-2 1,1-1 0,2-2 0,0 0 3,-1 0 1,-4 0 0,0 0 0,0 0 19,-1 0 0,10 0 0,-2 0 0</inkml:trace>
  <inkml:trace contextRef="#ctx0" brushRef="#br0">9783 10863 8123,'14'0'0,"1"0"-700,-1 0 0,0 0 0,1 0 574,-1 0 0,1 0 208,-1 0 159,0 0-181,-6 0 1,-8 0 0,-9 0-15,-4 0 1,-6 0-1,-2 0 1,0 0 4,0 0 0,-4 0 0,1 0 1,-3 0-48,-2 0 1,0 0 0,0 0-1,1 0 3,-1 0 0,0 2 0,-1 1 0,-2 2 36,-2-2 1,5 0 0,5 0 0,0 4 27,2 1 1,-4-4 0,7 4 0,2-1 96,1-4 1,1 3 0,3 1 256,2 1-421,4-5 0,7 3 1,4-6-1,6 0-23,7 0 0,-1-4 0,7-3 1,2 1 17,1-1 1,2-2 0,1 4 0,2 0-21,2-1 1,4 4 0,-3-3 0,2 2 11,3-2 1,2 4 0,4-4-1,5 3-23,7 2 0,2 0 0,-2 0 0,-2 0-18,-3 0 1,6 0-1,-8 0 1,-5 0 20,-4 0 1,-10 0 0,1 0-1,-4 0-9,-5 0 0,-10 2-174,-9 3 79,-3-4 1,-4 6-35,-3-7 1,2 5 0,-6-1 166,-3 0 0,-39-16 0,-11-4 0</inkml:trace>
  <inkml:trace contextRef="#ctx0" brushRef="#br0">9481 10849 8459,'19'-2'-340,"0"-3"0,7 4 1,-1-6-1,6 3 84,2-1 0,9 0 0,1 5 0,10 0 286,7 0 1,1 0-1,6 0 1,2 0-51,1 0 1,-1 0-1,0 0 1,-2 0-75,-8 0 94,-6 0 0,-29-13 0,-5-3 0</inkml:trace>
  <inkml:trace contextRef="#ctx0" brushRef="#br0">9754 10921 8113,'-6'8'-727,"-2"-2"54,0 0 1,0-4 1062,3 3 143,3-4-379,-4-1 1,6-1-115,0-4 1,2 3-1,1-4-20,1 0 0,1 2-16,-5-5 1,-1 6 17,-4-2 1,2 3-7,-7 2 1,1 0 0,-6 0-42,1 0 1,4 0 0,1 0-7,-3 0 0,4 0 0,-1 0 37,-2 0 1,3 0 2,-2 0 0,7 2 94,-2 3 1,5-4 0,5 4 6,4-3 1,11-2 0,5 0 0,7 0-102,7 0 1,8 0 0,8 0-1,6 0-49,6 0 0,5-2 0,3-1 1,1-2-215,0 2 1,-1 1 0,-7 2 0,-10 0-69,-10 0 1,-8 0 321,-11 0 0,-13 7 0,-3 1 0</inkml:trace>
  <inkml:trace contextRef="#ctx0" brushRef="#br0">24990 9194 8084,'8'-14'-1665,"-3"-1"2000,-4 1 0,-1 0 0,2 1 0,1 2 285,2 1 0,0 0 0,-5-4 814,0 0-1249,0 6 1,0 9 0,0 12-1,0 8-41,0 6 1,0 0 0,0 11 0,0 2-164,0 2 1,0 0-1,0-4 1,0-4-124,0-4 1,1-1-1,2-2 1,2-3 57,-2-5 1,5-9-1,2-6 107,3-2 0,-4-8 0,1-4 0,1-4-103,2-6 0,3-2 1,1-5-1,3 1-142,-3 2 0,-1 7 0,-1-2 0,1 3 15,3 1 0,-8 2 0,3 4 1,-1 4 247,0 3 0,-4 4 1,-1 3-1,0 4 81,0 4 1,-4 6 0,2 1-1,-1-3-40,0-1 0,4-1 0,-4-1 0,0 0 84,1 1 0,2-7 1,8-4 28,3-2 0,-3-8 1,4-6-1,-3-4 3,2-3 1,-3-8 0,3 0 0,-3-5-441,-1 0 0,4-3 0,0 1 0,-1 2-323,-2 2 1,-3 1-1,-2 2 565,-2 3 0,1 10 0,4 7 0</inkml:trace>
  <inkml:trace contextRef="#ctx0" brushRef="#br0">25709 9453 8013,'-2'-8'1300,"-2"3"1,1 7-1052,-7 7 0,7 3 0,-2 12 0,3 3-319,2 5 0,-1 0 0,-2 5 0,-2-1 70,2 1 0,27 1 0,7 6 0</inkml:trace>
  <inkml:trace contextRef="#ctx0" brushRef="#br0">26054 9439 7932,'0'-15'601,"0"6"308,0-1 0,-4 5-778,-1-4 1,0 7-132,5 2 0,19 26 0,5 12 0</inkml:trace>
  <inkml:trace contextRef="#ctx0" brushRef="#br0">26428 9137 8073,'10'0'267,"0"0"1,-7 1-1,3 6 1,1 7 35,2 8 1,2 7 0,1 5 0,-3 4-575,2 4 1,2 6-1,2 1 1,-1 1-1585,0-1 1855,-6-7 0,37-20 0,3-9 0</inkml:trace>
  <inkml:trace contextRef="#ctx0" brushRef="#br0">26774 9050 8250,'-16'5'0,"-3"0"438,-5-2 1,1 7 0,-2 4 0,-4 10-147,-3 8 1,-6 6 0,2 10 0,1 5-295,0 3 0,-3 5 1,6-2-1,4-6-859,8-7 1,5-1 860,6-12 0,9-12 0,8-8 0</inkml:trace>
  <inkml:trace contextRef="#ctx0" brushRef="#br0">27248 9151 8127,'8'-6'-41,"-3"-4"0,-2 4 923,2 1 1,-3 5-529,3 5 1,-4 4 0,-1 10-1,0 7-157,0 6 0,0 5 0,0 7 0,0 3-698,0 1 1,0 6-1,0-3 1,-1 0-882,-4-3 1382,3-9 0,-11-30 0,5-12 0</inkml:trace>
  <inkml:trace contextRef="#ctx0" brushRef="#br0">27076 9381 8127,'9'-13'0,"-1"2"142,-1 2 1,6 1-1,-1-2 1,8 5 279,2 4 1,2 1 0,6 0-1,4 0-575,4 0 1,9 4 0,2 3 152,2 1 0,-10-9 0,3-1 0,5 1 0,0 0 0</inkml:trace>
  <inkml:trace contextRef="#ctx0" brushRef="#br0">27838 8878 8114,'0'22'74,"-4"0"1,-3-3 0,-1 7 260,-3 6 0,0 11 0,-2 10 1,0 3-376,-3 1 0,-1 6 1,2 1-1,1-2-238,-1-3 0,7-11 1,4-14-1,2-5 45,2-5 1,6-10-1,4-9 140,3-4 1,1-9 0,1-4 0,1-6 110,3 0 1,-2-2 0,6-1 0,-1 0 240,1 0 1,1 2-1,3 5 1,-2-1 167,-1 1 1,-5 4 0,4 2 0,-2 2 84,-4 3 0,-7 3 0,-5 5-48,-4 4 1,-7 4-1,-5 3 1,-5 1-66,-4 3 0,-10-1 1,1-5-1,-1 1-257,0-1 0,1 0 0,0 1 1,0-2-378,0-4 1,2 4 0,3-5-1549,5 0 0,5 0 1783,4-3 0,36-16 0,14 1 0</inkml:trace>
  <inkml:trace contextRef="#ctx0" brushRef="#br0">28212 9511 8003,'0'8'1189,"-1"0"1,-2-4-733,-2 6 1,-5 3 0,4 3 0,-2 3-489,-3 5 1,3 3 0,0 2-1,0 1-786,0 4 817,4-4 0,17 18 0,11-3 0</inkml:trace>
  <inkml:trace contextRef="#ctx0" brushRef="#br0">28414 9611 8080,'9'-4'164,"1"-1"1,0-5 0,4 4 0,0-1-134,1 1 1,1 1-1,3 5 1,5 0-199,3 0 0,2-1 1,0-3 166,-1 0 0,8-8 0,0 4 0</inkml:trace>
  <inkml:trace contextRef="#ctx0" brushRef="#br0">28457 9309 7956,'0'-9'13,"2"1"1,2 0 104,6 0 0,6 3 1,6-5-1,9 1 169,4 1-287,10 1 0,17-9 0,10-6 0,-18 6 0,0 0 0,-1 0 0</inkml:trace>
  <inkml:trace contextRef="#ctx0" brushRef="#br0">29594 9223 8185,'1'13'-23,"4"-4"0,-3 4 1,4-3-1,-1 2 52,0 3 1,-1 1-1,-4 3 1,0 5 77,0 3 0,-4 2 0,-1 0 0,0-1-26,-1 1 0,4 0 1,-3-2-1,4-1 243,1-2 1,0-7-491,0 3 1,6-11-1,4-4 1,2-5 63,3-5 1,-1-3 0,2-8 0,2-1 32,1-3 1,0-5 0,-3 2 0,2-1 40,1 0 1,-2 7 0,-7-2 0,-4 3 46,1 1 1,-6 6 40,4-1 1,-3 9 0,-4 0-2,-3 9 0,4 5 0,-4 2 0,3-1 129,2 0 0,0-4 0,0 0 13,0 1 0,2 0 1,3-1-1,4-6 1,4-2 0,3-2 0,2 0 0,2-2-228,3-2 1,2-4 0,7-8 0,2-2-630,-2-1 0,3-5 0,-1 3 655,-2-1 0,4-28 0,1-11 0</inkml:trace>
  <inkml:trace contextRef="#ctx0" brushRef="#br0">30111 9640 8192,'20'-14'109,"-1"-1"0,0-2 0,-3 1 0,2 3 323,1 0 1,5 2 0,-5 0 0,-1 3 89,-2 1 0,-9 4 0,-2 8-339,-3 5 1,-4 4 0,-3 4 0,-4 2-247,-4 3 0,-6-4 0,0 3 0,1 1-190,2-1 1,-1-4-1,1 1 1,3-2 20,0 3 0,2-4 0,1 3 0,4-3 96,-1-2 1,6-4-1,-2-1 97,6 3 1,5-6 0,8-1 0,1-2-310,3 2 1,5-4 0,-1 4 0,3-3 347,2-2 0,19-13 0,5-3 0</inkml:trace>
  <inkml:trace contextRef="#ctx0" brushRef="#br0">30673 9583 8223,'-8'-7'314,"0"-1"0,4-6 733,0-1 1,-1 6-1056,5-1 0,1 7 0,4-2 8,5 4 0,54-31 0,-25 12 0,0 0 0</inkml:trace>
  <inkml:trace contextRef="#ctx0" brushRef="#br0">31090 9266 8017,'-2'-13'64,"-1"2"0,-3 3 281,-2 2 1,3-4 0,-5 5-48,-1 2 1,5 8 0,1 4 0,3 6-104,2 4 1,0 8 0,0 8 0,0 2-130,0 3 0,0-2 0,2 4 1,3 1-583,4-3 0,-1 3 0,3-6 0,4 0-443,2-4 0,3-4 959,-6-5 0,32-35 0,9-15 0</inkml:trace>
  <inkml:trace contextRef="#ctx0" brushRef="#br0">31205 9324 8017,'-24'6'-162,"0"4"1,-5-1 0,-6 4 0,0 5-51,0 2 1,-4 4 0,6 5-1,2 0 205,6 0 0,2-1 1,7 1-1,2-2 7,6-3 0,11-9 0,5-9 0</inkml:trace>
  <inkml:trace contextRef="#ctx0" brushRef="#br0">31593 9280 7991,'0'-8'498,"-4"4"0,-3 8 0,-1 8-299,-3 5 0,-2 12 1,-1 8-1,-2 1-195,-3 0 1,1 1 0,-4 4-1,-1 0-172,1 0 0,6-3 0,0-5 0,5-7-377,0-6 1,4-3-412,2-4 1,4-9 955,1-6 0,0-6 0,0-10 0,0-2-46,0-1 0,0-5 1,-2 5-1,-1 1 67,-2 2 1,-1 2 0,3-1 837,-2 1 1,0 0-371,5-1 0,2 7 0,4 3-503,8 4 1,2 1 0,8 0 0,2 0-586,1 0 0,7 0 599,-1 0 0,-12 0 0,-8 0 0</inkml:trace>
  <inkml:trace contextRef="#ctx0" brushRef="#br0">32011 9021 7957,'0'20'0,"0"-1"40,0-2 0,0 1 1,0 1-1,0 7 203,0 6 1,0 0-1,-2 8 1,-3 3-222,-4 3 1,-9 7 0,-3-5 0,-1-2 56,-4-1 1,4-3-1,-1-4 1,4-6 437,7-7-517,-3-4 0,15-14 0,0-7-65,8-8 1,6-5-1,4-2 1,1 1 34,-1 0 1,3-1 0,-1 1-1,3 1 42,2 4 0,-4 1 1,0 4-1,-2 0 226,0 0 0,-4 3 0,-7 2-129,-2 4 1,-4 3 0,-10 7 0,-8-1-98,-5 0 1,-8 6 0,-4-1 0,-1-2-105,-1-1 0,4-1 0,-2 1 0,3 0-374,1-2 0,6 2 1,4-10-1079,3 2 1544,8-4 0,34-43 0,14-17 0</inkml:trace>
  <inkml:trace contextRef="#ctx0" brushRef="#br0">32269 9669 7957,'15'0'0,"-1"0"267,1 0 1,-6 0 89,1 0 0,-5 1 1,3 4 45,-2 5 1,-1-2 0,-5 1-1,-2 4-230,-3 5 0,-3-2 1,-6 5-1,-2-2-40,-3 0 1,3 2-1,-3-4 1,3 3-117,1-3 1,3-1 0,2-2 0,5 1-298,4-1 1,7-1 0,4-2 0,4-3-264,5-1 1,3 2 0,7-4 542,0-2 0,11-12 0,6-6 0,5-1 0,-1 0 0</inkml:trace>
  <inkml:trace contextRef="#ctx0" brushRef="#br0">23465 9021 8191,'1'-9'-82,"3"-1"0,0-1 126,0-2 1,-4 0 0,-4 1 0,-2-1 162,-2-3 0,0-2 1,-5 4-1,2 0-35,0-1 1,-5 1-1,6 1 1,-4 3 40,-5 6 0,3 2 0,-5 4 0,2 2 71,0 6 0,-5 16 0,4 7 0,3 9-151,1 6 0,3 3 0,2 8 0,3 2-235,1 1 0,3 7 0,4-4 1,0 1-202,0-4 0,1-4 1,2-5-1,4-7-650,1-6 0,-3-11 0,4-10 371,2-3 1,-3-8 0,0-5 581,-1-6 0,-22-50 0,-9-17 0</inkml:trace>
  <inkml:trace contextRef="#ctx0" brushRef="#br0">22932 9467 8125,'8'-14'-103,"0"6"1,-3 3 296,5 4 1,7 1 0,6 0 0,2 0-412,6 0 0,7 1 0,0 2 217,4 2 0,33 6 0,-33-7 0,-1 0 0</inkml:trace>
  <inkml:trace contextRef="#ctx0" brushRef="#br0">23508 9568 9747,'0'16'6,"0"3"0,-5 4 0,0 7 0,1 2-6,-3 2 0,9 5 0,1 6 0,-2 2 0,0-1 0</inkml:trace>
  <inkml:trace contextRef="#ctx0" brushRef="#br0">23796 9496 8088,'1'-8'814,"4"3"-524,5 4 1,4 1-1,5 0 1,5 1-584,3 4 1,7 2-1,1 4 1,2-2-1412,3 3 1704,-5 0 0,39-10 0,2-4 0</inkml:trace>
  <inkml:trace contextRef="#ctx0" brushRef="#br0">23925 9237 8741,'8'-8'-90,"7"3"0,5 5 90,9 5 0,27-4 0,13 0 0,5 2 0,0 0 0</inkml:trace>
  <inkml:trace contextRef="#ctx0" brushRef="#br0">32773 9683 8168,'14'0'0,"-4"0"0,0 0 0,1 0-214,2 0 1,3 0 0,3 0-1,5 0-450,3 0 664,8 0 0,6-8 0,6-3 0,7-1 0,-1 0 0</inkml:trace>
  <inkml:trace contextRef="#ctx0" brushRef="#br0">32831 9324 7830,'14'0'-509,"0"0"0,1 0 374,-1 0 1,7 0 0,4 0 134,7 0 0,17 0 0,10 0 0,6 0 0,1 0 0</inkml:trace>
  <inkml:trace contextRef="#ctx0" brushRef="#br0">33593 9266 8253,'0'-14'17,"0"-1"1,-5 1-1,-1-1 1,0 1 271,-1 0 1,-4-1 0,1 1 19,-2 0 1,-3 6 0,1 4-296,-1 8 0,1 4 0,0 8 0,-1 4 0,1 9 26,-1 8 1,-4 4 0,0 4 0,0 2 34,-2 0 1,5 6 0,-3-5 0,3-1-208,2-3 1,1-1 0,2-1 0,3-4-397,1-4 1,2-5 0,5-5 0,0-5-1437,0-3 1964,0-8 0,0-34 0,0-14 0</inkml:trace>
  <inkml:trace contextRef="#ctx0" brushRef="#br0">33133 9611 8526,'6'-8'54,"4"-3"1,9 6 0,5 2-539,3 2 0,2-4 484,0 0 0,10 2 0,8 1 0,3 2 0,1 0 0</inkml:trace>
  <inkml:trace contextRef="#ctx0" brushRef="#br0">33449 9755 8253,'15'0'0,"-1"0"109,0 0 0,1 0 0,-1 0 156,1 0 1,-7 7-1,-4 2-59,-2 4 0,-8 1 1,-2 1-1,-2-1-45,0 1 0,1 4 1,-6 0-1,1-2-125,0-1 0,1-1 0,3 1 0,5 1-242,4 3 0,2-1 1,6-5-1,7 2-1998,9 3 2204,4-3 0,37-4 0,16-3 0,-23-4 0,1 0 0,-1 0 0</inkml:trace>
  <inkml:trace contextRef="#ctx0" brushRef="#br0">25220 10288 7823,'-14'0'231,"9"0"1,10 0-13,12 0 0,12 0 1,9 1-1,12 2-131,9 2 0,15 2 1,-31-6-1,3 1 1,6 0-1,3 1 8,8-2 0,2 1 0,6-1 0,2 1 0,-19-1 1,1 0-1,1 0 0,1 1 0,1-1 0,1 1-217,2-1 1,1 0-1,0 0 1,5 0 0,1-1-1,0 1 1,4-1 0,2 0-1,-1 0 1,3 0 0,0 0-1,1 0 115,0 0 0,0 0 1,1 0-1,2-1 0,2 1 1,0-1-1,-19 0 1,0 1-1,0-1 0,1 0 1,2 0-1,0 0 1,1-1-1,1 1-136,2 0 1,1 1 0,0-1 0,0 0 0,-3 0 0,-1-1 0,0 0 0,1 1 0,0-1 0,1 1 0,-1 0 0,0 0 0,-1 0 0,1 0 0,-1 0 0,0 1 56,-1-1 1,0 1 0,0 0-1,1-1 1,1 0 0,1 0-1,-1-1 1,0 1 0,0 0-1,-1 0 1,0-1 0,0 1-1,0 0 1,0 1 0,0-1-1,-1 0 85,-1 1 0,-1-1 0,0 1 0,0 0 0,0-1 0,-1-1 0,0 1 0</inkml:trace>
  <inkml:trace contextRef="#ctx0" brushRef="#br0">29507 13482 8030,'-29'13'-78,"1"-4"1,-1 2 0,0-6-1,2-2 181,3-1 0,-2 3 0,6 0 0,-1-2 63,0-2 1,7-1-26,4 0 1,7-6 0,-2-4 17,3-2 1,9 2 0,2 2-1,4 0 83,2 0 0,5 5 0,6-2 0,6 3 6,6 2 1,6 0 0,3 2 0,8 3-118,6 4 0,6-1 0,9 2 0,-34-5 0,1 1-61,4 0 0,0 1 1,5 0-1,0 0 0,8 0 1,0-1-1,4 0 0,0-1-137,4 1 1,2-2 0,4-2-1,2-1 1,5 2 0,1-1-1,-1-1 1,-1-1 78,0 1 1,0-2 0,-1-1 0,0 0 0,1-1 0,0 1-1,0 0 1,0 1-31,-1-1 0,0 2 1,-1 3-1,0 0 1,-7 2-1,0 0 1,-1 1-1,0 1 11,0 0 0,0 0 0,1 3 0,1 1 0,2 0 0,-1 0 0,0 1 0,-2 0-107,0 1 1,-1-2 0,-1-1 0,1 0 0,2 1 0,0 0 0,-1 0 0,-1-1-181,-3-1 1,0-1 0,-5 0-1,-3 0 294,-5 0 0,-2-1 0,-1-1 0,-1 0 0,-3 0 0,-2-2 0,-3-1 0,-17-2 0</inkml:trace>
  <inkml:trace contextRef="#ctx0" brushRef="#br0">28327 13395 8063,'10'-9'-1237,"0"1"1237,1 1 0,-3-4 0,1 2 0,-4 1 0,3-2-481,-1-1 0,2 3 484,-4-2 1,1 1-8,-1-6 0,-3 6 1,4-1 1,1-1 0,-4-2-1,6-1 1,-1-1-1,4 1 25,-3 0 0,-1-1 0,2 1 0,-4-1 38,1 1 0,-4 4 1,5 1-1,-2-2-28,-3-2 1,4-1 0,-1-1 9,2 1 0,-5-1 0,2 1 77,-3 0 1,-2 4 30,0 0 0,0 6-48,0-6 0,0 0-42,0-4 1,0 4-1,1 2 57,4 2 3,-3 1-61,4 5 0,-6 2 1,-2 1 19,-2 2 1,0 6-1,-5-1 1,-1 4-13,2 5 1,-4-1 0,2 4 0,-3 1-38,-1-1 1,-1 2 0,1 5 0,0 1 63,-1 4 0,-1-2 0,-1 6 0,-3 2-3,3 1 0,1 3 0,1-1 0,1 0-9,0 0 0,1-4 0,2-3 1,3-1-19,1-3 0,-4 4 0,2-1 0,-3 0-29,3 0 1,-6 3 0,3-2 0,-8 0-101,-2 4 0,0 0 0,-4 0 0,2-1 36,-1 1 1,-4 1 0,-3 2-1,0 1 8,5-1 0,-2 0 0,5-2 0,-3-1 83,-2-1 0,7-2 1,2 3-1,3-4-40,-2-1 1,6 1 0,-3-4-1,1 1 5,4-1 1,2-1-1,-3-3 1,3 1-7,-2 0 0,3 0 0,-2 1 0,1 2-45,1 2 0,-5-1 0,3-2 1,-3 0-50,-1 3 1,-2 1 0,-2-3-1,-2 5 93,-3 5 1,4-9 0,-3 7 0,-1-3 5,1 1 1,0-1 0,-4 1-1,4 1-49,1-3 1,-3 1-1,3-3 1,0 4-25,1 4 0,-4-4 0,4 1 1,1-1 43,-2-1 1,5 4 0,-1-4 0,4 0 45,3-4 1,7-2-1,-2-3 1,4 1-10,1 0 0,-2 0 1,-1 0-1,-3-1-36,-2 1 1,3 2 0,-6 0 0,-4 3-46,-2-2 1,-7 3 0,3 0 0,-1 2-35,-4 3 0,-3-3 1,-3 1-1,-1 1-26,1-3 1,1 6 0,3-5 0,-1 1 45,0 0 0,7-6 0,1 2 0,2-5 37,-1-5 0,6 1 0,6-5-154,2-3 0,3-6 178,7-1 0,-2-7 0,4 3 0</inkml:trace>
  <inkml:trace contextRef="#ctx0" brushRef="#br0">26529 12705 7934,'7'-8'0,"-6"-5"0,4 3-116,-3-2 0,-7 2 1,-2 2-1,-2 0 798,-7 0 0,1 5 0,-5-2 0,0 3-340,1 2 1,-6 7 0,1 4 0,-2 7-160,2 6 1,-1 8 0,5 3 0,4 2-11,5 3 1,5-1-1,6 0 1,1-6-414,4-2 0,5-4 0,11-3 1,6-5-477,5-3 0,8-8 1,-4-3-1,1-3 37,-3-2 1,-1-5-1,-2-3 1,-6-3 678,-2-5 0,2-26 0,1-11 0,1-2 0,0 0 0</inkml:trace>
  <inkml:trace contextRef="#ctx0" brushRef="#br0">26889 12489 7934,'-10'0'115,"1"0"437,-3 0 0,4 0 153,-1 0 1,4 2-1,-3 2-556,2 6 0,-1 9 1,4 5-1,-3 5-111,-2 4 1,0 11 0,-3 8-1,1 4-1041,-1 2 0,0 1 1003,1 3 0,9-20 0,2 1 0,3 5 0,0 0 0</inkml:trace>
  <inkml:trace contextRef="#ctx0" brushRef="#br0">27047 12863 7934,'-14'-5'-215,"-1"0"0,1 1 0,1 5 909,4 4 1,-3 5 0,6 7-395,-2 2 1,5 1 0,-2-4 0,3 1-271,2 2 0,0 1 0,0-6-96,0 0 1,7-1 3,2-3 1,4-5 0,0-10 146,-3-5 1,-4-3 0,-4-3 0,1-1 41,2-2 1,-1-5 0,-4 3-1,0 0-96,0 0 1,0-3-1,0 5 1,0 2-46,0 1-58,0 1 1,0 9 0,0 6-73,0 8 0,0 6 1,0 5-1,0 5 0,0 3-777,0 2 0,7-2 921,2-3 0,-2-3 0,-1-6 0</inkml:trace>
  <inkml:trace contextRef="#ctx0" brushRef="#br0">27220 12892 8018,'-15'0'-384,"1"0"-481,6 0 0,3 1 878,10 4 1,1 3 0,6 7 0,-4-1 38,-2 0 1,4 1 0,-6-1 0,0 2 149,-3 3 1,-1-3-1,-2 4 1,-1-4-45,-1-2 0,-8 0 0,3 1 0,-4-1-108,-1 0 0,-1-4 1,1-2-253,-1-2 0,1-1-277,0-5 1,6-1 478,3-4 0,5-3 0,5-7 0,41-25 0,16-6 0</inkml:trace>
  <inkml:trace contextRef="#ctx0" brushRef="#br0">27536 12834 7934,'-9'5'-390,"-1"0"1,7 1-1,-4-3 1,3 4 381,-1 1 0,-5-3 0,4 4 0,-1 2 172,1 2 0,1 6 1,5 1-1,0-3-9,0-1 0,7 3 1,1 1-1,1-3-224,1-1 1,-1-1-1,6-1 1,-2 0-16,-4 1 1,2-6 0,-6 1-1,-2 1 230,-1 2 0,-8-4 0,-6 1 0,-4 0-69,-3-2 1,-2 3-1,2-5 1,-3 1-133,0-1 1,-4 4 0,7-6 0,1 0-1318,2-3 1372,2-1 0,25-13 0,7-3 0</inkml:trace>
  <inkml:trace contextRef="#ctx0" brushRef="#br0">27853 12762 7934,'13'-14'0,"-4"0"0,-2 1-28,-1 3 1,-4 2 455,2 13 1,-8 8 0,-6 22 0,-3 10-429,-1 11 0,1 4 0,-1 8 0,-2 8 0,1-1 0</inkml:trace>
  <inkml:trace contextRef="#ctx0" brushRef="#br0">30960 14921 7890,'8'-7'148,"-3"-2"0,-5 1 1,-5 0-1,-4 1 151,-4 4 0,-1 1 1,-1 2-1,1 0-52,-1 0 0,-1 2 1,-1 3-1,-2 4 174,1 4-277,2 8 0,2-3 0,-1 6-15,1 1 0,6 2 1,3 2-1,3-2-178,2-3 0,7 2 1,4-7-1,7-1-394,6-2 1,3-4-1,2-2 1,1-4-621,4 1 0,4-6 1063,10 4 0,-23-3 0,1-2 0</inkml:trace>
  <inkml:trace contextRef="#ctx0" brushRef="#br0">31565 14431 7230,'0'-14'0,"0"0"-965,0-1 1392,0 1 1,0 9 0,0 10-1,0 12 42,0 9 1,-7 11 0,-2 4-1,-4 7-656,-2 3 0,6 1 0,1 2 0,0-1-590,0 1 0,5 2 1,-2 2 776,3-1 0,28 1 0,6-1 0</inkml:trace>
  <inkml:trace contextRef="#ctx0" brushRef="#br0">31694 14993 7892,'6'-15'0,"-4"1"0,3-1-1529,-4 1 1725,-1 0 1,-1 6-1,-2 4 170,-2 8 1,-2 4-1,4 6 1,-2 0-199,2 1 1,2-1 0,2 1-91,4-1 0,3-1 0,6-4-72,1-4 1,-1-3-1,1-2 1,-1 0-161,0 0 1,1-7 0,-2-2 0,-4-4 201,-4-1 0,-3-2 1,-2-2-1,0-1 175,0 1 1,0 2 0,0 2 0,-2-1 5,-3 1 0,4 4 0,-6 2-169,1 2 1,3 3-1,-5 8-390,1 4 1,2 4 0,7 1 0,1 1-531,2-1 1,6 5 0,0 1 859,7-3 0,20-7 0,10-4 0,7 1 0,-1 1 0</inkml:trace>
  <inkml:trace contextRef="#ctx0" brushRef="#br0">32068 14834 7622,'-22'0'-1535,"1"0"1738,7 0 1,6 2 0,4 3 242,8 4 1,4 4 0,6 1-1,0 1-429,1-1 0,-1 1 1,0-1-1,1 2-75,-1 3 1,-6-3 0,-3 3 0,-3-3 16,-2-1 1,0-1 0,-2 0-1,-3 1 128,-4-1 1,-9 1 0,-3-3 0,0 0-61,1-3 1,1-1 0,4 2 0,1-5-1308,-1-4 1280,7-1 0,40-32 0,16-8 0</inkml:trace>
  <inkml:trace contextRef="#ctx0" brushRef="#br0">32356 14935 7622,'-15'5'-495,"1"0"1,4-1-1,1-4 623,-2 0 1,3 5 0,0 2 272,1 1 1,-2 1 0,4 6 0,2-1-131,1 0 0,7 1 1,1-1-1,2 0-245,3 1 1,2 1 0,2 1 0,-3 3-123,-2-3 0,1-1 0,-6 0 0,-2 2 24,-1 1 0,-9 0 0,-2-4 1,-6-1 163,-4 0 0,-3 1 1,-7-1-1,2 0-167,3 1 0,-2-6 1,7-1-1,2-1-1686,1-4 1761,8-1 0,40-60 0,-8 22 0,0 0 0</inkml:trace>
  <inkml:trace contextRef="#ctx0" brushRef="#br0">32672 14777 7892,'15'0'-21,"-1"0"0,2-2 0,2-1 0,1-2-4,-2 2 0,-1 1 0,-1 4 0,-1 3 479,1 4 1,-3 4 0,-2 3 0,-5 5-135,-4 8 1,-1 1 0,-1 10-1,-6 3-101,-7 4 0,-7 2 0,-8-4 0,2 0 59,3-4 1,0-4 0,10-4 0,6-9-162,5-6 0,11-10 0,8-3 0,12-4-1289,14-1 1,8-6 1171,7-4 0,-13-9 0,7-9 0,1-1 0,5-3 0,-1 1 0,1-1 0</inkml:trace>
  <inkml:trace contextRef="#ctx0" brushRef="#br0">28486 13136 8360,'8'-14'-239,"-3"0"1,1-1-1,-1 1 1,-2 0 113,-1-1 0,-2 1 0,0-1 0,0 1 107,0 0 1,0-1-1,0 1 116,0-1 1,0 1 259,0 0 282,0-1-444,0 7-644,0 2 285,0 19 1,0-4 0,0 10 98,0-3 1,-5-6 0,-2 0 0,1 1 136,0 2 0,-6 1 0,3 0 0,-2 2-58,1 4 1,-3-3-1,4 5 1,-4 1-64,-2-1 0,1 1 0,0 2 1,-1 1 15,1 4 1,-1-1-1,1 6 1,0 0 10,-1 4 0,-4-3 0,0 3 0,1 1-16,2 1 0,0 2 1,-1 1-1,-2-3 26,1-2 1,-3 5 0,2-5 0,3-3-39,5 1 1,-2-6-1,4 4 1,-4-2-21,-2 1 1,1 0-1,0-6 1,-2 3 25,-4 2 0,0-1 0,-6 5 0,4 0 55,1 0 1,-3-4 0,3 5 0,0 1 145,1-2 1,0-2 0,6-6 0,1-1-18,4 1 1,-3 0 0,8-2 0,-1-1-53,-2-2 1,4-5-1,-6 5 1,-1 1 6,2 3 0,-5 0 1,2 1-1,-5 0-20,-3 0 1,0 4 0,4 1-1,1-1-28,0 3 1,-1-4 0,1 6 0,-1 0-76,1-1 1,0 0-1,-1-5 1,1 1 154,0-1 0,-6 3 0,1 1 0,2-1 115,1 0 1,1-1-1,1-4 1,-2 2 64,-3 1 1,3 3-1,-4-4 1,4 1-105,2-1 0,-7 5 0,-1 0 0,-2 1-28,0 0 0,5-4 0,-4 3 0,1-2 64,0-3 0,2 3 0,-2-1 0,0-2 89,-1-2 1,4 0-1,-3 2 1,1 4 91,3 0 0,-2 1 1,0 3-1,1 0-217,-2 5 0,6-7 0,-5 5 0,4-1-229,2-1 0,1 3 1,2-3-1,1-2-156,-1-6 0,5-3 0,-1-1 0,3 0-62,-1 0 0,-2 0 0,4-2 0,-2-2-336,2-1 0,-5-4 1,-1 2 563,-4-1 0,-21-9 1,-4-5-1</inkml:trace>
  <inkml:trace contextRef="#ctx0" brushRef="#br0">28443 13036 15485,'0'-8'-1741,"0"0"1337,0 3 1277,0 3-419,0-4-487,0 6 1,-2 0 0,-1 2 353,-2 2 1,-5 0 0,4 5-131,-2 2 1,0 2 0,-2 2-1,4-1-148,0 0 1,2 1 0,-4-1 0,0 2-260,0 3 1,4-3 0,-4 5 0,0 0 318,0 3 1,0-2-1,-3 2 1,1 0 52,-1-2 1,0 4 0,-1-5-56,3 1 0,-20 41 0,10-25 0,0 0 0</inkml:trace>
  <inkml:trace contextRef="#ctx0" brushRef="#br0">28155 14877 11780,'-5'-9'337,"0"-1"0,-1 7 121,1-2-1404,3 4 883,-4 1 1,6 1 0,-2 2 182,-2 2 0,2 6 0,-4-3 64,-1 0 1,6 5-1,-6-5 344,1 0 0,4 5-240,-2-3 1,-3-2-42,2 1 1,1-4 165,4 5-416,0-7 1,1 3-1049,4-6 0,1 2 981,4 3 0,15-4 1,-1 6-1</inkml:trace>
  <inkml:trace contextRef="#ctx0" brushRef="#br0">28515 14935 7941,'6'-8'-1424,"-3"0"1673,7 3-135,-7 4 1,5-6 235,-3 7 36,-4-6 1,6 3-1,-7-7 0,0 5 258,0-4-454,0 5 0,-7-2 0,-2 6 9,-4 0 0,-1 0 0,-1 2 0,1 2-102,-1 6 0,-1 3 1,-1 3-1,-2 3-48,1 5 1,2 5 0,2 4 0,-1 6-192,1 2 1,4 2 0,2 1 0,2-1-213,3 0 0,1 0 0,2-1 0,0-4-702,0-4 1056,7 2 0,13 1 0,11 6 0</inkml:trace>
  <inkml:trace contextRef="#ctx0" brushRef="#br0">29004 15180 8458,'0'-8'-330,"0"0"887,0 3 0,0 2 412,0-7-655,0 7 1,-2-4-195,-3 7 1,-1 2-1,-5 3 1,1 4-49,-1 4 0,3 6 0,-2 4 0,1 2 46,1 6 0,-3 1 1,6-4-1,2 0-135,1-4 1,4 1-1,4-6 1,7-3 33,4-4 1,9-6-1,-4-6 1,2-2 62,0-2 0,-1-6 0,1-9 0,-7-5 104,-6-3 0,1-2 0,-8 0 0,0 0-177,-3 1 1,-1-1 0,0 2 0,-1 1-131,-4 2 1,-3 5 0,-7-4 0,1 4-239,0 6 0,-1 1 0,1 7 0,-1 2 81,1 1 0,0 4 1,1 2-1,2 8-2,1 5 0,7 1 1,-2 4-1,4 1-294,1-1 1,0-3 0,0 4 575,0-3 0,19 12 0,5-1 0</inkml:trace>
  <inkml:trace contextRef="#ctx0" brushRef="#br0">29234 15453 8458,'-10'0'1136,"1"0"1,4 0 643,-5 0-2314,7 0-1309,-3 0 1843,19-6 0,22-2 0,17-7 0</inkml:trace>
  <inkml:trace contextRef="#ctx0" brushRef="#br0">29421 15252 8458,'9'0'-850,"1"0"964,1 0 0,2 0 391,1 0 0,-6 1 1,-1 2-39,-1 2 0,-4 6 33,3-1 1,-4 3-1,-1 1 1,-1 0-239,-4 1 0,-3-1 1,-7 1-1,3-1-289,2 0 0,-3 1 0,4-1 1,-4 2-278,-1 3 1,4-3 0,2 4 0,0-5-1634,0 0 1937,5-1 0,9-6 0,10-1 0</inkml:trace>
  <inkml:trace contextRef="#ctx0" brushRef="#br0">29536 15108 9697,'10'-5'1566,"-1"0"1,1-5-1,6 6-846,3 0 1,-1 4 0,4 7-1,-1 7-222,-4 9 1,2 5 0,-3 6 0,-4 8-298,-4 9 1,-5 3 0,-8 13 0,-6 2-825,-7 1 1,-6 2-1,-6-3 1,0-7-4040,2-9 4690,3-13 1,2-30 0,3-14 0</inkml:trace>
  <inkml:trace contextRef="#ctx0" brushRef="#br0">28845 15554 8047,'8'-10'-359,"-1"0"1582,-1-1 0,-4 3-293,3-1 1,-2 6-641,2-2 1,-4 10 0,4 4 0,-3 5-415,-2 6 1,-5-1 0,-2 8-1035,-1 3 1,5 1 1157,-2-7 0,-9 22 0,-2 0 0</inkml:trace>
  <inkml:trace contextRef="#ctx0" brushRef="#br0">28471 15165 6568,'7'-8'1767,"-6"0"-746,4 3-735,-3 4 0,-4-6-245,-3 7 1,2 0 0,-6 2 0,-1 3-4,2 4 1,-5 4-1,4 3 1,-4 2-21,-2 1 1,6 5 0,1-3 0,1-1-44,4 1 0,2 3 0,1-5 0,0-1 112,0-2 0,1-3 0,4-2 0,5-3 168,2-2 0,3-1 0,-1-6 0,-1-4 26,-3-5 0,2-4 0,-4-4 1,2-3-188,0-1 0,-7 3 0,2-5 0,-4-2-168,-1-1 0,0 3 0,0 2 0,0-1-217,0 1 0,-1 0 1,-3-2-1,-2 4-261,-2 4 0,0 2 0,-3 1 23,1 4-1,5 2 1,-3 9 0,2 3 129,3 4 0,1 6 1,2 2-1,0 2 400,0-1 0,19 36 0,5 9 0</inkml:trace>
  <inkml:trace contextRef="#ctx0" brushRef="#br0">28586 15381 8046,'7'8'1242,"-6"-2"1,6-4-1,-9 1-900,-3 2-1079,4 0 0,-10-4-1533,6 4 2270,0-3 0,24-21 0,5-13 0</inkml:trace>
  <inkml:trace contextRef="#ctx0" brushRef="#br0">28673 15208 8871,'8'-1'1661,"-3"-4"-1550,-4 3-361,6-4 0,-6 8-8,4 2 0,-3 4 1,-2 7 44,0-1 0,-5-4 1,0-1 212,2 2 1,-4 2-1,3 2 120,0-1 0,3-4 0,1-1 116,0 2 0,1-4 1,3-1-1,2-1-157,2 0 1,-3 0 0,3-4 0,0 2 9,0 2 1,-3 2-97,4-3 0,-1 4 1,2 7-260,-5-1 0,-4-4 0,-1-1 1,-1 1 92,-4-2 0,2 5 1,-7-5-1,0 1 170,2 1 1,-4-5 0,2 4 331,-3 2 0,-1-4 0,-1-2-90,1-4 0,4 4 0,1 0-481,-2-2 0,-2-1-1910,-2-2 2152,1 0 0,-7-26 0,-1-6 0</inkml:trace>
  <inkml:trace contextRef="#ctx0" brushRef="#br0">27723 14676 8041,'-9'0'518,"-1"0"1,5 0 628,-4 0-619,5 0 0,0 0-212,8 0 0,4 2 0,7 1-138,-1 2 0,2 6 0,2-2 1,1 3-78,-1-3 1,2 4 0,1-3 0,0 2-131,0 3 0,-2-1 0,-5 0 1,1-1 121,-1-3 1,0 1 0,-1-5 203,-3 2 1,-5-4 0,-10-1-62,-5-6 0,-3-1 0,-1-5 0,-2-2-5,-3-2 1,3-2 0,-3 1 0,3 0-156,1-1 0,1 1 1,0 0-1,-1-1-28,1 1 1,4 1-1,1 2 1,-3 3-93,0 1 1,2 3-114,0 4 0,7 1 0,-2 4 0,4 6-692,1 7 0,6-2 0,4 5 849,3-1 0,39 3 0,11 5 0</inkml:trace>
  <inkml:trace contextRef="#ctx0" brushRef="#br0">31018 16647 7161,'0'-14'1210,"0"-1"1,0 1-158,0 0 0,0 4 155,0 0-1171,0 1 1,-2 1-1,-3 5 75,-4 6 0,1 5 1,0 6-305,1 1 0,3-6 91,4 1 230,0-7 0,4 2 0,3-10 0,1-5 33,3-2 1,2-3 0,1 1 0,1-1-120,-1 1 1,-4 6-1,-1 3-251,2 4 0,-4 2 1,-2 4-1,-5 6-197,-5 7 1,-2-1 0,-4 7 0,2 0 42,-3-1 1,1 2 0,0-5 0,1-3 376,-1-1 0,5-2 1,-1-1 321,1-3 0,0-5 0,-4-10 38,5-5 1,4-3 0,1-2 0,0-3-20,0-1 1,6-2 0,2 3 0,2 1-250,-1 4 0,1-1 0,4 6-253,1 0 0,-1 1 1,0 7-1,1 0-142,-1 0 0,-6 8 0,-3 5 0,-3 6-21,-2 4 0,0-4 0,0 3 0,-2-1 83,-3-3 1,-3 2-1,-6-1 1,-1-3 370,1-4 1,0-1 0,-1-6 233,1-2 1,1-3 0,2-5 0,3-5-149,1-2 0,3-8 1,4 0-1,0-1-147,0 0 0,6-4 1,2 2-1,3 1-215,4 3 0,-4 3 0,8 1 0,-3 2-103,-2 4 1,1 2-1,-1 7 134,1 0 0,-7 7 0,-4 2 0,-2 4 63,-2 2 1,-2-1 0,-2 2 0,-6 0 115,-3-2 0,-1 4 1,-1-8-1,1 1 130,0-2 1,-1 3 0,1-8 0,-1 0 315,1-3 0,0-2 0,1-4-382,3-5 0,4-3 1,6-1-1,0-2-224,0-3 1,6 3 0,5-3 0,5 3-123,4 1 0,-1 2 1,-5 2-1,1 3 36,-1 2 0,0-1 0,1 4 0,-1-2 82,1 2 0,-7 8 1,-4 5-1,-2 2 121,-2 3 1,-6-1-1,-4 2 1,-3 2 183,-1 1 0,-1 0 0,1-4-9,0-1 1,-1-1-1,1-4 156,-1-4 1,6-3-197,-1-2 0,7-7 1,-2-2-129,4-4 0,2-6 1,4 0-154,5 1 1,2 2-1,3 3-481,-1 4 0,-4 2 243,-1 7 1,-1 2 0,2 3 237,-5 4 1,-4 4 0,-1 1 0,0 1 95,0-1 0,-4-4 1,-1-1-1,0 1-80,-1-2 1,2 3-1,-4-4-1596,2 1 1690,1-5 0,18-22 0,3-13 0</inkml:trace>
  <inkml:trace contextRef="#ctx0" brushRef="#br0">31550 15985 7807,'15'0'-734,"-6"-4"0,-1-3 710,-1-1 0,-1 5 0,-3-3 249,2-1 0,0-1 178,-5-6 0,0-1 1,0 1-73,0 0 0,0-1 0,-2 1 80,-3-1 0,-3 6 1,-8 1-228,-3 1 1,3 11 0,-5 10 0,2 8-60,0 6 0,-5 8 1,3 9-1,0 9-153,1 7 1,1 3 0,4-1 0,2 4-252,4 3 0,4 0 0,10-4 0,6-10 279,7-11 0,23-28 0,12-12 0</inkml:trace>
  <inkml:trace contextRef="#ctx0" brushRef="#br0">31766 16115 7634,'0'-10'388,"0"1"0,0 4 119,0-5-325,0 7-123,-6-3 1,2 6 0,-5 0-27,-2 0 1,3 1 0,-2 4 0,-1 5 82,-2 2 0,3 4 1,1 4-1,-1 4 1,1 4-15,-1 6 0,2 1 0,-2 5 1,6-3-97,2-2 1,5-1 0,5-7 0,8-3-23,5-5 0,3-9 0,5-6 1,0-5 227,-1-9 1,-4-1 0,-3-13-1,-3-2 181,-6-1 0,-7-3 0,0-2 0,-3-2-130,-2 2 1,0 2 0,0 1-1,-2 0-167,-3 1 1,2-1 0,-5 2 0,0 1-641,0 2 1,3 8-1,-4 0-271,-2 5 1,4 9-1,2 4 1,4 9-65,1 7 0,0 7 1,0-1 878,0 3 0,10 10 0,5 6 0,1 4 0,0-1 0</inkml:trace>
  <inkml:trace contextRef="#ctx0" brushRef="#br0">31967 16403 8812,'-9'0'1904,"-1"0"1,7 1-3196,-2 4 1291,4-3 0,52 4 0,13-6 0</inkml:trace>
  <inkml:trace contextRef="#ctx0" brushRef="#br0">32241 16129 7807,'-5'10'-4,"-1"-2"0,-2 0 190,-4 0 1,1 1-1,0 7 1,1 2 243,-1 1 0,0 7 0,0-2 1,3 3-188,1 2 1,3-1-1,4 0 1,0-3-147,0-1 1,1-11-1,4 0 1,5-5 68,2-5 1,3-3-1,-1-5 1,1-4 103,-1-4 0,-4-8 1,-2-3-1,0-3-173,0-2 0,-5 2 0,3 1 1,-1 2-325,0-1 1,-1-2 0,-4-2 0,0 2-524,0 3 0,0-2 0,0 7-2958,0 1 3708,-6 9 0,-2 60 0,-6 21 0</inkml:trace>
  <inkml:trace contextRef="#ctx0" brushRef="#br0">32528 16100 7807,'0'-11'728,"0"6"0,-4 7 0,-1 14 1,0 5-679,-1 8 1,2 6 0,-5 8 0,-2 2-139,-2 3 88,5-4 0,-11 32 0,3-1 0</inkml:trace>
  <inkml:trace contextRef="#ctx0" brushRef="#br0">32586 16604 7807,'-8'0'196,"2"0"431,6 0 527,0 0 0,-2 6-1110,-3 4 0,2-2 0,-5 3 0,-2 4-1450,-2 2 1406,0 9 0,-14 8 0,-7 5 0,2 8 0,0-1 0</inkml:trace>
  <inkml:trace contextRef="#ctx0" brushRef="#br0">32859 16316 7807,'2'-9'0,"1"-1"17,2-1 279,0-2-170,-5-1 1,-2 7 0,-3 9 0,-3 9 113,0 7 1,-4 7 0,2-1 0,-3 3-6,-1 2 0,4 5 1,1-1-1,-1-1-91,2-1 0,2-7 0,6-2 0,0-1 20,0-4 0,1-2 0,4-6 47,5-4 0,4-11 0,4-9 0,1-7-123,-2-5 1,-1-2 0,-1-1 0,-2-2-16,-4-2 0,2 1 0,-6 4 0,-2 0-168,-1 0 1,-2 0-1,-2 1 1,-2 1-439,-6 3 0,4 3 0,-1 8-440,1 3 0,4 6 1,-3 10-1023,4 8 1995,1 1 0,2 22 0,2 10 0,0 1 0,0-1 0</inkml:trace>
  <inkml:trace contextRef="#ctx0" brushRef="#br0">32903 16633 7680,'0'-15'356,"0"1"1,0 0 1085,0-1 0,0 6 277,0-1-2023,0 0 1,0 4 0,0 6 0,1 6 303,4 2 0,16 37 0,9 3 0</inkml:trace>
  <inkml:trace contextRef="#ctx0" brushRef="#br0">33104 16489 7901,'8'-2'1528,"-3"-2"-380,-4-4 0,-1 1-783,0 7 1,-1 8-1,-2 10 1,-4 2-270,-1 3 0,3-1 0,-3 4 0,2-4 61,3-1 0,-4 0 0,3-4-128,0 3 1,3-1-12,1-5 1,0-7-1,0-7-9,0-8 1,0-10-1,0-3 1,1-1-125,4-4 0,-3-1 1,3 0-1,-4 1-80,-1 2 0,0 2 1,0-4-1,-1 4-164,-4 1 1,2 2 0,-7 6 545,-1 4 1,-2 2 0,0 9-24,4 3 1,-3 3 0,8 6 0,0 0-197,3 1 0,1 1 0,0 1 0,0 2-246,0-1 0,5-2 0,1-2 0,0 1-501,1-1 1,4-1 0,-1-2 778,2-1 0,35-7 0,7 3 0</inkml:trace>
  <inkml:trace contextRef="#ctx0" brushRef="#br0">33219 16575 11272,'-8'7'578,"0"1"1,5 6-1,-4 2-470,-1 3 0,4-1 0,-6 6 0,0 1-114,2 2 0,-3 1 1,5-4-1,0-5-110,-1-3 0,2-2 19,5 1 1,2-9 0,3-6 0,3-8 84,0-5 1,4-6 0,-2-2 0,1-1 34,-1-4 0,1-1 0,-5-2 0,1 1-108,-1-1 0,4 0 1,-5 0-1,-2 0-7,-2 1 1,-1-1 0,0 2 176,0 3 1,-1 5 197,-4 9 0,2 5 0,-5 12-85,1 7 0,1 0 0,3 6 1,-4-3-246,-1 2 1,4-1 0,-4 4 0,0 1-201,0-1 0,4-4 1,0 1-1,2-3-215,2-2 1,0 1-1,2-1-411,2 0 0,4-6 873,7-3 0,38-16 0,9-5 0</inkml:trace>
  <inkml:trace contextRef="#ctx0" brushRef="#br0">16847 18892 8268,'8'0'-82,"6"0"0,1 0 0,9 0 310,8 0 0,19 1 0,19 3 0,-26-2 0,3 0-212,8 0 1,4 0 0,7-1 0,3-1 0,10 0 0,1 0-335,-26 0 0,0 0 1,4 0-1,0 0 1,4 0-1,2 0 1,0 0-1,3 0 1,0 0-1,0 0 1,0 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5107 11467 8513,'-14'0'0,"-1"0"-304,1 0 0,4 5 1,1 0-1,-2-2 52,-2-1 1,-2-2 0,1 0-1,0 0 269,-1 0 0,1 0 0,-1 0 49,1 0 1,0 0-1,-1 0 163,1 0 0,6-2 0,2-1 105,-1-2 1,7-6-177,0 1 0,2 4 0,9 0 0,3 1 1,5 0 124,4 2 1,7 1 0,10 2-1,7 0-131,5 0 0,12 0 0,10 0 0,-31 0 0,3 0-179,8 0 1,1 0 0,6 1 0,3 0 0,11 0 0,3 1-182,-24 0 0,0-1 1,6 1-1,11-1 1,8 1-1,3-1 1,1 0-1,-9-1 1,0 0-1,-1 0 1,1 0-1,0 0 1</inkml:trace>
  <inkml:trace contextRef="#ctx0" brushRef="#br0">10445 11324 8380,'22'0'24,"0"0"0,-2-2 0,5-1 214,7-2 0,6-6 0,10 1 0,7-3-16,6-1 1,6 0 0,13 1-223,-38 10 0,7-4 0,0-9 0,10-8 0,5-5 0,3-1 0,-1 1 0,8-1 0,0 0 0,1-1 0,-1 1 0,0-1 0</inkml:trace>
  <inkml:trace contextRef="#ctx0" brushRef="#br0">4676 14216 8429,'20'-12'0,"6"-2"79,6-2 1,8-5-1,13 2 1,10 1 78,11 2 0,-33 9 1,1 0-1,6 0 0,2 0 1,5 0-1,2 1-126,5 1 1,2 0-1,2-1 1,2 1 0,3 2-1,0 1 1,2 1-1,0-1-374,4 1 1,1 1 0,-23-1 0,1 1 0,1 1-1,3-1 1,2 0 0,0 0 0,1 0 0,1 0 0,0 0 253,0 0 1,0 0 0,0 0 0,5 0-1,1 0 1,1 0 0,1 0 0,0 0-1,1 0 1,4 0 0,1 0 0,0 0-149,-16 0 0,0 0 0,1 0 0,0 0 0,0-1 0,1 1 0,0 0 0,1-1 0,3 0 0,0-1 0,1 1 0,1-1 238,0-1 0,1-1 0,0 0 0,1 0 0,2 0 0,1 1 0,1-1 0,0-1 0,3 0 0,2-1 0,0-1 0,0 1 0,-14 1 0,1 1 0,-1-1 0,1 0 0,0 0 0,2 0 0,0 1 0,1-1 0,0 0 0,0 0 31,0 0 0,1 1 1,0-1-1,-1 0 1,1 0-1,0 1 1,1-1-1,-1 1 1,1-1-1,0 1 1,2-1-1,1 0 1,0-1-1,0 1 1,0 0-1,1 1 1,0-1-1,0 1 1,0 0-1,0 0-16,1 1 1,1 0 0,-1-1 0,1 1 0,-1 0-18,-2 1 0,-1-1 0,0 1 0,1 0 0,-1 0 0,1 1 0</inkml:trace>
  <inkml:trace contextRef="#ctx0" brushRef="#br0">3366 15726 8212,'-30'0'0,"-2"0"-7,-2 0 1,1-4-1,4-1 1,0 3 159,0 5 0,2 1 1,3 5-1,7 2 85,6 2 1,4 3 0,7 2-1,2 2-90,3 3 1,4-4 0,12 3 0,6-1-93,5-3 1,8 3 0,-2-2 0,4-2-105,1-1 1,-6-1 0,-4-1-1,-4 0 16,-5 1 0,-5-1 1,-7 1-1,-4 1 151,-2 3 0,-9-2 0,-12 6 1,-9-1-56,-8 1 1,-4-4 0,-9 5 0,-1 1-272,-2 2 1,1-4 0,7-2-1,4-2-12,0 0 0,0-1 0,5-9 0,6-2-155,2-1 1,-1-4-260,5 2 1,10-8-1,13-6 633,14-3 0,40-24 0,18-11 0,-21 14 0,0 0 0,0 0 0</inkml:trace>
  <inkml:trace contextRef="#ctx0" brushRef="#br0">4100 15798 8504,'-6'-9'235,"-4"-1"1,-3 7 0,-1-2-1,-2 3-41,-3 2 0,1 7 1,-6 4-1,-1 8 11,-3 10 0,1 6 0,3 10 0,7 3-54,5 5 1,1 3 0,8 0 0,5-5-182,6-8 1,16-8 0,6-13 0,5-7-84,5-9 0,2-17 0,1-10 1,-2-9 192,-2-8 1,-6-10 0,-9-4 0,-4 0-54,-4-1 0,-8 5 1,-4-3-1,-4 1 10,-4 4 0,-6 3 1,-9 4-1,-5 7-403,-3 7 1,-4 9 0,-1 8-1,-1 3-447,1 7 1,8 4 0,5 10 0,4 3 812,6 5 0,4 3 0,10 2 0,22-2 0,11 0 0,5 4 0,0-1 0</inkml:trace>
  <inkml:trace contextRef="#ctx0" brushRef="#br0">4791 15439 7915,'-29'-29'83,"0"0"1,0 7 0,2 4 0,2 7 282,1 6 0,6 7 0,-1 7 0,3 12 62,1 9 1,1 9 0,1 9 0,4 6-241,4 7 0,-2 1 1,3 9-1,0 0-191,3-2 1,2 3 0,4-6 0,5-1-499,3-2 1,-1-11 0,0-5 0,-3-9-1887,2-9 2387,-4-7 0,-7-46 0,-8-9 0</inkml:trace>
  <inkml:trace contextRef="#ctx0" brushRef="#br0">4431 16000 7915,'10'0'-1249,"-1"0"1134,2 0 1,2 1-1,3 2 1,3 2 114,5-2 0,5-1 0,5-4 0,4-2 0,8-11 0,7-4 0,5-4 0,-1 0 0</inkml:trace>
  <inkml:trace contextRef="#ctx0" brushRef="#br0">4934 15784 7915,'0'-16'73,"0"-3"0,-4 1 1,-3-4-1,-1 1 479,-3 3 0,3 2 0,-1 4-40,-3 2 0,4 7 1,0 12-1,2 12-164,3 10 0,1 7 0,2 10 0,0 6-615,0 7 0,2 0 0,1 4 0,3-2-1306,2-7 0,-3 0 1573,5-8 0,25-26 0,11-11 0</inkml:trace>
  <inkml:trace contextRef="#ctx0" brushRef="#br0">4690 16086 7915,'-2'-14'0,"-1"-1"396,-2 1 0,1-1 0,5 3 0,4 0-349,4 3 0,9 4 0,4-3 0,4 0-731,4 0 1,9 3 0,-2-3 683,-1 2 0,24-13 0,11-5 0,4 0 0,-1 0 0</inkml:trace>
  <inkml:trace contextRef="#ctx0" brushRef="#br0">5179 15856 7915,'-14'14'178,"-1"1"1,2-1 0,2 0 0,2 1 245,-2-1 1,3 5-1,-2 2 1,0 1-171,2 4 1,2-4 0,6 1-1,0-2 91,0-4 0,2-2-34,2-6 1,3-9-1,4-9 1,-1-6 58,1-4 0,-3-3 0,0-7 0,0 0-212,0 0 0,0 2 0,3 2 0,-3 1-228,-2-2 0,5 5 1,-3 2-1,2 3-326,0 2 1,-6 6 0,4 4-168,-1 8 1,-2 5-1,-5 12 1,0 6-5,0 5 0,0 7 0,0-6 0,0-1 256,0-2 1,0-2 0,0-4-1,-2-5 720,-3-3 0,2-3 194,-7-4 0,6-9 1,-4-9-1,1-6-52,4-4 1,1-3 0,2-6 0,2 3-139,3 1 0,3 0 1,8-5-1,1 2-322,3 3 0,4 3 0,-4 7 1,3 1-187,2 3 1,-2 4 0,-1 6 0,-1 3-642,-4 7 0,-2 6 1,-4 14-1,-3 4-1297,-2 4 2033,-1 4 0,9-6 0,4 3 0,2 2 0,0 1 0</inkml:trace>
  <inkml:trace contextRef="#ctx0" brushRef="#br0">5870 15841 7913,'-20'-14'-573,"0"0"0,-1-1 939,0 1 0,7 1 0,4 3 1,-1 6 325,-2 2 1,0 10 0,2 6-1,3 9-453,2 4 1,1 7 0,5 1 0,0 0-160,0 0 0,2-1 0,2-6 0,6 1-80,3 0 1,1-11 0,1-6 0,1-4 53,3-4 0,-3-4 1,3-5-1,-3-6 295,-2-7 0,-1-4 0,-2-9 0,-3-1-29,-1-1 1,2-2-1,-4 3 1,-2-2-131,-1 2 0,-2 2 0,0 2 0,0 4-127,0 5 0,0 11-536,0 8 1,0 15-1,1 13 1,3 11-449,0 7 1,6 5-1,-4 5 1,2-3 920,4-5 0,21-18 0,10-2 0,4 1 0,1 1 0</inkml:trace>
  <inkml:trace contextRef="#ctx0" brushRef="#br0">6172 15582 7858,'-15'-8'0,"6"-3"0,-1 6 500,-1 2 0,5 13 0,1 7 0,3 7-575,2 7 1,0 7 0,0 1 0,0 2 74,0 2 0,0 7 0,0 7 0,0 5 0,0-1 0</inkml:trace>
  <inkml:trace contextRef="#ctx0" brushRef="#br0">6201 15582 7837,'-10'-9'-258,"0"-1"-57,-1-1 0,3 5 0,0-1 0,0 2 1139,0 1 1,3-1-1,-3 6-370,2 4 1,1 5-1,5 9-172,0 5 1,0 11 0,0 8 0,2 9 0,1 5-315,2 5 0,1 9 1,-3 7-1,2 0-469,-2 1 1,1-4-1,-1-8 501,2-5 0,31-47 0,4-14 0</inkml:trace>
  <inkml:trace contextRef="#ctx0" brushRef="#br0">6373 15640 7837,'-29'16'167,"1"3"1,-6 4 0,-3 9-1,-3 4 42,-4 7 0,-4 10 1,0 2-1,-5 5-296,25-26 0,0-1 1,0 2-1,2-1 1,-21 32-1,14-10-1172,10-12 1259,14-13 0,47-62 0,18-18 0</inkml:trace>
  <inkml:trace contextRef="#ctx0" brushRef="#br0">7078 15050 7864,'0'-41'0,"0"4"-173,0 8 1,-3 8-1,-7 12 1,-9 5 231,-6 8 0,-6 12 0,-2 14 0,-4 12 340,0 9 0,2 13 1,6 8-1,15-32 1,-1 1-289,1 3 1,0 2 0,-1 3 0,2 1 0,1 3 0,2 1 0,2-1 0,2 1-148,2-1 1,1 1 0,2 1-1,1 0 1,1-1 0,1 0-1,2-2 1,1-1-175,4-1 0,2-2 1,0-4-1,3-2 210,15 21 0,5-1 0,2-12 0,6-4 0,4-5 0</inkml:trace>
  <inkml:trace contextRef="#ctx0" brushRef="#br0">7524 15467 7864,'-22'-19'10,"3"0"0,-2 0 1,2 4-1,1 1 299,2 0 0,-3-1 1,0 2-1,1 4 134,2 4 1,2 5-1,-1 8 1,1 11-99,0 13 1,1 15 0,2 9 0,1 9-140,-1 12 0,7-36 0,1 1 0,1 1 0,0 0 0,0 0 0,2 1-249,-1-1 1,2 0 0,2-1-1,0-1 1,7 39 0,4-8-840,6-7 1,-4-12 0,4-21 0,-1-8-756,1-9 1,-1-7 1636,-5-8 0,1-52 0,-1-12 0</inkml:trace>
  <inkml:trace contextRef="#ctx0" brushRef="#br0">7107 15928 7864,'8'14'0,"-2"-1"0,-1-2 438,0-1 0,8-5 0,-1 3-316,6-2 0,8 3 0,-2-4 0,3 0-1292,2 1 1170,12-4 0,12-12 0,9-5 0,11-5 0,0 0 0</inkml:trace>
  <inkml:trace contextRef="#ctx0" brushRef="#br0">7740 14964 8120,'8'-7'255,"5"7"0,-2 2 45,6 11 1,7 17 0,10 21 0,-15-16 0,0 4 82,3 8 0,-2 3 0,1 12 0,-2 4 0,-1 9 0,-3 2 0,-2 1 0,-3 1-416,-2-3 1,-3 0 0,-4-7 0,-2-2 0,-4-10 0,-2-1-765,-1-4 0,-1-2 0,-1-2 0,-3-3 797,2-3 0,-6-2 0,-19 0 0,-8-2 0,-3-2 0,1 0 0</inkml:trace>
  <inkml:trace contextRef="#ctx0" brushRef="#br0">8661 16100 7958,'-15'0'0,"1"0"542,0 0 1,4 0-52,0 0 1,7 7 0,0 2 0,8 4-118,9 2 1,10-1-1,14 0 1,14-1-456,12-3 0,11-4 0,-30-5 1,1-2-1,2 1 0,0-1-234,1-1 1,1-1 0,-1-3 0,-1-3 314,-2 0 0,-1-6 0,8-17 0,-2-8 0,-3-2 0,0 0 0</inkml:trace>
  <inkml:trace contextRef="#ctx0" brushRef="#br0">8833 15769 7929,'-8'-6'219,"2"-2"1,6-6 0,3-1 210,7 1 1,15 4 0,23 2 0,15 2-60,10 3-371,-32 2 0,4 0 0,15-2 0,7-2 0,3 0 0,6 0 0,0 0 0,1-1 0</inkml:trace>
  <inkml:trace contextRef="#ctx0" brushRef="#br0">11509 14877 8014,'-1'-17'0,"-4"1"93,-5 3 0,-3 2 1,-1-4-1,0 1 225,-1 0 1,-4-1 0,0 1 0,1 0-4,2-1 0,2 7 0,0 3 1,-1 4-45,1 1 0,-2 14 0,-2 12 0,-1 15-38,2 15 1,1 15 0,8-29 0,1 2 0,0 5 0,0 1 12,-1 6 0,1 3 0,0 9 1,0 2-1,0 7 0,1 2 1,3-21-1,-1 2 0,2 0-236,0 2 1,0 2 0,1 0-1,-1 3 1,-1 1 0,1 0 0,1 2-1,-1-1 1,1 1 0,-1 1-1,1-1 1,0 0 53,1 1 0,-1 0 1,1-1-1,0-8 1,0 0-1,0-1 1,0-2-1,1-1 1,1-1-1,2 22 1,3-3-314,4-5 1,2-3-1,3-6 1,2-2-1,2-4 1,3-2-1,-1-4 1,1-2-1120,0-7 0,2-2 0,19 28 1368,4-14 0,-1-5 0,1-10 0,3-3 0</inkml:trace>
  <inkml:trace contextRef="#ctx0" brushRef="#br0">16573 15180 8260,'20'-15'0,"-1"2"504,-2 4 1,1 2 0,1 12 0,7 13-71,6 20 1,0 26 0,-13-18 0,-2 4-1,1 9 1,-2 4-248,-1 10 0,-3 4 1,-4-17-1,-1 3 1,-1 1-1,-2 5 1,-1 1-1,-2 0 1,0 1-1,-2 0 1,-1 0-366,-1 0 0,-1 0 0,-1 0 1,-2-5-1,0 0 0,-2 0 1,-1-1-1,-1 0 0,-1 0 0,0-4 1,-1 0-1,1-1 194,0-3 1,-1-1 0,1-1 0,-6 19-1,1-3 1,2-8 0,1-2 0,0-4-1,-1-1-482,1-3 0,0 0 0,2-6 0,1-2 0,2-4 0,1-2 0,-4 25 466,8-13 0,-3-12 0,2-6 0,1-2 0</inkml:trace>
  <inkml:trace contextRef="#ctx0" brushRef="#br0">12646 14647 8053,'-7'-14'0,"6"4"0,-6 1 0,1-3 29,-4 0 1,2-1 0,0 2 0,0 1 151,0-1 0,5-2 1,-3 0-1,1 2-193,0 2 0,1 4-52,4-5-210,0 1 1,1 7-1,2 7-176,2 6 1,0 3 0,-5 1 449,0-1 0,13 20 0,3 4 0</inkml:trace>
  <inkml:trace contextRef="#ctx0" brushRef="#br0">12358 15064 8053,'-14'0'0,"-1"-1"2169,1-4-1579,0 3 1,9-4-1,8 6 1,11 0-84,7 0 0,3-2 0,5-1 0,1-3-109,4-2 0,1 3 0,3-4 1,-2-4-175,-1-5 0,-5 2 1,4-5-1,-7 1-63,-8-4 0,-1 1 1,-14 1-1,-4-1-2,-8 1 1,-8 4 0,-14-1 0,-4 5-222,-4 4 0,-8 4 0,-2 8 0,1 2-18,3 6 1,0 11 0,3 7-1,3 11-19,4 7 1,10 10 0,5 7 0,4-1 29,6 2 1,6-5 0,12 2-1,12-9-739,9-8 1,9-11 0,9-14 0,4-9-1492,4-7 0,5-16 2299,-3-6 0,-17 6 0,-14 1 0</inkml:trace>
  <inkml:trace contextRef="#ctx0" brushRef="#br0">13236 14359 7940,'-7'-36'-46,"-1"-4"1,-6 6-1,-2 2 174,-3 2 1,1 6 0,-6 1 0,0 4 225,2 6 0,1 1 0,5 7 0,0 3 164,2 5 0,-7 7 0,10 9 0,1 7-67,2 6 1,2 5 0,3 7 0,-2 4-296,2 5 0,-1 3 1,1 0-1,-2-2-382,2-1 0,2-5 0,2 3 0,2-1-578,2-4 0,6-8 0,-1-4 0,3-5-83,1-5 1,0-5-1,1-9 887,-1-6 0,-25-79 0,2 27 0,0 0 0</inkml:trace>
  <inkml:trace contextRef="#ctx0" brushRef="#br0">12747 14590 7918,'-8'1'2,"4"2"1,9 2-18,10-2 0,5-1 0,11-2 0,2 0-243,6 0 1,7 0 0,4 0-1,1-2 34,3-2 0,-4 0 1,-4-5-1,-6-2 224,-7-2 0,-9 5 0,-6 1 0,-7 1 0,-4 6 0,-9-2 0,-3 7 80,-4 3 1,-3 2 0,1 6 0,3 1 166,2 3 0,1 0 0,5 0 0,0 4-27,0 3 0,0-3 0,2-2 0,2-1-47,6-4 0,1-1 0,0-3 0,-1-3 323,1-5 1,2-5 0,0-7-20,-4-7 0,3-2 0,-8-8 0,0 0-96,-3 2 1,-1-6 0,0 6 0,-1-2-352,-4 0 1,-2 6 0,-4-1 0,2 5-187,-3 4 0,0-1 0,-3 6-2719,1 2 2875,6 1 0,-5 9 0,5 1 0</inkml:trace>
  <inkml:trace contextRef="#ctx0" brushRef="#br0">13365 15093 7897,'-24'19'-76,"0"1"1,2 0 0,-4-2-1,4 3 208,1 1 0,4-4 0,5 3 0,4-2-96,2 0 1,1 0 0,5-5-383,0 1 0,0-6-128,0 1 0,7-7 336,2 2 0,-1-5 1,2-3 103,1-2 0,2-11 1,3 0-1,3-5 19,5-4 0,3-7 0,3-3 0,4-2 15,4-3 0,2-2 0,0-1 0,-1-2 0,1-3 0,1 2 0,2-5 0,-1 1 287,-4 4 1,2 1-1,-8 4 1,-5 4 496,-6 8 1,-11 10-1,-10 16-453,-13 12 1,-13 23 0,-23 18 0,19-21 0,-1 1-193,-6 3 1,-1 1 0,-2 7 0,-2 1 0,-6 3 0,-1 1 0,-2 4 0,0 1-107,-3 4 1,-1 0 0,-2 1-1,0 0 1,19-15 0,0 0-1,-1 0 1,1 0 0,0 0 0,-1 0-239,0 1 0,1-1 0,0 0 0,-13 15 0,1-1 1,6-1-1,2-2 0,8-7 0,4 0-594,9-9 0,2-1 799,-6 21 0,15-8 0,10-9 0,10-4 0</inkml:trace>
  <inkml:trace contextRef="#ctx0" brushRef="#br0">13149 15913 7913,'0'7'744,"0"-7"1,7-7 0,4-7 0,7-2-447,6-3 0,3-4 0,3-5 0,2-3-105,2-2 1,-1 1 0,-4-5 0,-3 3-117,-7 7 1,-2 0 0,-14 8 0,-4 3-70,-7 5 0,-13 6 1,-8 10-1,-7 6-88,-6 6 1,0 11 0,2 7 0,4 2 135,1 3 1,1 6 0,7 2 0,3 0-126,5 1 1,9-4 0,8 2 0,9-6-199,7-3 1,15-12 0,1-2-1,7-8-2591,8-6 2858,-2-4 0,16-42 0,8-18 0,-20 17 0,-1 0 0,0 0 0</inkml:trace>
  <inkml:trace contextRef="#ctx0" brushRef="#br0">13840 15079 7913,'-19'-13'0,"0"2"235,1 1 1,2 2-1,2-1 1,-1 4 261,1 3 0,-1 5 1,3 5-114,2 7 1,2 10 0,5 4 0,-2 8-188,2 5 1,1 2 0,2 3 0,0 2-299,0 2 1,2-4-1,1 1 1,3-3-549,2-2 1,0-2 0,4-4 0,-3-8 648,2-8 0,9-50 0,2-13 0</inkml:trace>
  <inkml:trace contextRef="#ctx0" brushRef="#br0">13595 15453 7913,'0'-14'132,"0"-1"1,0 6 0,2 1 0,3 0 118,4 0 0,4 4 0,3 0 0,3 2-641,5 2 0,5 2 0,3 1 390,2 2 0,31 6 0,4-3 0</inkml:trace>
  <inkml:trace contextRef="#ctx0" brushRef="#br0">13941 15482 7913,'-15'0'26,"6"0"0,-1 1 0,-1 4 258,-2 5 0,-1 2 0,-1 3 1,3-1-103,2 1 0,4-1 0,6 0 0,0 1-78,0-1 1,6 1 0,4-3-1,2-2 122,3-5 1,1-4 0,1-1 0,2 0 31,-1 0 0,-2-6 0,-2-4 0,1-4-38,-1-5 1,-1 3 0,-2-3-1,-3 3-92,-1 1 0,-3 1 0,-4 0 0,-1 1-460,-4 3 0,-5-1-652,-9 6 1,3 0 0,-3 7-1,5 3 984,4 4 0,23 23 0,11 7 0</inkml:trace>
  <inkml:trace contextRef="#ctx0" brushRef="#br0">14387 15597 7896,'-5'-10'0,"-2"1"541,-1-3 1,4 1-219,-6 2 1,7 4-1,-2 10 1,3 6-68,2 6 0,0 7 0,0 10 0,0 6-240,0 6 1,0 5 0,0 7 0,0 0-569,0-1 0,0 1 0,0-2 0,0-5 552,0-8 0,20-45 0,4-17 0</inkml:trace>
  <inkml:trace contextRef="#ctx0" brushRef="#br0">14214 15942 7896,'-6'-14'273,"-1"-1"1,-2 1 83,4 0 1,5 1 0,5 2 0,6 3-605,6 1 1,6 2 0,6 5-1,1-1-518,3-4 0,3 3 765,2-2 0,3 5 0,4 2 0,2 1 0,-1 0 0</inkml:trace>
  <inkml:trace contextRef="#ctx0" brushRef="#br0">14789 15942 8566,'10'-14'431,"0"-1"0,-6 1 0,6 0 0,0-1-30,-2 1 0,3-1 0,-5 1 0,1 0 15,-1-1 0,-1 1 0,-5-1-181,0 1 0,-7 1 0,-2 4-107,-4 4 0,-8 5 0,-3 5 0,-3 4 0,-2 4 100,1 1 0,4 7 0,1 3 0,4 3-227,6 2 1,0 0 0,9 0 0,0 0-448,3-1 0,2 1 1,6 0-1,7-2-687,9-3 0,5-3 1,6-8 1132,4-4 0,3-21 0,5-8 0,3-4 0,1 0 0</inkml:trace>
  <inkml:trace contextRef="#ctx0" brushRef="#br0">15322 15064 7862,'-23'-19'0,"4"0"311,3 2 1,2-4 0,-1 2 0,3 1 249,2 2 0,-3 2 0,4 1 0,-4 3-178,-1 5 0,4 4 0,0 1 1,1 3-133,1 7 1,-5 6-1,3 14 1,-1 4-200,2 4 1,1 3 0,4 4 0,0 2-551,0 1 1,3 0 0,2-5-1,4 0-966,5 0 1,3-1 1463,1-4 0,13-16 0,4-9 0</inkml:trace>
  <inkml:trace contextRef="#ctx0" brushRef="#br0">15020 15424 7862,'0'-14'0,"0"-1"571,0 1 0,0 4 0,1 2 0,4 0-396,5 0 1,7 5 0,6-2 0,2 4-820,6 1 1,5 0 643,-2 0 0,-7 0 0,-6 0 0</inkml:trace>
  <inkml:trace contextRef="#ctx0" brushRef="#br0">15610 15367 7844,'-15'14'-499,"1"0"1,-1 2 0,1 4 807,0 4 1,-1 4 0,1 4-1,1 2-1491,3-2 1182,4 5 0,25-13 0,5 3 0</inkml:trace>
  <inkml:trace contextRef="#ctx0" brushRef="#br0">12416 17669 8019,'-10'-2'471,"2"-3"-58,2-4 1,2 1 0,9 0-1,6 0-170,7 0 0,4-2 1,7-4-1,0-1-69,0 1 1,1 0 0,2-1 0,2 1-67,-2-1 0,-7 1 1,-2 0-1,-4-1 9,-6 1 0,-1 0 0,-7-1-72,-2 1 0,-7 6 0,-8 3 0,-5 3-56,-7 2 1,-10 7-1,-4 2 1,-4 6-37,-1 4 1,2 3-1,1 9 1,1 2 258,-1 6 1,7-3-1,4 4 1,8 4-141,5 2 0,8 3 1,7-4-1,9 0-439,11-3 0,13-9 1,8-1-1,6-6-709,7-7 1,3-10-1,1-4 1076,1-3 0,-3-27 0,13-16 0,1-2 0,-13 9 0,0 0 0,1 0 0,-1 0 0</inkml:trace>
  <inkml:trace contextRef="#ctx0" brushRef="#br0">13308 17079 8019,'-7'-23'74,"-1"-2"0,-6 6 0,-1 1 222,1 2 1,0 8-1,-1 3 1,1 4 200,0 1 0,-1 8 0,1 6 0,1 8-44,3 6 1,-2 7-1,4 3 1,-2 5-236,0 5 0,2 3 1,-1 7-1,4 0-220,3-1 0,2 1 0,0-2 1,2-4-609,3-4 0,3-8 0,6-5 1,1-3-3079,-1-4 3688,0-9 0,-6-30 0,-1-15 0</inkml:trace>
  <inkml:trace contextRef="#ctx0" brushRef="#br0">13005 17410 8019,'-14'0'0,"5"0"0,-1 0 1355,-1 0-453,-2 0 0,8 0-875,10 0 1,5 0 0,15-2-1,4-1-1017,3-2 990,8 0 0,7-1 0,7 0 0,7-2 0,1 0 0</inkml:trace>
  <inkml:trace contextRef="#ctx0" brushRef="#br0">13423 17568 8788,'-2'-13'1047,"-3"4"1,-3-1-1106,-6 10 1,6 5-1,3 12 1,4 4-1335,1 2 1392,0-6 0,12 42 0,4 4 0</inkml:trace>
  <inkml:trace contextRef="#ctx0" brushRef="#br0">14128 17251 7845,'8'-38'0,"-2"1"0,-1 2 389,0 3 0,4 8 0,-4 5 1,-2 3 129,-1 2 1,-4 7-1,-3 7 1,-4 11-265,-4 12 1,-13 14 0,-4 17-1,-7 8-246,15-26 1,0 0 0,-3 7 0,-2 1 0,-3 5 0,-2 2 0,-2 5 0,-1 0-155,-2 6 0,-1-1 1,1-1-1,-1 0 0,-2 5 1,0 0-1,0-2 0,0 0-86,0-1 0,0-1 1,3-2-1,-1-1 1,1-5-1,1-1 1,3-3-1,3-2-290,5-6 0,2-2 0,-13 22 1,13-20 520,9-10 0,6-6 0,8-10 0,0-4 0</inkml:trace>
  <inkml:trace contextRef="#ctx0" brushRef="#br0">13682 18460 7753,'-7'14'-107,"-2"1"1,1-1 799,-2 1 0,9-7-163,1-4 1,6-2-1,8-4 1,2-2-89,3-6 1,-3-3-1,5-1 1,-2-1-262,1 1 1,-1-5 0,-3 0 0,0 0-154,-2-2 1,4 5 0,-10-3-1,0 1 49,-4-1 0,-2 8 1,-4-2-1,-4 5-148,-8 5 1,-7 3 0,-9 4-1,-2 8 119,-2 5 1,0 12-1,6 8 1,-1 3-186,0 3 0,7-3 1,4 8-1,7-3-577,6-2 1,12-6 0,7-6-2059,8-5 2772,6-5 0,45-32 0,-31 2 0,1 0 0</inkml:trace>
  <inkml:trace contextRef="#ctx0" brushRef="#br0">14444 17769 7864,'-6'-9'0,"-4"-2"70,-3-5 0,-1 1 0,0-4 1,-2 3 257,-4 2 0,3-1 0,-5 3 1,1 2 93,3 5 0,2 4 0,2 1 0,-1 3-46,1 6 1,4 7 0,2 13-297,2 0 0,1 6 1,5 3-1,0 4 1,0 1-406,0 0 1,0 0 0,2 1 0,1-1-559,2 0 0,4-1 0,-2-6 1,-1-7-905,1-8 1787,4-5 0,3-47 0,9-10 0</inkml:trace>
  <inkml:trace contextRef="#ctx0" brushRef="#br0">14171 18072 7864,'-5'-15'-250,"0"1"0,0 4 724,5 1 0,2 4 0,3-3 0,4 1-712,4 4 0,8 2 0,3 1 238,3 0 0,47 12 0,-32-4 0,0 0 0</inkml:trace>
  <inkml:trace contextRef="#ctx0" brushRef="#br0">14444 18072 7864,'-14'0'259,"-1"0"0,1 6 0,1 4 118,4 2 1,2 3 0,7-1-205,0 1 1,2-1-1,3-1-1,4-4 1,4-2 0,1-7-44,1 0 0,-1 0 1,-1-2-1,-3-3-34,-6-4 1,3 1 0,-2-2-1,-2-1-159,-2-2 0,4-1 0,0-1-1878,-2 1 1942,-1 0 0,-2-1 0,0 1 0</inkml:trace>
  <inkml:trace contextRef="#ctx0" brushRef="#br0">14761 18518 7805,'-15'0'416,"6"1"319,-1 4 0,9-3-487,1 2 1,6-2 0,8-4 0,2-2-20,3-6 0,-1 0 0,4-2 0,-1-4-56,-3 0 0,-1-2 1,1 1-1,1-3-66,-1 3 1,-4-4-1,-3 0 1,-3 0-127,-1 1 1,-3 0-1,-4 6 1,0 0-80,0-1 1,-6 7-1,-3 3 41,-4 4 0,-2 4 0,1 5 0,0 8-173,-1 5 0,1 4 0,-1 7 0,1 4-274,0 0 0,-1 3 1,1 4-1,1 0-1298,3 0 1802,-2 0 0,10 7 0,-4 1 0</inkml:trace>
  <inkml:trace contextRef="#ctx0" brushRef="#br0">14919 18172 7841,'-6'10'262,"-4"0"1,2-6 0,0 6-1,0-1 454,0-1 1,3 10 0,-3-2 0,2 5-179,3 4 0,-4 7 0,2 5 0,2 3-335,2 5 0,-4 8 0,0-1 0,2 4-715,1 2 1,2-7 0,0-5 0,0-6-3657,0-6 4168,7-10 0,7-54 0,8-20 0</inkml:trace>
  <inkml:trace contextRef="#ctx0" brushRef="#br0">14674 18590 7841,'0'-15'640,"0"1"1,0-1-1,0 1 1,4 0-295,5-1 0,2 2 0,13 2 0,2 2-867,1-3 0,3 4 1,4 0-1,3 1 521,0-1 0,3-5 0,6-3 0,0-3 0,1-1 0</inkml:trace>
  <inkml:trace contextRef="#ctx0" brushRef="#br0">15149 18561 8024,'-8'-2'810,"3"-3"1,4-3 0,2-6 0,4 0-243,5-1 0,3-1 0,1-1 0,0-4-281,1-1 1,-1-1 0,0-2 0,1 2-136,-1 2 0,-1-3 0,-2 5-211,-1 2 0,-9 7 1,-2 5 163,-12 4 1,-3 9-1,-6 6 1,-1 10 69,1 8 0,3 0 0,-4 5 0,3-1-138,2 1 0,4 0 1,4 1-1,5-2-896,4-1 1,4-6 0,5 1 0,8-8-1037,5-6 1,7 0 1894,6-11 0,9-33 0,5-16 0,2-4 0,1 0 0</inkml:trace>
  <inkml:trace contextRef="#ctx0" brushRef="#br0">15782 17827 7785,'-14'-14'84,"-1"-2"0,-1-2 233,-3-1 0,2-5 0,-6 5 1,2 1 630,4 2 1,1 8 0,2 3-468,-1 4 0,7 7 0,3 5 0,4 7-386,1 6 1,0 9-1,0 6 0,0 2-262,0 3 1,1 0-1,3 4 1,0 3-771,0 1 1,-3-3 0,1-7 0,1-2 936,2-2 0,6-25 0,-3-2 0</inkml:trace>
  <inkml:trace contextRef="#ctx0" brushRef="#br0">15610 18115 7785,'-5'-19'0,"0"-2"0,2 0 715,1 0 1,2 2-1,0 5 1,2 1-678,3 3 0,3-1 1,8 6-1,1 2-593,2 1 0,2 2 0,-3 2 555,1 3 0,45 41 0,-29-15 0,0 1 0</inkml:trace>
  <inkml:trace contextRef="#ctx0" brushRef="#br0">15854 18144 7785,'0'25'218,"0"4"0,-2-8 0,-1 7 1,-3 0 392,-2-1 1,0 6 0,-2-1 0,6-4 473,2-8-1085,2-4 0,26-54 0,12-31 0,2 0 0,0 1 0</inkml:trace>
  <inkml:trace contextRef="#ctx0" brushRef="#br0">17825 17280 7710,'-22'-6'1221,"3"3"0,7-5-462,3 1 0,7 2 0,4 7 1,11 1-205,9 2 1,11 5-1,9-6 1,9 0-729,12-3 0,0-1 0,6 0 0,5-1-2121,6-4 2294,-2-3 0,-36-20 0,2-12 0,-1-2 0,3-3 0,-1 0 0,0 0 0</inkml:trace>
  <inkml:trace contextRef="#ctx0" brushRef="#br0">17897 16805 9163,'-19'-20'553,"0"-4"1,6-4 0,8 0 0,5 1-39,5 3 1,17 3 0,18 6 0,16 3-295,15 2 1,-31 6 0,3 2-1,5 1 1,3 2-222,1-2 0,6 2 0,6 3 0,6 3 0,2 1 0,4 0 0,0 0 0,-1 0 0</inkml:trace>
  <inkml:trace contextRef="#ctx0" brushRef="#br0">10660 11021 8368,'-4'10'-366,"-3"-2"439,-1-2 0,-1 4 1707,-6-5 1,9 4-1165,6-4 1,13 5-1,12-5 1,9-2-335,9-2 1,15-1 0,15-1 0,-31-1 0,2 1-267,5-2 1,1 1 0,4-3 0,0 0-1,3 2 1,1 0 0,-1 0 0,-1-1-129,0 1 1,-2 0 0,-5 0 0,-3 1-1,32 2 1,-16 0-149,-18 0 1,-24 0 0,-24 2 0,-17 3 227,-14 4 0,-16 4 0,-20 3 0,-7 1 221,35-7 1,0 0 0,-6 2 0,0 0 0,0-2 0,-1 0-1,-1 1 1,0-1 92,1 0 1,0 1-1,1 1 1,-1 0-1,5-2 1,-1-1-1,1 1 1,1-1 140,-1 2 1,2-1 0,-31 5 0,9-1-1,9-8-93,8-4 0,8-2 1,3 0-1,4-2-51,5-2 1,8-6-1,10-8 1,5-1-93,4 2 1,4-4-1,6 2 1,11 1-459,5 2 0,17 0 0,7-2 0,10 1-63,9 4 0,8-1 1,-35 9-1,0 2 0,2-2 1,0 2 54,2 0 1,1 1 0,1-1 0,-1 0 0,1 0-1,0 1 1,-3 0 0,-1 2-411,35 3 0,-11 1 0,-8 5 0,-11 1 500,-14-2 0,-17 4 0,-13-4 0,-9 2 665,-10 0 1,-12-6 0,-13 4-1,-8 0 77,-9 0 1,-9 2 0,-9 4 0,-2 1-119,2-1 1,2 2 0,-1 2 0,-1 3-22,-2 1 0,8-4 1,12 1-1,9-5-252,8-4 0,16-2 0,13-5-411,8 2 1,7-2-1,17-6 1,10-4-334,10-1 0,4-6 0,9-5 1,5 1-131,7 2 1,1 2 0,2-1 0,0 1 230,-5 0 0,1 4 0,-4 2 0,-4 2 197,-2 2 0,-17 4 1,-6 5-1,-14 5-368,-12 3 0,-11 1 652,-4 0 0,-4-6 0,-2-1 0</inkml:trace>
  <inkml:trace contextRef="#ctx0" brushRef="#br0">20688 15669 8070,'-2'-39'330,"-2"1"1,-4 3-1,-5 1 1,2 12 100,1 9 0,5 7 0,-4 7 0,-2 7-54,-2 12 1,-3 16-1,-3 25 1,-5 14-145,10-31 0,0 2 0,-3 10 0,-1 3 1,-1 4-1,0 2 0,-2 5 0,0 2-26,7-20 1,-1 1 0,1 2-1,0 7 1,0 2 0,1 2-1,-1 7 1,0 2 0,2 0 0,0 5-1,0 1 1,2 0-300,3-18 0,0 0 1,1 0-1,1 0 1,-1 1-1,1 0 0,1-1 1,1 1-1,2 17 1,3 0-1,2 0 0,0-2 1,1 0-1,2-1 12,2-2 0,1 0 1,4-2-1,3-2 0,3-1 1,2-2-1,3-6 0,2-2 1,1-2 79,2-5 0,1-2 0,1-2 0,-1-4 0,1-2 0,1-1 0,21 18 0</inkml:trace>
  <inkml:trace contextRef="#ctx0" brushRef="#br0">22299 15165 8925,'-14'0'467,"6"2"0,2 3 1,1 4-39,0 4 0,-1 9 0,2 6 0,0 5-195,0 4 1,3 6 0,1 7 0,0 2-528,0 7 0,1 1 0,3 5 0,2-2-683,2-8 1,2-7 975,4-14 0,7-26 0,1-18 0</inkml:trace>
  <inkml:trace contextRef="#ctx0" brushRef="#br0">21537 16000 7907,'8'9'26,"-3"1"356,-4-7 1,-2 3 838,-4-6-763,3 7 0,-2-6-197,8 4 1,6-3 0,9-2-1,5 0 49,3 0 1,16-2 0,10-3 0,13-4-178,9-4 1,-30 8 0,3 0 0,4 1 0,3-1-1,4 0 1,2 0-132,5 1 1,2 0 0,-6-1 0,0-1 0,3 3 0,0 1 0,-5 1 0,-2-1-292,-2 1 0,-1 1 1,-5 2-1,-1 0 0,-6 1 1,-2-1 288,33 1 0,-21-52 0,-12-15 0</inkml:trace>
  <inkml:trace contextRef="#ctx0" brushRef="#br0">21897 16388 8025,'-8'-6'0,"0"-1"0,4-4 758,0 2-395,-1 5 0,5 0 1,0 10-1,0 8-78,0 9 0,0 9 0,0 5 0,0 4-411,0 9 0,0 6 0,0 4 0,0 4-478,0 2 0,0-1 604,0 3 0,0-30 0,0-13 0</inkml:trace>
  <inkml:trace contextRef="#ctx0" brushRef="#br0">22328 16446 7947,'0'-15'388,"-1"-1"1,-3-1 1335,0-2-1294,-8-1 1,6 19-1,-5 7 1,3 12-210,1 11 1,3 6 0,2 8-1,-1 2-283,-2 3 0,-1-2 0,2 7 0,0-1-578,0 0 1,3-4-1,1-8 1,1-4-1006,4 0 0,3-11 1645,7-11 0,-7 1 0,-2-7 0</inkml:trace>
  <inkml:trace contextRef="#ctx0" brushRef="#br0">22156 16676 7975,'1'-8'579,"6"3"-799,7 4 1,4 1-1,9 1 1,5 2 219,3 2 0,28 3 0,14 2 0,-19-5 0,-1 0 0,0 1 0</inkml:trace>
  <inkml:trace contextRef="#ctx0" brushRef="#br0">22717 16892 8387,'0'-10'896,"0"1"0,1 5 1,2-2-491,2 0 0,6 2 0,-1-4-182,3 2 0,1 0 0,1 2 0,1 0-177,3 0 1,-3-2 0,4 1-18,1 2 1,0-3 0,5-1 0,-2 1 0,0-2-82,-2 0 1,-1 0 0,-7-3-1,1 1 236,-1-1 1,-1-2-1,-4-1 71,-4-1 0,-3 1 0,-4 0 0,-4-1 18,-9 1 0,-1 1 0,-8 2 0,-1 3-13,-2 1 0,-2 3 0,0 4 0,2 1-50,3 4 0,-3 5 0,3 9 0,-2 5-26,2 3 0,3 8 0,9 2 0,2 3-334,5 3 1,5-8 0,5 7 0,8-5-702,9-6 0,5-2 1,15-5-1,4-6-3142,4-7 3992,3-5 0,-1-34 0,4-14 0,5-2 0,0 0 0</inkml:trace>
  <inkml:trace contextRef="#ctx0" brushRef="#br0">23292 16230 7835,'0'-14'11,"0"-1"1,-1 2 314,-4 4 0,3 1 158,-3 3 0,4 5-291,1 0 0,0 6 1,0 10-1,0 2-87,0 1 0,0 7 1,0-4-1,1 2-118,4 0 0,-2-6 1,5 1-1,-1-3-51,-4-2 1,3-4-1,1-2 127,1-2 0,1-1 0,4-8-28,-3-7 0,2 1 1,-2-12-1,1 2-15,-1-1 0,3 0 0,-5 2 0,1 0-67,1 6 1,-5-1 87,4 8 0,-6 2 0,2 9 0,-3 7-8,-2 5 0,0 6 1,0-4-1,0 1-25,0 0 0,0 3 0,1-5 121,4-1 1,-2-9 0,7-4 140,1-3 0,-3-4 0,0-3 0,0-4-74,0-4 1,-3-1 0,4-1-1,3 1-399,0-1 0,3 1 0,-1 0 202,1-1 0,31-25 0,8-6 0</inkml:trace>
  <inkml:trace contextRef="#ctx0" brushRef="#br0">23896 16316 7664,'0'-14'753,"0"4"2081,0 1-2089,-6 5 1,3-7-896,-7 6 1,7 2 149,-2 8 0,48-10 0,13 4 0</inkml:trace>
  <inkml:trace contextRef="#ctx0" brushRef="#br0">24328 16100 7861,'-10'-4'0,"2"-3"613,2-1 116,1 5 1,7-2 0,3 10-363,4 5 0,4 2 0,1 4 1,2 4-761,4 4 1,-5 3-1,5 3 1,-4 2-425,-2 2 1,0-1 816,1-4 0,12 19 0,3 5 0</inkml:trace>
  <inkml:trace contextRef="#ctx0" brushRef="#br0">24573 16057 7861,'-15'0'-78,"1"0"1,-5 2 0,-2 1 0,0 5-47,0 5 0,-4 0 1,1 12-1,-2 4-42,2 3 1,-1 6 0,5-3 0,3 1-338,1-1 503,1-2 0,14-4 0,2 0 0</inkml:trace>
  <inkml:trace contextRef="#ctx0" brushRef="#br0">24774 16072 8046,'-14'0'505,"1"6"1,2 4 0,3 4-396,1 5 1,-2 4 0,4 7 0,0 2-385,-1 2 1,4 1 0,-3-3-1,4 1-241,1-1 1,0-8 0,0-5 0,0-3 514,0-1 0,12-39 0,4-10 0</inkml:trace>
  <inkml:trace contextRef="#ctx0" brushRef="#br0">24659 16244 7616,'-7'-14'-802,"6"0"1382,-4-1 1,5 7-1,5 3-535,4 4 0,4 2 1,2 3-1,1 2-224,3 2 0,3-5 179,7 2 0,11-6 0,6-3 0,5 0 0,-1 0 0</inkml:trace>
  <inkml:trace contextRef="#ctx0" brushRef="#br0">25033 15985 7881,'0'15'-40,"-5"-1"0,0 2 0,1 2 155,-3 1 1,6 5 0,-6-3 0,2 1 328,1 4 1,-8 1 0,3 2 0,-2-2-215,1-3 0,-3 1 1,5-6-1,-1-1 102,-1-2 0,8-8-66,2-3 1,7-10 0,7-5-1,2-2-89,3-3 0,-1 2 0,4 2 0,-1 2-108,-3-3 1,-2 6-1,-2 0 1,0 1 59,1 0 0,-6 0 1,-1 7-1,-1 3-154,-4 4 1,-3 4-1,-5 1 1,-4 1-296,-4-1 0,-3 5 0,-2 1 0,-3-3-10,-1-1 0,-2-1 1,-3-1-1,1 0 20,2 1 1,2-7-1,-2-2 1,5-1-22,3 0 0,1 0 0,3-7 331,2-3 0,29-48 0,13-17 0</inkml:trace>
  <inkml:trace contextRef="#ctx0" brushRef="#br0">12588 18230 7389,'-9'0'-110,"-1"0"0,7 1 209,-2 4 0,4-2 421,1 7-89,0-7 1,6 4-87,3-7 1,4 0-1,2 1-87,-1 4 1,0-3 0,1 2 0,-1 0-98,1 0 0,-1-2 0,0 3 0,2-2-57,4 2 1,-3-4 0,7 4 0,0-3-206,-2-2 0,6 5 1,-4-1-1,3 1-531,2 2 632,-1-6 0,-5-58 0,-13 17 0,0 0 0</inkml:trace>
  <inkml:trace contextRef="#ctx0" brushRef="#br0">21897 18072 7777,'-10'0'0,"0"0"864,7 0-527,-3 0 0,17 0 1,3 0-27,2 0 1,0 0 0,-1 0 0,1-2-153,3-3 1,-3 2 0,3-5 0,-3 0-96,-2 0 1,1 3-1,-1-3 1,1 0-101,-1 0 0,-1-1 1,-2-4-1,-3 2 25,-2 1 0,-1 0 0,-5-4 40,0 0 0,0-1 1,-1 3-1,-4 2 30,-5 5 1,-7 4 0,-4 1 0,-2 3 66,-2 6 1,2 3 0,-1 12 0,1 1 38,0 2 1,-2 7 0,5 1 0,3 0-286,1 0 1,8 1 0,3-4 0,3-1-109,2-3 1,8-3-1,7-9 1,9-5-387,8-3 1,5-3 0,6-6 0,0-4-1527,0-5 2140,0-9 0,-6-11 0,1-7 0,4-5 0,-1-1 0</inkml:trace>
  <inkml:trace contextRef="#ctx0" brushRef="#br0">22314 17626 7795,'5'-10'21,"-1"0"0,1 6 0,-5-6 548,0-1-447,0 4 1,0 3 0,0 8 0,0 6-102,0 3 1,0 3 0,0 1-1,0 4 17,0 2 0,5-4 1,0 3-1,-2-1-71,-1-4 1,-2-1 0,1-3 151,4-3 0,-2 1-40,7-6 0,-5 0 0,3-7 0,-2-3-71,-3-4 0,4 1 0,-1-2 0,0-1-39,1-2 1,-1 3 0,-1 2 22,4 2 0,-1 1 28,2 5 1,0 0 87,4 0 1,0 2 0,1 1-35,-1 2 0,-4 0 0,-1-5-83,3 0 0,-4 0 0,1 0-98,2 0 1,-3 0 0,2-2-273,1-3 0,-3-1 0,0-5 0,0 1-551,0-1 1,0 3 929,2-2 0,2-12 0,-4-8 0</inkml:trace>
  <inkml:trace contextRef="#ctx0" brushRef="#br0">22760 17669 7865,'0'-10'-343,"0"1"0,1 5 343,4 0 0,29 2 0,12 2 0</inkml:trace>
  <inkml:trace contextRef="#ctx0" brushRef="#br0">23019 17568 7795,'0'-8'241,"0"3"0,1 10-203,4 5 1,-3 7 0,4 4 0,-1 1-598,0 4 1,4 1 558,-4 2 0,19 19 0,0 5 0</inkml:trace>
  <inkml:trace contextRef="#ctx0" brushRef="#br0">23105 17597 7795,'-14'9'0,"-2"-1"-146,-3-1 1,1 4 0,-4-1 0,1 2 116,3 3 1,-4 1 0,-1 3 0,1 3-161,3 1 1,3 2 0,1-6 0,3-1 188,2-2 0,36-21 0,14-4 0</inkml:trace>
  <inkml:trace contextRef="#ctx0" brushRef="#br0">23436 17539 7906,'-8'2'137,"3"3"0,2 3 0,0 6 1,-2 2-250,2 3 0,1-1 0,2 6 0,0 1-263,0 3 0,0-5 0,0 0 0,0-1 375,0 1 0,0-31 0,0-4 0</inkml:trace>
  <inkml:trace contextRef="#ctx0" brushRef="#br0">23364 17654 8275,'0'-9'498,"0"-1"1,2 7-1,2-2 1,6 4-705,3 1 0,1 0 1,2 0-1,2 0 206,1 0 0,45-13 0,6-3 0</inkml:trace>
  <inkml:trace contextRef="#ctx0" brushRef="#br0">23681 17467 7954,'0'-14'454,"0"4"0,0 1 328,0-2 1,0 6-560,0 5 1,0 6-1,0 10 1,0 3-169,0 5 1,0 8-1,-2 2 1,-1-1-139,-2 3 0,-5-6 1,4 4-1,-2-4-69,-3-1 1,3-2 0,0-3 0,1-5-210,4-3 1,2-6 352,1-1 0,0-7 0,0-2 1,1-7 188,4-1 1,1-4 0,6 2 0,-3-3 13,2-1 0,1-1 0,-1 1 0,-2 0 53,3-1 1,-1 1 0,0 0 201,-1-1 0,-3 1 471,3-1-768,3 7 0,-12 8 0,4 10-259,-3 3 1,-9 6 0,-2 0 0,-4-1-71,-1-2 1,-5 3-1,-1 0 1,3-3 2,1-5 0,3 2 0,2-5 0,1 2-42,-1-1 0,3-6 0,0 4 0,0-2-1153,0-1 1,3 1 1367,-4-5 0,12-19 0,-2-5 0</inkml:trace>
  <inkml:trace contextRef="#ctx0" brushRef="#br0">24242 17683 7785,'12'-19'-364,"-2"0"1,1-5 0,-6 5 0,0-1 1106,1 0 1,-4 4-195,3-4 0,-10 12 0,-5 8 0,-3 10-169,-1 8 1,-12 10 0,-6 12-1,-7 7-310,-11 5 1,22-21 0,0 1-1,-3 2 1,0 1 0,-4 2-1,-1 2-22,-3 4 0,-2 1 0,-5 3 1,-4 2-1,-6 4 0,-1 2 0,-1 2 1,-1 0-146,2-1 0,1 0 0,-1-2 0,2-1 0,4-5 0,1 0 0,3-3 0,0-1-25,1-1 1,2-3 0,10-6 0,1-2-1,-23 19 1,15-11-1328,12-11 0,10-8-542,14-12 1991,7-15 0,12-4 0,0-11 0</inkml:trace>
  <inkml:trace contextRef="#ctx0" brushRef="#br0">23896 18518 7764,'-1'-10'0,"-2"0"490,-2-1 1,0-2-1,3 1 664,-2 2 0,2 5-695,-3 10 0,2 5 1,0 10-1,-4 8-309,-1 4 1,5 12 0,-3 0 0,1 2-622,0 3 1,-4 1-1,4 3 471,2-5 0,39-10 0,12-3 0</inkml:trace>
  <inkml:trace contextRef="#ctx0" brushRef="#br0">24371 18417 7772,'-1'-10'500,"-3"1"0,-2-1 481,-2 2 0,3-3 0,-4 8-508,-3 4 0,4 12 0,0 13 0,2 6-387,3 6 1,-4 8-1,1 2 1,0 0-695,-1 2 0,2-4 1,5 5-1,0-3 608,0-6 0,13-24 0,3-14 0</inkml:trace>
  <inkml:trace contextRef="#ctx0" brushRef="#br0">24170 18705 7772,'0'-15'172,"-2"-1"1,-1-1 0,-2-2 222,2 1 1,1 7 0,6 3 0,4 0-278,6 0 0,5 5 0,0-2 0,7 3-1729,6 2 1611,5 0 0,15 0 0,9 0 0,5 0 0,-1 0 0</inkml:trace>
  <inkml:trace contextRef="#ctx0" brushRef="#br0">24644 18719 7753,'0'-10'574,"0"1"1,2 6-1,3-2 1,4 2-12,4-2 0,3 3 1,2-4-1,3 1-222,1 0 1,2-4 0,5 2 0,-1-1-110,1-3 1,-5 0-1,-1 0 3,-3 1 1,-4 2-144,-11-1 0,-8 2 0,-16 9 0,-7 4-42,-6 9 0,2 1 0,-4 8 0,4 1 155,1 2 0,5 2 0,2 0 0,3-2-543,6-3 0,0 3 1,10-4-1,4-1-591,7-3 1,8-3 0,8-3 0,8-3-1420,4-6 2348,5-2 0,1-34 0,4-13 0,8-3 0,-1 0 0</inkml:trace>
  <inkml:trace contextRef="#ctx0" brushRef="#br0">25076 18259 7858,'-6'-15'2685,"4"9"-2419,-3 6 0,4 6 1,1 10-1,0 2-202,0 1 1,0 0-1,0-4 1,1-1-139,4 0 0,-2 1 0,7-1-134,1 1 1,2-7-1,1-5 139,1-6 1,4-1 0,0-5 0,-1-2 53,-2-2 1,-7-2 0,1 1 47,1 0 0,-3 1 137,2 3 0,-2 5 0,1 10-68,-4 5 0,-5 3 1,-3 1-1,-2 0-3,2 1 1,1-1 0,2 1-73,0-1 1,2-6 0,2-3 79,6-4 0,3-1 0,0-1 1,-2-2-66,-2-2 1,1-5-1,3 4 1,-2-2-429,-1-3 0,-1 3 0,6 0 0,-1 0-1164,0 0 1,1 3 1549,-1-5 0,7-25 0,1-11 0</inkml:trace>
  <inkml:trace contextRef="#ctx0" brushRef="#br0">25652 18403 7720,'-8'6'1115,"-5"-4"1,10 4-998,-7-6-374,7 0 1,-2 0 0,10 0 255,4 0 0,36-32 0,9-8 0</inkml:trace>
  <inkml:trace contextRef="#ctx0" brushRef="#br0">25911 18273 7702,'0'-14'1500,"0"-1"-1072,0 1 0,1 6 0,2 5-346,2 6 1,1 5 0,-2 8 0,2 1-289,2 3 1,-3 5 0,3-1-1,-2 3-223,-3 2 0,-1-2 0,0-1 429,2-2 0,4 0 0,7 5 0</inkml:trace>
  <inkml:trace contextRef="#ctx0" brushRef="#br0">26126 18259 7702,'-14'0'105,"-5"0"1,-2 0-1,-1 1 130,-4 4 0,-1 5 0,-4 9 1,-1 5-346,-1 3 0,-1-1 1,7 1-1,3 3-591,5 0 0,5-6 701,4-4 0,29-4 0,13-2 0</inkml:trace>
  <inkml:trace contextRef="#ctx0" brushRef="#br0">26256 18259 8080,'0'-15'432,"-7"7"0,6 8 1,-4 11-1,3 7-825,2 6 0,0-2 0,0 2-180,0 2 1,0 0 572,0-2 0,-6 15 0,-2 0 0</inkml:trace>
  <inkml:trace contextRef="#ctx0" brushRef="#br0">26141 18388 7702,'0'-9'181,"0"-1"0,6 7 0,4-2 1,2 3-1705,3 2 1523,-1 0 0,21-13 0,9-6 0,3-1 0,0 0 0</inkml:trace>
  <inkml:trace contextRef="#ctx0" brushRef="#br0">26443 18028 7702,'0'10'128,"1"-2"213,4-2 1,-3 6 0,3-3-249,-4 4 0,-1 3 0,0 2 1,-1 1-133,-4-2 1,3 4 0,-4 0 0,1 0-37,0-1 1,-4 0 0,4-6 286,2 0 171,1 1 0,2-9-51,0-6 0,6-1 0,2-9 1,2 0-94,0 2 1,-1 0 0,6 5-263,-1-2 1,0 1 18,1 4 0,-7 1 0,-5 2-59,-6 2 1,-7 6 0,-7-1 0,-4 3 121,-2 1 1,4-4 0,-3-1-69,1 3 1,-3-1-1,5-2 1,1-2-1,2-2-1206,2-1 1,4 1 1214,1-5 0,25-25 0,1-7 0</inkml:trace>
  <inkml:trace contextRef="#ctx0" brushRef="#br0">26572 15554 7954,'16'-42'0,"3"7"728,5 11 0,12 13 0,8 25 0,11 23-472,-25-8 1,0 6-1,6 13 1,-3 6 0,1 15-1,-2 6 1,-10-16-1,-1 3 1,-2 3-215,1 8 1,-2 4-1,-3 1 1,-5-15-1,-2 1 1,-1 1-1,-2 1 1,-1 4-1,-2 2 1,-1 0 0,-1 0-1,-1-2 1,0 0-1,-2 0 1,0-1-401,-2-1 0,0 0 0,-1-1 1,-2-1-1,-2-3 0,-1-1 1,-1-1-1,-2-1 0,-5 16 1,-2-3-1,-1 0 0,0-2 0,-1-1 1,-1-1 387,1-3 0,-1 0 0,-1-1 0,0-2 1,-1 1-1,1-1 0,-1-2 0,0 1 1,1-1-1,0-2 0,1 0 0,-1 0-30,2-3 0,0 0 0,1 0 0,0-2 0,0 0 0,8-16 0</inkml:trace>
  <inkml:trace contextRef="#ctx0" brushRef="#br0">27421 17554 7979,'-9'0'256,"-1"0"500,-1 0 1,3 0 0,1 0-315,6 0 1,7 0 0,18 0 0,11 0-324,10 0 1,8-2 0,11-3 0,8-6-511,-33 3 1,2-2-1,4-1 1,2-2 390,2-1 0,3-5 0,0-8 0,4-6 0,1-1 0,5-5 0,0 1 0,1-1 0</inkml:trace>
  <inkml:trace contextRef="#ctx0" brushRef="#br0">27479 17136 7977,'-15'0'179,"7"-6"0,8-2 0,13-2 237,16 1 0,17-1 0,13-4-416,12-1 0,-16 4 0,10-3 0,2-1 0,7 0 0,0 0 0,0-1 0</inkml:trace>
  <inkml:trace contextRef="#ctx0" brushRef="#br0">29047 15453 7947,'-29'0'108,"-4"3"1,-3 7-1,0 12 157,-4 13 0,-2 18 1,19-17-1,1 3 0,0 4 1,0 2 12,0 4 1,0 1-1,1 5 1,1 1 0,3 0-1,2 1 1,-2 3 0,2 2-270,1 2 0,1 1 1,-1 6-1,1 2 0,2-1 1,2 0-1,1 2 1,0 0 106,2 4 1,1 0 0,1-1 0,2 2 0,1-22 0,2 1 0,0 0 0,1 0 0,0 1 0,1 0-186,1-1 0,0 0 1,2 0-1,1 1 1,1 0-1,1-1 0,2-4 1,2 0-1,1-1 1,2 0-1,0-1 0,2 0-586,10 24 1,3-2 0,4-3-1,4-3 655,3-4 0,2-3 0,0-1 0,3-3 0,2-10 0,1-3 0</inkml:trace>
  <inkml:trace contextRef="#ctx0" brushRef="#br0">29493 15827 8037,'-15'0'-1529,"1"0"1861,0 0 0,1-2 0,2-1 0,1-3 27,-1-2 1,3 3-165,-2-5 0,1 1-95,-6-6 1,6 7 0,-1 4-150,-1 2 1,-2 8 0,0 6 0,2 5 103,2 7 0,-1 5 0,-4 5 0,-1 4 38,1 4 1,4 2-1,2 4 1,2 3-46,3 1 0,3-4 1,4-12-1,8-7-14,5-8 0,6-7 0,5-4 0,1-5-8,0-4 1,-5-7 0,-2-5 0,-1-7 155,-3-6 1,-2-3-1,-4-2 1,-2-1 4,-5-4 0,-4-1 0,-1-5 0,0 3-55,0 2 0,0-3 0,0 3 0,-1-1-109,-4 1 1,-3 3 0,-6 7 0,-1 2-144,1 3 1,-5 0-1,0 8-186,1 2 0,8 7 324,6 12 0,8 1 0,8 9 0,5-3-76,7-2 1,10 1 0,4-1-1,4 2 58,1 3 0,32 10 0,-34-10 0,1-1 0</inkml:trace>
  <inkml:trace contextRef="#ctx0" brushRef="#br0">29550 15856 6384,'-6'-15'91,"3"6"129,-7-1 1,5 2-138,-4-1 1,4 1 99,-5 3 0,1 3 10,-6-3 0,6 4 1,-1 1 131,-1 0 0,-2 0-113,-1 0 1,0 0-1,-1 0 196,1 0 0,-1 0 40,1 0 0,4 0 133,1 0-375,6 0 1,-2 0 0,11 0-1,7 0-153,5 0 0,7 0 0,-1 0 0,5 0-241,4 0 1,4 5 0,6-1 0,2 0 187,3-3 0,23-14 0,12-6 0,-22 6 0,1 0 0,0-1 0</inkml:trace>
  <inkml:trace contextRef="#ctx0" brushRef="#br0">25162 2604 7712,'-14'0'0,"0"0"-353,-1 0 0,-1 0 0,-1 0 0,-3 0 560,3 0 0,-5 2 0,-1 3 1,-1 4 44,0 4 1,5 3-1,-5 3 1,0 7-83,2 6 0,-4 5 0,7 7 0,1 3-12,2 1 1,4 8 0,2-2 0,5 2 55,4-5 1,2-8 0,4-8-1,6-9-136,7-8 1,4-7-1,7-11 1,0-3 71,-1-7 1,1-1 0,0-13-26,0-2 1,-5-6-1,-2-1 1,-1 1-1,-2 0 21,2-2 1,-10 4 0,3-4 0,-2 4-14,-4 1 0,-2 0 0,-6 2 0,0 3-302,0 5 0,-11 3 0,-5 2 0,-5-1-89,-5 1 0,-6-1 0,-1 3 1,1 2-9,2 5 1,2-1 0,4 1 198,5 2 0,11 1 0,10 2 44,11 0 1,9 0 0,13-1 0,10-3-101,11 0 1,5-6 0,9 4 0,4-2-464,-1-4 0,1 6 0,-2 1 586,-1 4 0,8-6 0,1-1 0</inkml:trace>
  <inkml:trace contextRef="#ctx0" brushRef="#br0">26126 2173 7864,'8'-29'0,"-3"-2"-386,-3-2 0,-2 3 0,0-6 1,0 3 508,0-1 0,0 7 0,-2 8 1,-4 4 178,-9 6 1,-1 10-1,-9 15 1,-4 15-164,-3 15 1,-8 13 0,21-21 0,0 1 0,-2 2 0,0 1 28,-1 3 1,1 0 0,3 1 0,1 0 0,1 3 0,1 0 0,3-1 0,0 0-150,1 0 0,2 1 1,1 2-1,1 1 1,3 0-1,0 1 1,1 1-1,0-1-124,0-1 0,3-1 0,2-5 0,2-1 0,2-2 0,2 0 0,15 35-822,4-4 0,3-16 927,4-10 0,1-5 0,7-13 0,1-8 0,3-7 0</inkml:trace>
  <inkml:trace contextRef="#ctx0" brushRef="#br0">26098 2719 9295,'16'0'231,"3"0"0,0-4 0,10-3 0,6 1-66,5-1 0,3-2 0,2 4 1,-1 2-191,0 1 0,-1 2 0,-13 2 1,-4 4-107,-4 9 1,-9 1 0,-11 9 0,-10 4 144,-12 3 1,-10 8 0,-5-2 0,-2 4 20,-3 1 1,-1 0 0,-3 0-1,3 0 62,2 1 0,11-8 1,8-2-1,6-5-71,4-5 1,7 1 0,11-7 0,8-4-154,5-3 1,8-7 0,6 0 0,0-4-411,0-4 1,5-4 0,-3-8 0,0-3-1500,-4-5 2036,4-10 0,-12-12 0,0-9 0,4-6 0,1-1 0</inkml:trace>
  <inkml:trace contextRef="#ctx0" brushRef="#br0">26874 2374 7835,'-9'2'353,"1"2"0,1 6 125,4 3 1,2 9 0,1 9 0,0 12-285,0 13 0,0 11 1,1 14-1,1-35 1,-1 1-305,2 4 0,-1 0 0,1 0 0,-1 1 1,-2 1-1,0-1 0,0-2 0,0-1-338,0-3 0,0 0 0,0-2 0,0-1 1,-2 26-1,-2-11-1011,-6-12 1459,-3-12 0,-39-6 0,-11-7 0</inkml:trace>
  <inkml:trace contextRef="#ctx0" brushRef="#br0">27047 3252 7844,'14'0'-3,"6"-5"1,0 0 0,1 0 124,0-1 1,5 4 0,-2-2-1,4 2 114,6 2 0,-2 0 0,5 0 0,-1 0-768,1 0 1,-5 0-1,2-2 169,-4-2 0,-6 0 0,-3-5 0,-4-2 363,-4-2 0,-46-40 0,-9-9 0</inkml:trace>
  <inkml:trace contextRef="#ctx0" brushRef="#br0">27277 2935 7844,'-27'-22'46,"3"3"0,3 9 0,7 4 273,0-1 1,9 7 0,8-1-21,10 4 0,16 3 0,2-3 1,8 2-399,6-2 1,7-1 0,1-2 98,3 0 0,-10-3 0,4 0 0,3-1 0,-1 0 0</inkml:trace>
  <inkml:trace contextRef="#ctx0" brushRef="#br0">29464 1784 7774,'14'0'290,"-1"3"0,-2 9 1,-1 13 127,1 15 0,4 18 0,2 14 0,-7-32 0,-1 1-418,1 3 1,-2 2 0,0 0 0,-2 0 0,0 2 0,-2 0 0,-1-2 0,-1-1 82,-1 0 1,-1-2 0,0 39-84,0-10 0,-8-28 0,-3 0 0,-13 31 0</inkml:trace>
  <inkml:trace contextRef="#ctx0" brushRef="#br0">28946 3036 7930,'15'5'667,"1"0"0,3-2-456,5-2 0,16-1 1,11-1-1,13-4-163,12-5 1,-31 2 0,0-1 0,3-2 0,1 1 0,2 0-1,1-1-42,0 1 1,1-1-1,2-1 1,1 0-7,-4 2 0,1 1 0,6-1 0,0 1 0,0 2 0,-1 0 0</inkml:trace>
  <inkml:trace contextRef="#ctx0" brushRef="#br0">28845 3568 7780,'-14'-6'-115,"0"-4"0,1-2-275,3-3 1,-3 1 1544,4-1 1,4 9-796,5 6 1,6 14 0,9 15 0,-1 11-97,1 11 0,-1 8 1,-1 15-1,-2 3-394,-6-37 0,0 1 0,-3 4 0,-1 1 1,1 1-1,1 1 0,-2-2 0,-1 0-670,0-2 1,0-1-1,5 35 800,0-11 0,25-16 0,2-9 0</inkml:trace>
  <inkml:trace contextRef="#ctx0" brushRef="#br0">29450 3683 7843,'-10'16'-212,"2"2"0,2 4 703,2 6 0,3 5 1,1 13-1,1 4-467,4 1 1,-3 2-1,3 4 1,-2 1-632,2 0 1,-4-9-1,4-4 607,-3-5 0,-2-21 0,0 0 0</inkml:trace>
  <inkml:trace contextRef="#ctx0" brushRef="#br0">29191 4115 7843,'9'-13'0,"1"2"0,3 3 0,4 2 0,2-1 0,10 4 0,6-2 263,5 2 0,10-3 1,3-1-1,1 1-263,-1-1 0,-5-1 0,4-1 0,2 1 0,0 0 0</inkml:trace>
  <inkml:trace contextRef="#ctx0" brushRef="#br0">29838 4144 7838,'15'-2'58,"-1"-1"78,0-2 0,-4-1 0,-1 3 0,3-4 18,0-1 1,-2-1-1,0-6 1,1 1-46,2-1 0,3 1 0,1 0 0,1-1-118,-5 1 0,1 0 0,-6-1 0,2 1-185,-1-1 0,-6 6 267,2-1 1,-10 7 0,-4-2 0,-4 5 176,-1 5 1,-6 5 0,0 7 0,-1 6 136,0 4 0,0-2 0,4 10 0,-1 1-153,5 2 1,-1-1 0,6 1 0,0 1-357,3-3 0,4-1 0,2-7 0,4-3-435,4-1 0,9-13 1,3-1-1,1-7-377,4-3 0,1-6 1,2-5 933,0-7 0,3-20 0,3-10 0,3-7 0,0 1 0</inkml:trace>
  <inkml:trace contextRef="#ctx0" brushRef="#br0">30212 3410 7832,'10'0'410,"-1"0"0,1 0 0,6 0 0,3-2-687,5-2 1,5 0-1,4-5 1,7-2-1365,7-2 1641,-2-2 0,8-11 0,7-7 0,2-2 0,-1 0 0</inkml:trace>
  <inkml:trace contextRef="#ctx0" brushRef="#br0">30730 3122 8153,'-13'10'-410,"4"-1"1,4-5-1,10 0 1,6-2 1265,6-2 1,1-5 0,6-1 0,3-1-532,5 1 0,-1 0 0,4 2 1,-2 0-160,1 0 1,-1-2-1,-5 1 1,-4 2-106,-5 1 1,-5 10 0,-3 5 73,-1 5 1,-7 7-1,0-1 1,-6 5 145,-6 5 0,-4-2 0,-2 6 0,1 0 0,0-1 42,-1-3 1,1-4-1,1-1 1,2 0-220,1 0 1,7-7 0,0-3-471,6-3 0,5-3 0,6-2 1,2-3-560,4-2 1,4-2 0,11-9 924,8-5 0,7-18 0,7-8 0,8-3 0,0 0 0</inkml:trace>
  <inkml:trace contextRef="#ctx0" brushRef="#br0">30270 15467 7920,'0'-16'0,"0"-1"-102,0-2 0,0-5 0,0 4 0,0 3 778,0 1 1,-5-3 0,0-1-119,2 3 1,-5 1-1,-2 3-310,-2 4 0,-3 5 1,1 12-1,-1 10 17,1 7 0,0 7 0,-1 15 1,1 6-160,-1 9 1,1 13-1,7-34 1,0 1 0,0 2-1,1 0-112,1 1 1,0 1 0,1 2 0,2 0 0,2-1 0,2-1 0,0 0 0,2 1-1099,2-1 0,2 0 1104,-2 2 0,9-5 0,40-3 0,15-6 0,-21-11 0,1 1 0,-1-1 0</inkml:trace>
  <inkml:trace contextRef="#ctx0" brushRef="#br0">30298 15928 7994,'-9'0'-75,"1"-2"164,2-3 610,-6 4 0,12-7-522,0 3 0,8 3 1,12-2-178,3 2 0,40-9 0,17-4 0,-23 5 0,1-1 0,-1 0 0</inkml:trace>
  <inkml:trace contextRef="#ctx0" brushRef="#br0">30975 15755 6874,'0'-14'442,"0"4"-89,0 1 0,0-1 0,0-4-66,0-1 1,0 6 0,0-1 137,0-1 1,0 3 451,0-2-779,0 1 1,0 7-1,0 8 1,0 9-124,0 4 0,0 7 1,0-2-1,0 3-245,0 1 0,0 1 0,0 0 0,0 0 32,0 0 1,0-7 0,1-3-1,4-3 120,5-1 0,-2-3 1,1-2 118,2-5 0,2-10 0,0-5 0,-2-2 13,-1-3 1,-5 1 0,3-1 0,0 1 14,0 0 1,-4-1-21,6 1 1,-5 6 0,3 5-11,-2 6 1,-1 0-1,-3 7 1,1 1 29,2 2 0,4 1 1,-2-1-1,1-4 229,3-4 1,-3 2 0,1-3 100,2 0 0,-3-3 1,0-2-189,-1-4 0,2 2 0,-2-7 0,-1-3-509,1-4 1,4-1 0,0-6 0,5-2 337,3-1 0,8-10 0,4-6 0,0-3 0,0 0 0</inkml:trace>
  <inkml:trace contextRef="#ctx0" brushRef="#br0">31507 15784 7866,'0'-15'248,"0"1"0,0 0 943,0-1-1872,0 7 681,0 2 0,19 32 0,5 5 0</inkml:trace>
  <inkml:trace contextRef="#ctx0" brushRef="#br0">31622 15611 7994,'2'-14'0,"1"-1"199,2 1 0,-1 0 0,-2 1 316,3 3 1,-2 4 0,7 9-1,-1 7-207,-1 9 1,3 6-1,-4 6 1,-1 2-319,1 6 1,2-2 0,-2 1 0,-1 2-1414,0 1 1423,6-4 0,-4 37 0,6 2 0</inkml:trace>
  <inkml:trace contextRef="#ctx0" brushRef="#br0">31881 15539 7994,'-21'0'0,"5"5"0,-3 1 0,2 4 2,-3 6 0,3 2 0,-7 10 0,-2 8-111,-1 4 0,-2 4 1,-1 4-1,-2 5-1082,-2 3 1191,1-5 0,4 11 0,0-2 0</inkml:trace>
  <inkml:trace contextRef="#ctx0" brushRef="#br0">32025 15539 7994,'-10'0'292,"2"2"1,2 3 100,3 4 1,0 10 0,-1 5 0,0 5-383,0 5 1,1 3 0,0 7 0,-3 3-2042,-2 1 2030,4 0 0,-2 14 0,6 5 0</inkml:trace>
  <inkml:trace contextRef="#ctx0" brushRef="#br0">31852 15827 7994,'0'-14'0,"0"4"0,0 0 0,0-1 492,0-2 0,7 4-80,2-1 1,4 7 0,3-2-1,2 4-412,1 1 0,21 0 0,9 0 0,2 0 0,1 0 0</inkml:trace>
  <inkml:trace contextRef="#ctx0" brushRef="#br0">32183 15539 7994,'-5'10'242,"1"-1"0,0 4 152,3 5 0,-4-1 1,0 9-1,2 3-104,1 3 1,-2 6-1,-3-3 1,1 0-159,-1 1 1,-2-3 0,4-6 0,2-3 180,1-4 1,2-9-265,0-2 0,7-10 0,1-1 0,1-4 48,1-5 0,-1-1 1,6 1-1,1 3 16,3 2 0,-3-1 0,3 4-75,-3-2 0,-2 1-42,1 4 1,-6 1 0,-1 4-138,-1 5 1,-7 2-1,-7 3 1,-1-1-109,-3 1 1,-6-1 0,-2 0 0,1 1-48,2-1 1,2 0-1,-1 1 1,1-2-601,-1-4 1,1 2 895,0-6 0,6-19 0,1-10 0</inkml:trace>
  <inkml:trace contextRef="#ctx0" brushRef="#br0">32730 15108 7883,'6'-15'300,"1"6"0,4 1 288,-2 1 1,-4 14 0,3 10 0,0 10 18,0 13 0,-5 8 0,2 13-410,-3 6 0,-4 8 0,0-29 0,-2 1 0,-2 2 0,-3 1 0,-1 2 0,-2 0-371,-1 0 1,-1 0 0,-1-3-1,0 0 1,-2-2 0,0 0 0,-2 0-1,0-1-401,-2-1 0,0-1 0,0-6 0,0-2 1,-15 26 574,7-11 0,13-32 0,10-7 0</inkml:trace>
  <inkml:trace contextRef="#ctx0" brushRef="#br0">30960 15309 7658,'-14'-5'50,"0"0"1,4 1-1,0 5 1,1 4 111,1 5 0,-5 9 0,3 5 0,-1 5-138,2 4 1,-4 4 0,5 8-1,-2 3 199,1 4 1,5 8 0,0 4-1,4 4 3,4 1 1,11 0-1,10 1-226,7-3 0,23-32 0,21-4 0,3-1 0,-14-5 0,-1-1 0,1 0 0,0 1 0</inkml:trace>
  <inkml:trace contextRef="#ctx0" brushRef="#br0">32471 15237 7994,'10'-13'544,"-1"4"0,-4 10 0,3 17 0,-2 14 17,-3 14 0,-3 17 0,-4 9 0,-1-32 0,-2 1-412,0 3 1,-3 2-1,-3 3 1,-1 1-1,-3 2 1,0 0-1,1-3 1,0-1-710,1-3 0,0-2 1,3-2-1,0-2 560,-12 33 0,13-32 0,-2-8 0</inkml:trace>
  <inkml:trace contextRef="#ctx0" brushRef="#br0">29363 18057 7992,'-8'-6'-10,"-4"3"-64,2-7-990,4 7 1064,-1-4 0,20 20 0,3 3 0</inkml:trace>
  <inkml:trace contextRef="#ctx0" brushRef="#br0">29363 18086 7914,'-14'0'96,"0"0"1,4 0 0,2-2 0,0-1 149,0-2 1,3 1 0,-4 4-74,-3 0 0,1 1 0,0 4 0,3 6 55,2 7 1,-4 4-1,5 7 1,2 1 26,1 4 1,2-2 0,2 5 0,4-4-162,9-6 1,6-4-1,7-10 1,3-4 13,2-4 0,3-10 1,2-6-1,-5-7-97,-2-6 1,-9-3 0,-3-3 0,-4-2-20,-6-2 1,-2-4 0,-7 4 0,-2 1 108,-3-2 1,-7 4-1,-9-1 1,-2 5-12,-2 3 1,-1 2 0,1-2 0,2 5-31,3 3 1,0 3-132,6 3 0,8 4 0,7 6-159,12 0 1,11 0 0,13 0 0,7 0-385,6 0 1,9 0 613,8 0 0,-22 0 0,-5 0 0</inkml:trace>
  <inkml:trace contextRef="#ctx0" brushRef="#br0">30284 17453 7919,'8'-34'49,"-3"1"1,1-1-1,-1 5 1,-2 2 251,-1 3 0,-2-1 0,-2 5 0,-3 5 133,-4 3 0,-4 8 0,-1 10 0,-1 10 53,1 11 1,-7 21 0,-3 16 0,-3 13-228,13-33 0,-1 3 1,1 2-1,-1 3 0,1 5 1,0 1-266,-1-1 0,1 1 1,2 0-1,2 0 0,-1 1 1,2 1-1,1 1 0,2-1 1,1-1-1,2-1-903,2-4 1,2-1-1,2-4 1,4-4 907,17 23 0,4-9 0,11-7 0,-4 1 0</inkml:trace>
  <inkml:trace contextRef="#ctx0" brushRef="#br0">30442 18115 7919,'0'-15'-3,"0"6"0,0-1 210,0-1 0,0-2 0,0-1 1491,0-1-1353,0 7 0,-1 2 0,-2 9 0,-2 5-152,2 7 0,-1 9 0,1 0 0,-2 1-21,2-1 1,2 3 0,1-4-172,0-1 0,0 4 1,0-7-1,1-2-122,4-1 1,-2-8 0,7-3 0,1-3 38,2-2 1,1-2 0,1-3 0,-1-6 20,0-6 0,-1 1 0,-2-4 0,-1 6-74,1 4 1,2-1 165,1 7 1,-4 5-1,-2 10 1,-2 5 75,-3 3 1,1 5-1,-1-3 1,3 0-21,2 0 0,-3-7 0,5-6 0,1 0 141,2 0 0,1-6 0,0-2-208,1-8 1,-1-7 0,0-2 0,1-4-318,-1-1 0,1-2 1,-1-4-1,0 3-2100,1 1 2397,-1 0 0,1-18 0,-1-2 0</inkml:trace>
  <inkml:trace contextRef="#ctx0" brushRef="#br0">31061 18115 8424,'0'-10'176,"0"1"1,38-1-1,10-4 1</inkml:trace>
  <inkml:trace contextRef="#ctx0" brushRef="#br0">31320 17870 8136,'-14'-14'989,"7"14"0,6 9 0,5 12-726,4 6 1,0 9 0,4 2 0,-4 5-291,-2 5 1,5-3-1,-3 3 1,2-5 26,-1-5 0,26-9 0,12-8 0</inkml:trace>
  <inkml:trace contextRef="#ctx0" brushRef="#br0">31565 17899 7897,'-15'0'118,"1"0"1,-1 2 0,-1 1 163,-3 2 0,-3 11 0,-7 0 0,-1 4-312,-4 6 1,-3 7-1,-4 6 1,1 4-1266,1 5 1295,7-3 0,17 11 0,10-5 0</inkml:trace>
  <inkml:trace contextRef="#ctx0" brushRef="#br0">31824 17913 7897,'-7'15'209,"6"-1"1,-6-1 0,2 0-44,1 1 0,-1-3 0,5 10 1,0-2-552,0 0 1,0 7 384,0-2 0,-7 42 0,-1 10 0</inkml:trace>
  <inkml:trace contextRef="#ctx0" brushRef="#br0">31608 18115 7897,'8'-15'0,"-2"3"0,-1 0 459,0 3 1,6 6 0,-2-2 0,4 3-173,2 2 0,5 0 0,4 0-287,4 0 0,17-8 0,9-3 0,4-1 0,0 0 0</inkml:trace>
  <inkml:trace contextRef="#ctx0" brushRef="#br0">32011 17798 7897,'0'-14'0,"1"-1"614,4 1 0,-2 1 31,7 4 1,-1 5-1,4 16-277,-3 12 1,-4 9 0,-6 10 0,0 2-170,0 3 0,-6-3 0,-4 3 0,-3-3-286,-1-2 1,0 0-1,-2-2 1,-2-2 58,-1-6 0,0-10 63,4-9 0,7-7 1,3-12-1,4-6 86,1-7 0,1 0 0,4-4 0,5 1 75,3 4 0,1 1 1,0 3-1,2 2-154,4 1 1,-4 5 0,3-3-1,-3 2-29,-2 3 1,0 3 0,-1 5-1,-3 4-60,-5 4 1,-4 1 0,-1 2 0,-1 2-63,-4 1 0,-5 5 1,-9-3-1,-5 0-61,-3-1 0,3 1 0,0-3 0,0-1-195,2-4 0,-4 0 0,7-8-344,1-2 0,9-3 0,4-5 709,3-4 0,41-43 0,9-10 0</inkml:trace>
  <inkml:trace contextRef="#ctx0" brushRef="#br0">32298 17597 8599,'13'6'1188,"-2"5"1,-1 9-75,1 8 1,-3 16 0,0 15 0,0 11-706,0 10 1,-5 0 0,0 0 0,-6 0-1676,-6 0 0,-9-13 0,-1-6 1266,1-15 0,-4-22 0,-1-11 0</inkml:trace>
  <inkml:trace contextRef="#ctx0" brushRef="#br0">32903 15151 8149,'0'-23'0,"-2"3"17,-3-1 1,4 5-1,-4-3 1,5 3 837,5 1 1,4 7 0,10 4 0,5 7-96,3 11 0,4 20 1,2 33-1,-14-23 1,-1 5-385,1 9 0,-1 5 0,-4-10 0,-1 2 0,0 3 0,-1 9 0,-2 3 1,0 1-1,-1 8 0,0 2 0,-2 2-475,-2-16 0,0 0 1,-2 2-1,0 0 0,0 3 1,-1 1-1,-2 0 1,0 0-1,-1 2 0,-2 0 1,0 0-1,-1-1 0,-1-2 1,0-1-1,-2 0 1,0-1 46,0-2 0,-2 0 1,0-2-1,-1-1 1,-5 14-1,-3-3 0,0-2 1,-1-4-1,-2-1 1,-2-2-1,-1-1 0,-2-2 1,-2 0-28,-1-2 0,-3 0 0,0 1 0,-1 2 0,-2 0 0,-1 0 1,-2 0-1,-2 1 0,0-1 0,0 1 0,-1 0 0,1-1-491,-1-1 1,0 0-1,0-2 1,1-3 0,23-34 318</inkml:trace>
  <inkml:trace contextRef="#ctx0" brushRef="#br0">29565 18791 8058,'-58'22'57,"7"-1"0,3-6 1,5-1 1008,5 0-644,9 1 0,27-10 1,18-9-1,15-10-55,12-7 1,13-1 0,14-4 0,-30 15 0,2 0-50,4 0 0,3 1 0,9-2 0,3 2 0,6 1 1,2 3-1,4 3 0,2 1-1905,-21 3 1,0 1 0,1 2 1586,5 2 0,1 1 0,10 2 0,-11-1 0,7 1 0,6 1 0,4 0 0,1 1 0,1-1 0,-1 1 0,-3-1 0,1 1 0,0-1 0,0 1 0,-1-1 0,1 0 0,0 1 0,0-1 0</inkml:trace>
  <inkml:trace contextRef="#ctx0" brushRef="#br0">28946 17280 8101,'-14'-14'-81,"6"4"517,3 1 1,10 5 0,6 3 0,7 10-230,6 15 1,3 16 0,1 16 0,0 12-190,-15-29 1,-2 3 0,-2 6 0,-2 3 0,-3 7 0,-2 1 0,0 4 0,-2 0-106,-2 3 1,-3 1 0,-3 0 0,-3-1 0,-2-4 0,-1-1-1,-2-3 1,0-1 194,0-3 0,0-1 0,1-9 1,1-2-1,-8 30 0,7-18 201,9-12 0,8-8 1,6-10-1,8-7-264,4-6 1,4 2-1,7-3 1,1 4 14,1 5 1,7-1 0,-1 4 0,4 1-170,5-1 0,4-3 1,11 4-1,5-3-44,8-2 1,-36-12 0,1-1 0,-4-1 30</inkml:trace>
  <inkml:trace contextRef="#ctx0" brushRef="#br0">30051 19049 9986,'14'-1'-36,"65"-8"-147,2-2-1,-25 2 0,0 0 0,1-1 119,0 1 0,-1-1 1,10-3-1,0-1 1,8-3-1,7-2 0,3-1 1,1 0-1,-1 0 1,-6 2-1,0 1 1,0-1-1,0 0 0,0 0 1,0 0-1,0 0 1</inkml:trace>
  <inkml:trace contextRef="#ctx0" brushRef="#br0">3409 10633 8224,'-20'0'408,"8"-2"-25,-2-3 0,11 4 1,5-2-1,12 4-127,13 4 0,11 6 0,15-3 0,11 2-252,10-1-4,-35-6 0,8-2 0,8-4 0,10-1 0,6-2 0,-1-1 0,7-1 0,0 0 0,0 0 0,0 1 0</inkml:trace>
  <inkml:trace contextRef="#ctx0" brushRef="#br0">3309 13180 8141,'-19'-29'0,"1"2"0,5 3 390,7 4 1,12 11 0,12 4-1,17 4-198,21 1 1,17 7 0,-25 0 0,2 2-193,0 5 0,10 0 0,-5-8 0,12 0 0,7-2 0,5 0 0,2 0 0,-4 0 0,-2 1 0,-1 0 0,1 1 0,-1-1 0,1 0 0,-1 0 0,1 0 0</inkml:trace>
  <inkml:trace contextRef="#ctx0" brushRef="#br0">24055 14921 18637,'32'24'-1285,"4"0"0,11 1 1182,7 2 0,15 0 1,-26-14-1,3-2 1,6-1-1,2-2 123,6-1 0,3-3 0,7 0 0,2-3 0,7-3 1,2-2-1,-24-1 0,0 0 0,2-1-230,2-2 0,1-1 0,0-2 0,4 0 0,2-1 0,0-1 0,2-2 0,1-1 0,0 0 0,0 1 0,0-1 0,0 1 354,-3 0 1,0 1-1,0 1-144,0 2 0,0 2 0,-1-1 0,-2 0 0,-2 0 0,1 1 0,0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1712 6230 8313,'-18'-2'0,"5"-2"252,5-6 0,5-3 0,10 1 0,9 0 332,11 3 1,19 1-1,15-2 1,8 4-415,9-1 1,-30 6-1,3 1 1,7-3 0,2 1-1,9 1 1,3 0-175,7 1 1,2 0 0,-23 0 0,2 0 0,-1 0-1,2 1 1,0-1 0,0 1-31,-3 2 1,0 0-1,6-4 1,-1-6-1,5-3 1,4-3-1,1 0 1,0 0-1,1 0 1,1 0-1,0-1 1,0 1-1,0 0 1</inkml:trace>
  <inkml:trace contextRef="#ctx0" brushRef="#br0">12013 6273 8164,'-19'-9'-108,"-2"1"1,0 1 93,0 4 1,2-3 0,5 1 0,-1 2 258,1 1 1,0-3 0,-1-1 20,1-2 0,6 3-55,3-4 1,3 4 0,4-3-91,3 1 1,4 1 0,9 3 0,1-2 2,-1 2 0,3-4 0,-1 3 0,3 0-11,2 3 1,2 1 0,2 0 0,0 0-40,0 0 0,0 0 0,1 0 0,3 0 2,6 0 0,2 1 0,4 3 0,3 0-6,5 0 0,3-3 1,3-1-1,2 2-44,1 3 0,5-4 1,-3 4-1,0-3-16,0-2 0,3 0 1,-3 0-1,0 0 42,0 0 0,-2 1 0,-4 2 0,-1 2-24,1-2 1,-1-1-1,1 0 1,-2 1-57,-3 2 1,1 1 0,-4-3 0,-1 4-16,1 1 1,-2-5 0,-4 1-1,3-2 94,1-2 0,5 0 1,-4 0-1,1 0 37,-1 0 0,4 0 1,-3-2-1,-1-1-36,1-1 1,-4-3 0,-8 4 0,-6-2-36,-6 2 1,-1 1 0,-5 2 0,-3 0-54,-1 0 1,-3-1 0,-2-2-214,-1-2 0,-9 0-92,-1 5 1,-6 5 0,-10 1 0,-2 2-131,-1 3 0,-2-3 1,4 2-1,-4 1 471,-1 2 0,-41-44 0,25 11 0,0-1 0</inkml:trace>
  <inkml:trace contextRef="#ctx0" brushRef="#br0">12013 5727 7672,'6'-8'-1160,"-4"-5"1657,3 3-163,-4 4 1,-2-1-106,-4 7 0,2 0 0,-7 0 1,-1 2 20,-2 3 0,-1 3 0,-1 6 1,1 1-110,-1-1 0,1 5 1,0 2-1,-1 0-54,1-1 1,1 4 0,4-4 0,4-1 3,3 2 1,5-10 0,5 2 0,8-5 56,5-5 1,9-2 0,7-1 0,2-1-67,-1-4 1,-6-5 0,2-7 0,-6-2-115,-4 1 1,-3-3-1,-8 2 1,-4 0-12,-4-2 1,-3 5 0,-4-3 0,-3 1-161,-4-1 1,-4 3 0,-1-3-1,-2 5-35,-3 4 1,3-1 0,-4 4 0,4 1-112,2 0 0,4 1 0,1 6 88,-2 4 1,4 3 0,2 7-1,4-1-105,1 0 1,0 2-1,0 2 366,0 1 0,0 26 0,0 1 0</inkml:trace>
  <inkml:trace contextRef="#ctx0" brushRef="#br0">12056 5597 8270,'0'-14'-18,"0"-2"0,0-4 392,0-4 1,0 8 165,0 2 1,2 11 0,1 3 0,2 9-58,-2 9 1,-2 6 0,-1 10 0,0 6-303,0 6 0,-4 0 0,-3 7 0,-1 1-936,-3 2 1,-2 2 754,-1-1 0,6-25 0,1-6 0</inkml:trace>
  <inkml:trace contextRef="#ctx0" brushRef="#br0">11725 6244 12165,'0'-14'-1487,"2"5"1880,2-1 1,-2 8-260,3 2 1,1 2 0,1 6 0,1 0 65,3 0 0,3-3 0,5 4 0,7 1 174,6-2 1,13 3-1,14-5 1,13 2-284,-31-2 0,3 0 0,5-2 0,4 0 0,6 0 0,3 1 0,7 0 0,3 0 134,7-1 0,2 0-304,-28 1 0,0 0 1,7-2-1,2-6 1,7-2-1,4-3 1,1 0-1,0 1 0,3 1 1,1-1-1,0 0 1,0 0-1,-1 1 1</inkml:trace>
  <inkml:trace contextRef="#ctx0" brushRef="#br0">2431 10877 8340,'-41'8'0,"2"-3"-86,6-3 1,2-1 0,3 3 0,0 0 531,4 0-52,4-3 1,13-1-1,7 0-35,8 0 0,11-5 1,5 1-1,5 0-25,5 3 0,7-1 0,9-1 0,3-3-6,6-2 0,5 0 0,9-3 1,4 1-161,-37 4 1,1 1 0,5-2-1,1 1 1,4-1 0,0 0-1,7-1 1,1 1-141,7 0 1,1 0-1,-2-1 1,1 1-1,3 1 1,1 0-1,-3 0 1,-1 2 48,-1 1 1,-1 1 0,-1-1 0,-1 0 0,-1 0 0,-1 1-1,-1 0 1,-1 1-80,-3 0 0,-1 0 0,0 1 0,0 0 0,-1 0 0,0 0 0,0 1 1,1 0-102,2 1 0,0 1 1,-1-3-1,0 1 0,5 2 1,0-1-1,-1 0 0,-1-1-24,-1 2 0,1-1 0,2-1 0,1 1 1,1 2-1,-1 2 0,0-1 0,0 1-52,-3 0 1,-1 1-1,0 0 1,0 0-1,-4 0 1,1 1 0,0-1-1,0 2-29,3 0 1,-2 1-1,-3-2 1,-1 0-1,-2 1 1,1 1-1,-2-2 1,0-2-133,-1-1 1,0 0 0,-4-1-1,-1 0 1,0-2 0,-1-1-1,32 4-720,-12-2 1,-15-8 1059,-12-4 0,-8-3 0,-3 3 0,1 2 0</inkml:trace>
  <inkml:trace contextRef="#ctx0" brushRef="#br0">2633 10360 8946,'-12'27'-346,"-2"-3"0,3 3 1,-8-2-1,3 6 182,1 2 0,2 1 0,2-5 0,3 0 274,2-1 0,1-1 0,7-4 1,2-7 151,6-5 1,9-8 0,4 2 0,1-5 114,0-5 0,0-3 1,4-8-1,0-3 119,-5-5 0,3 2 0,-5-2 1,0 0-21,-1 1 0,0-4 1,-4 3-1,1-3-281,2-2 1,1 2 0,-8 1 0,0 4-237,-3 1 0,-1-3 1,2 5-1,-6 2-462,-2 1 0,-8 8 0,-6 3 0,-5 3-101,-7 2 1,-5 7 0,-3 2 0,-1 6 79,1 4 1,3-3 0,5 3 0,5-3 256,3-2 1,3 1 0,3-1 0,6 0 251,2 1 0,2-6-2,0 1 1,2-7 19,2 2 1,24-35 0,10-10 0</inkml:trace>
  <inkml:trace contextRef="#ctx0" brushRef="#br0">2719 10288 8946,'0'-15'-12,"0"-1"1,0-1 0,0-3-370,0 3 1,0 1 0,0 1-1,0 1 748,0 0 0,0-1 1,0 1 1384,0 0-1302,0 6 0,0 25 0,0 17-287,0 7 0,0 10 1,0 2-1,0 5-228,0 4 0,0-3 62,0 4 1,0-23 0,0-7 0</inkml:trace>
  <inkml:trace contextRef="#ctx0" brushRef="#br0">9725 10633 8479,'-9'-5'-1292,"-1"0"947,-1 2 0,3 2 0,0-1 298,2-3 0,-6 4 83,3-4 0,1 3 13,-2 2-56,7 0 1,-5 0 188,3 0 254,4 0-61,-6 0 12,7 0-92,0 0-206,7 0 1,-4 0 0,6 0 0,3 0 72,0 0 0,4 0 1,5 0-1,8 0 61,8 0 0,14-1 0,11-4 0,18-3-139,-32 4 1,2 0 0,5-3-1,3 1 1,10 1 0,3 0-1,3 0 1,1-1-59,2 1 0,1 1 0,1 0 0,0 1 0,-1 3 0,-1 0 0,-3 1 0,-2 0-412,-7 1 1,-1 1 0,-6 0 0,-2 3 385,-10 3 0,-1 1 0,0 1 0,-2 1 0,29 17 0,-4-1 0</inkml:trace>
  <inkml:trace contextRef="#ctx0" brushRef="#br0">9553 9784 10502,'-8'6'135,"-5"-2"0,5 5 0,-2 1-352,1-2 0,-1 5 0,-3-4 1,2 2 723,2-1 0,4 3 1,-3-4-1,0 2 728,0-1-701,5 3 1,-4-13-274,7 0 1,2-11-1,1-10 1,3-1-68,2-4 1,2-1 0,4-2-1,1-1-49,-1-4 1,0-3 0,1-6 0,-1 0-128,1 0 0,5-7 0,3-3 0,1-4-111,0-5 0,0-4 0,5-6 0,-1 2-23,1 3 0,0-4 0,-2 6 0,-3 1 97,-5 6 0,-3 7 0,-1 9 0,-3 4 86,-2 5 1,-4 4 0,-4 5 0,1 3 125,2 0 1,6 5 0,-1-3 0,2 3-139,3 2 0,1-1 1,1 1-1,4-1-105,2 1 1,-4 0 0,5-1 0,0 3 25,-2 2 1,5-3 0,-3 5 0,2 0-47,-2 3 1,1 4-1,-5 1 1,-1 0-38,2 0 1,-5 0 0,3 0-1,-3 0 53,-2 0 0,5 5 0,2-1 0,0 0-35,0-3 0,-1 4 1,0 0-1,2-2 12,0-1 1,6-2-1,-6 0 1,3 0 16,4 0 1,-3 0 0,9 0 0,0 0-12,4 0 1,4 0-1,5 0 1,8 0-58,9 0 1,4 0-1,12 0 1,-39 0 0,1 0 24,1 0 1,2 0-1,4-3 1,2 1-1,4-1 1,1 1 0,3 0-1,0-1-105,2 0 0,-1 0 0,4-1 0,1 0 0,5-4 0,1 0 0,3-1 0,2-1 187,-23 2 1,0 0-1,1 0 1,-1-1-1,1 0 1,0-1-1,1 1 1,-1-1-1,1-1 1,-1 0 0,0 0-1,1 0-51,-1-2 1,1 0 0,-1 0 0,2-1-1,0 0 1,0 1 0,2-1 0,0 0 0,1 0-1,-1 1 1,1-1 0,0 1 156,-2 0 1,0 0 0,0 1 0,-1 1-1,1 0 1,-1 1 0,2-2 0,0 1-1,1 0 1,0 1 0,1 0 0,0 1 3,1 1 1,0 0 0,0 0 0,-2 1 0,0 0 0,0 1-1,0 0 1,-1 2 0,0-1 0,-2 1 0,1-1 0,-1 1-73,-1 1 0,0 0 0,0 0 0,2 0 1,-1 1-1,1 0 0,-2 2 0,0 0 0,0 0 1,-1 1-1,0-1 0,-1 1-62,23 1 1,-2 1 0,-1 0 0,-1 2 0,-4 2 0,0 0 0,0 0 0,-1 1-188,0-1 1,-2 0 0,-3 0 0,-2 0-1,-4 0 1,-1-1 0,-4 0 0,0-1 137,-3 1 1,-1-2 0,-3-2 0,0 1 0,-1 1 0,0 1 0,34 5 126,-11-2 0,-6 3 0,-5-5 1,-2 1 105,-1-1 0,-11 4 1,-1-5-1,-4-2 244,-5-2 0,-2-1 1,-2 0-1,-4 0-294,-5 0 1,-3 0 0,-2 0 0,0 0 297,1 0 0,-1-1 0,1-2 0,-1-4-256,0-1 1,1 5-1,-1-2 1,1 4 190,-1 1 1,0-5 0,1 0 0,-1 2-150,0 1 1,1 2 0,-1 2-101,1 3 1,-7 9-1,-5 10 1,-6 6 157,-7 9 1,-16 9 0,-7 19 0,13-29 0,-2 2 55,-2 4 0,0 0 1,2 1-1,0 0 1,-3 2-1,2 0 1,1 0-1,1 0-42,1 0 0,1 1 0,1-1 0,3 2 1,2 0-1,3 1 0,2-3 0,2 0-646,2-4 1,1 0-1,3 0 1,0-1-1,7 35 1,7-2 400,9-1 0,4-6 0,2 1 0,-1 0 0,1-2 0</inkml:trace>
  <inkml:trace contextRef="#ctx0" brushRef="#br0">11696 8302 8485,'-9'2'-524,"-1"1"361,-1 2 0,-2-1 764,-1-4 1,4-1-1,2-6 1,2-5-171,3-6 0,1-8 0,2 1 0,0-7 62,0-6 0,2-6 0,4-4 0,7-4-192,4-4 1,14-15 0,-16 33-1,0 0 1,3-4 0,1-1-111,3-2 1,1-1 0,1-4-1,1-1 1,4-4 0,0 0-1,-1-1 1,1 0-181,0 0 1,0 2-1,-1 0 1,1 0 0,0 4-1,0 0 1,-1 0 0,0 1-33,-2 0 1,1 2 0,0 1 0,0 2 0,-4 5 0,0 1 0,19-26-655,-7 13 0,-17 10 106,-9 12 0,-18 13 0,-11 10 0,-5 10-135,-4 11 1,-4 9 0,-1 0 0,4 3 117,4 2 1,5-2-1,7-2 1,1-1-321,3 2 0,-1-4 906,6 2 0,-6-6 0,3 3 0</inkml:trace>
  <inkml:trace contextRef="#ctx0" brushRef="#br0">11624 7021 8485,'-9'-6'498,"1"-4"17,1-2 1,3-3 0,5 2-1,4 1 50,5-3 0,4 3 0,5-12 0,5-2 20,3-1 1,10-8-1,6-5 1,7-5-128,1-3 1,5-2-1,-3 6 1,3 0-24,1 8 1,4 7 0,-4 10 0,-5 9-102,-6 7 0,-8 17 1,-1 12-1,-3 12-283,-7 9 0,-11 13 1,-11 3-1,-2 4-794,2 0 0,-2 7 0,6-7 0,4-5 743,5-6 0,17-26 0,10-10 0</inkml:trace>
  <inkml:trace contextRef="#ctx0" brushRef="#br0">10013 6144 9908,'-19'0'-203,"0"0"0,-1 0 0,6 0 0,-2 0 278,-3 0 0,8 0 0,-4 0 0,3 0 145,-1 0 0,-2 0 508,1 0-583,0 0 0,7 0 0,7 0 0,10 0-10,7 0 1,6 0 0,7 0-1,5 0-41,8 0 1,7 0-1,8 0 1,1 0-167,3 0 1,4 0 0,7 0 0,4 0 31,4 0 0,-39-2 0,0-1 0,-1 0 0,1 0 1,36-4 13,-4 1 1,-14-1 0,-18 3 0,-12-4 202,-9 0 0,-7-5 31,-4 3 0,-10 4 0,-10 1 0,-2 3-71,-3 2 0,-6-4 0,-1-1 0,-4 2-117,-2 1 1,2 2 0,-9 2-1,1 1 16,1 2 1,-7-1-1,0-2 1,-5 1-17,-3 2 0,-6 5 1,-1-4-1,-4 2 49,-3 3 1,-5-3-1,4 0 1,3 0-31,1 0 1,6-5 0,2 2-1,3-3-93,6-2 0,5 0 0,10 0 35,3 0 1,5-2 0,11-1-32,8-2 1,6 0 0,9 5 0,1 0-60,3 0 1,3 0 0,7 0 0,2 0-95,2 0 1,4 0 0,8 0 0,1 0-116,2 0 0,6 0 1,1 0-1,5 0 32,8 0 1,0-4 0,1-3-1,-3 1 103,-3-1 0,-2 1 0,-10 3 0,-9-2 232,-12 2 0,-7-4 182,-9 3 1,-8-6-1,-7 5 1,-10 2 117,-7 1 0,-7 2 0,-1 0 0,-4 0-140,-4 0 0,-6 2 0,2 3 0,-4 3-73,-1 0 0,1 0 0,2-3 1,2 3-72,-2 0 1,-1 3-1,-1-5 1,2 1-198,2-1 1,1 5 0,-1-3 0,4 2-759,4-1 847,7 1 0,22-53 0,10-15 0</inkml:trace>
  <inkml:trace contextRef="#ctx0" brushRef="#br0">9826 6259 8472,'-10'0'0,"2"-2"-797,2-3 444,1 4 1,7-6 0,3 7-1,6 0 398,6 0 1,1 0-1,6 0 1,2 0-28,1 0 1,1 0-1,1 0-27,0 0 1,1 0 0,4 2 0,3 1 0,1 2-41,0-2 0,-4 0 0,3 1 0,0 0 49,-1 0 0,3-6 0,5-1 0,6-1 0,0 0 0</inkml:trace>
  <inkml:trace contextRef="#ctx0" brushRef="#br0">9452 10446 12879,'14'0'36,"1"0"220,-1 0 1,0 0-1,1 0 1,1 0 0,3 0 0,3 0 1,9 0-1,1-2 135,1-3 1,7 2-1,-1-5-187,2 2 1,-2-4-1,-3 4 1,-2-1-1,-7 1-81,-6 3 0,-5 1 0,-3 1 0,-2-3 330,-2 0 0,-7-1-182,-2 5 1,-6 0 0,-10 0-1,-2 0 32,-1 0 0,-7 0 0,2 0 0,-3 0 33,-2 0 1,-1 0 0,-2 0 0,-2 0-80,3 0 1,0 0 0,2 0 0,1 0-102,-1 0 0,5 0 0,1 0 0,3 0-465,2 0 0,8 2-3380,6 2 3705,8-2 0,42-28 0,19-18 0,-18 12 1,1 0-1,-1 0 0</inkml:trace>
  <inkml:trace contextRef="#ctx0" brushRef="#br0">17091 15769 10527,'0'-9'-1083,"0"-1"1157,0 7 47,0-3 0,0 7-67,0 4 1,0 3-1,0 6 1,0 2-17,0 4 1,0 0-1,0 6 1,0-2 56,0 2 1,0 1 0,0 2-1,0 1 26,0 3 0,-1-2 0,-2 4 0,-2 0-46,2 4 1,1-4 0,0 0-1,-1-2-13,-2 1 1,1 4 0,4-4 0,0-2-53,0-2 1,0-6 0,-2 0 0,-1 2-19,-2 1 1,0-5 0,5-2 0,0-4-2,0-2 0,0 0 0,0 1 1,0-1 49,0 1 1,0-6-1,0 1 99,0 1 0,0-3 113,0 2 1,0-1-39,0 5 1,0-4-91,0 0 0,0-6-24,0 6 1,0 0-15,0 4 0,0-4-31,0-1 0,0 1-99,0 4 1,-5-4 99,1-1 0,-1-4 114,5 5-168,0-1 25,0 6-10,0-1 108,-7-6 149,6-1-197,-6-7-197,7 0 0,0 1-87,0 4 207,0-3 0,0 6 12,0-4 0,-1 0 66,-4 5 1,3-4-58,-2 5 1,0-1-78,0 5 1,2 1 0,-3-1 52,4 1 0,-4-6 0,0 1 46,2 1 0,1 2 0,1 0 0,-3-2 31,0-2 0,-1 1 0,3 3 43,-3-4 1,4-1 27,-4-3 1,3-2-45,2 7-59,0-7 119,0 4 1,2-6-241,3 4 1,1-2-1,5 5-43,-1-1 1,-5-3 0,4-2 48,3 3 0,0-4 0,3 4 17,-1-3 1,1-1 0,-1 2 0,0 2 14,1-2 1,1-1-1,1-2 94,3 0 1,-5 0 0,-2 0 0,3 0 46,0 0 0,5 0 0,-2 0 1,0 0-26,2 0 1,0 0 0,5 0 0,-2 0 127,1 0 0,2 0 0,2 0 0,0 0-141,0 0 1,-1 0 0,0 0-1,-3 0-53,-1 0 1,-5 0 0,4 0 0,-1 0 25,0 0 0,-4 0 0,1 0 0,-1 2-64,1 2 1,-3-2 0,5 4 0,-2-1-16,0 0 1,2 0 0,-2-4 0,3 3 57,1 0 1,4 1-1,-3-5 1,5 0 44,4 0 1,2 0 0,5-1 0,-1-3 55,1 0 0,1-6 0,2 4 0,1-2-107,-1-4 1,0 1 0,0 0 0,0 3-19,0 2 0,4-5 0,-2 3 1,-5 0-56,-4 3 0,3 3 0,-4 2 0,-2 0-54,-2 0 1,1 5 0,-10 1-1,2 1 97,0-1 1,0 4-1,5-5 1,-2-1-13,-3 3 1,3-6-1,-3 4 1,3-3 3,2-2 0,0 0 1,0 0-1,-1 0 35,1 0 0,0 0 1,-2-2-1,-1-1-28,-2-2 1,-2 0-1,4 5 1,-2 0 20,1 0 1,-2 0-1,-1 0 1,0 0 13,1 0 0,-1 0 1,4 0-1,-2 0-9,1 0 0,2-4 0,2-1 0,0 0 38,0-1 1,1-1-1,2-2 1,2 2-35,-2 1 0,3 3 0,0-5 1,0 1-56,0 4 0,-1 0 0,-4 0 0,2-2-1,2 2 0,-1 1 1,-4 2-1,0 0 10,0 0 0,-1 0 0,0 0 0,-3 0 30,-1 0 1,0 0 0,5 0 0,0 0-56,-1 0 1,1 0-1,0 0 1,0 0 84,0 0 0,1 0 1,2 0-1,1-2-1,-1-2 0,4 2 1,-1-4-1,2 1-128,2 0 1,-2-5 0,0 4 0,0 0 9,0-1 0,-1 2 0,3 5 0,-4 0 20,0 0 1,-5 0 0,6 0-1,-3 0 53,1 0 1,-1 0 0,-4 0 0,0 0 68,0 0 0,4 0 0,1 0 1,-2 0-35,-2 0 0,-4-4 1,1-1-1,3 2 91,1 1 1,1 2 0,0 0-1,1 0-99,-1 0 1,-2-5-1,-1 0 1,0 2-18,0 2 1,0 1 0,1 0 0,2 0-1,1 0 1,1-5-1,-5 0 1,0 2 7,-1 1 0,1 2 1,0 0-1,0 0 0,-1 0 1,1 0 0,2 0 0,-1 0-5,-1 0 1,3 0 0,-8 0 0,3 0-4,2 0 0,-1 0 1,0 0-1,-3 0 9,-1 0 0,0 0 1,5 0-1,0 0-89,-1 0 1,-4 0 0,-1 0 0,-1 0 12,1 0 0,-4 0 1,3 0-1,-1 0 109,-4 0 1,-1 0 0,0 0 0,2 0-8,1 0 1,0 0-1,-4 0 11,-1 0 0,1 0 0,-1 0 18,0 0 1,-4 0 0,-1 0-52,3 0 0,-4 0 17,1 0 0,-4 0 26,5 0-37,-7 0 0,5 0 32,-3 0 1,-4 2-127,4 3-101,-3-4 254,-2 6 1,0-6 97,0 4-82,0-3 0,-2 4 118,-3-6 1,4 2 165,-4 2-232,3-2 0,1 4 181,-4-6-192,3 0 0,-6 0-77,3 0-89,4 0 1,-6-1-153,7-4 0,-1 3-576,-4-2-409,3 2 359,-4 2 1,6-2-1957,0-2 2749,0 2 1,-19-30-1,-5 0 1</inkml:trace>
  <inkml:trace contextRef="#ctx0" brushRef="#br0">22731 16892 7235,'0'-10'-119,"0"1"0,0-1 328,0-4 1,0-1-1,0 1-9,0-1 0,0 1 0,0 0 0,0-1-35,0 1 0,-5-2 0,0-2 1,1-2-60,-3-3 0,6 1 0,-6-4 0,2 1-74,1-6 1,-6 2 0,5-4 0,0 1 21,-1-2 1,4 2-1,-2-4 1,2 0 24,2 4 1,0 2 0,0 1 0,0 1 43,0-1 0,0 6 0,0 4 0,0 3 730,0 2-747,0 6 1,5 3-1,0 11 1,-1 7-126,3 5 0,-6 7 0,6-1 0,-2 5-159,-1 5 1,1-2 0,-5 6 0,0 0-43,0-1 1,0 5-1,-1-4 1,-3 4-31,0 1 1,-3-2-1,4-1 1,-2-3-98,2-2 1,1-1-1,2-5 1,0-2-387,0-3 0,0-8 733,0-7 0,0-5 0,-6-30 0,-2-14 0</inkml:trace>
  <inkml:trace contextRef="#ctx0" brushRef="#br0">11883 16086 9388,'-27'0'-452,"2"0"0,1 0 47,-2 0 1,-1 0 0,0 0-1,1 0 444,2 0 0,7 0 0,-3 0 0,4 0 204,2 0 0,4 0-13,1 0 0,7 0 0,1 2-164,4 2 1,8-2 0,-1 3 0,2-4-66,3-1 1,1 0-1,3 0 1,5 0-92,3 0 0,3 0 1,4 0 94,4 0 0,17-20 0,18-14 0,1-1 1,-13 7-1,-1 0 0,1 0 0,0 0 0</inkml:trace>
  <inkml:trace contextRef="#ctx0" brushRef="#br0">17322 17755 8166,'4'-14'0,"1"-1"-24,-2 1 1,4 0 0,-2-1 0,-1 1 196,3-1 0,-4 1 0,7 0 1,-1-1 308,-1 1 0,5 6 0,-5 5-139,0 6 1,-2 13 0,-6 14 0,0 13-4,0 13 1,-11 10 0,-3 9 0,-2 3-317,0 2 1,6-38-1,1-1 1,-1 4-1,0 0 1,1 0-1,-1 1-580,0-1 0,-1 0 1,-3 34-1,-2-7 556,5-8 0,8-17 0,-4-6 0</inkml:trace>
  <inkml:trace contextRef="#ctx0" brushRef="#br0">17609 18215 8206,'-14'-6'-328,"4"4"649,1-2 1,6 8 0,-4 6 0,2 4-189,1 6 1,-1 2 0,5 8-1,0 2-143,0 2 1,0-2 0,1-6 0,4-4 18,5-1 0,3-4 0,1-7 0,2-5 318,3-4 0,-3-1 0,2-1 0,-6-4 365,-2-5 0,-5-7 0,3-4 0,-2-1-337,-3-4 0,-1 4 0,-4-2 1,-1 0-246,-2 1 0,-6-2 0,3 4 0,-1 0-396,-1 0 0,2-3 0,-3 5-1331,1 2 0,2 4 658,-1 8 1,2 8 0,7 16 0,0 5-699,0 3 1657,7 2 0,33 38 0,-13-28 0,0-1 0</inkml:trace>
  <inkml:trace contextRef="#ctx0" brushRef="#br0">17983 18287 8206,'-9'-14'69,"-1"0"0,5-1 352,-4 1 0,6 7 0,-2 9-221,3 11 0,1 8 0,-3 7 0,0 3-49,0 2 0,3-1 0,1 5 0,0-2-188,0-3 1,1-6 0,3-4 0,2-1-82,2-3 0,2-4 202,4-4 1,-1-6-1,-4-8 1,-4-6 161,-3-3 0,-2-6 1,-2-2-1,-1 0 49,-2 1 0,-4-1 1,2 3-1,1-1 111,-1 2 0,-2 1-220,4 1 1,2 9-260,8 6 0,4 13 0,9 12 1,3 7 47,1 6 1,-3 4 0,3 3 0,-1 3-85,-3 5 1,-7-2 0,-3 0 0,-2-2 336,-2-2 0,-9-9 1,-5-4-1,-3-6 216,-1-4 1,-5-3 0,-2-8 0,0-2 3,13-7-269</inkml:trace>
  <inkml:trace contextRef="#ctx0" brushRef="#br0">17752 19049 15694,'-23'-9'-1559,"-1"0"-173,7 1 0,-1-3 929,7 1 0,6 2 1,10-2-1,4 4 131,4 0 1,6 4 671,1-3 0,50-16 0,-31 9 0,0 1 0</inkml:trace>
  <inkml:trace contextRef="#ctx0" brushRef="#br0">18329 18403 8061,'6'-8'720,"5"3"0,7 3-298,6 2 0,11 0 1,10 0-423,11 0 0,1-11 0,7-3 0,8-2 0,0 0 0</inkml:trace>
  <inkml:trace contextRef="#ctx0" brushRef="#br0">19408 18287 7928,'-10'0'-1685,"0"-1"1901,-1-4 0,3 3 1,0-4-1,0 1 137,0 0 1,4-4-1,-6 2 1,0-1 72,2-3 1,-3 3 0,5 0-211,-2 2 0,-2-4 1,-4 6-1,-1 0 73,1 3 1,0 2-1,-1 4-119,1 5 1,6 7 0,3 4-1,3 1-147,2 4 1,0-4-1,2 1 1,3-1-150,4 1 0,6-6 0,2 2 1,3-3-8,-3-1 1,4-1 0,-2-1 0,-3-2 113,-5-1 1,1-6 0,-8 6 0,0 1 265,-3 2 1,-2-3 0,-6-1 0,-6 1 111,-4-2 1,-7 5 0,3-5 0,-1 0-279,-4-4 1,-1 3-1,0-2 1,1-2-332,2-2 1,7-1 0,-3 0-1,4 0-1626,2 0 1168,0 0 1,7-4-1,9-1 1,9 2 81,7 1 0,7 0 1,1-1 625,6-2 0,6-5 0,5-4 0,7 2 0,-1 0 0</inkml:trace>
  <inkml:trace contextRef="#ctx0" brushRef="#br0">19566 18345 8310,'-6'-14'1643,"4"-1"-1174,-3 1 0,4 7 0,1 7-204,0 8 1,1 5-1,2 3 1,2 2-149,-2 1 0,4 0 1,-1-3-126,2 3 0,0-3 1,3 2-54,-1-7 0,-1 0 0,6-6 235,-1-2 0,-4-3 0,-1-5 29,3-4 0,-4-4 0,0-1 1,0-1 30,0 1 0,0 0 0,1-1 0,-2 2-230,-1 4 0,-3 1-343,7 3 1,-2 5-1,1 0 1,-2 6-1185,-1 2 0,-4 7 1,4-2 1522,0 4 0,41 2 0,15-4 0</inkml:trace>
  <inkml:trace contextRef="#ctx0" brushRef="#br0">20041 18345 7954,'-5'-10'-241,"0"1"1300,2-2 0,1 3-685,2-2 0,-5 8 0,1 2 0,0 8-259,3 5 0,-1 3 1,-1 3-1,-2 4-144,2-1 0,-3 5 0,1-4 0,0-1-85,-1-3 1,4 2 0,-3-2 69,4-1 93,1-9 1,1-9-1,3-11 1,2-6 124,2-7 1,0-2 0,3 0 0,-1 4 150,1 1 1,-3-3 0,1 5 0,1 2-290,-2 1 1,3 1 0,-4 2-307,1 4 0,-5 4 0,2 10 20,-4 4 1,-1 4 0,0 2 0,0 1 26,0 3 0,0-3 0,0 3 1,-1-3-114,-4-2 0,3 1 904,-3-1-226,4 0 0,1-12 1,0-7-1,1-6 49,4-3 1,-2-2-1,9-2 1,2-1-239,4 1 1,1 2 0,-3 2 0,1 0-182,3-1 1,3 2 0,-3 4 0,-1 4-103,2 3 0,-5 6 0,1 4 0,-4 8-282,-3 4 1,-7 6-1,2 6 1,-4 3-490,-1 2 1,0-5 0,0 1 900,0-2 0,45-28 0,11-6 0</inkml:trace>
  <inkml:trace contextRef="#ctx0" brushRef="#br0">20961 18345 7922,'0'10'1617,"0"-1"-1263,0-6 0,2 4 0,3-7 0,4 0-485,4 0 0,8-5 0,5 0 131,6 2 0,30 7 0,15 3 0,-20-2 0,0 1 0,0-1 0</inkml:trace>
  <inkml:trace contextRef="#ctx0" brushRef="#br0">21882 15582 16992,'8'8'-2996,"5"-4"3791,5-8 1,7 1-1,-1-6 1,3-1-139,2 2 0,-5-5 1,0 4-1,0-3-60,-2 3 0,-2 1 0,-9 5 283,-2-2 0,-7 0-754,-2 5 1,-6 0-1,-10 0 1,-4 0-1,-2 0 107,0 0 1,-6 0 0,4 0 0,-1 0-35,1 0 0,-2 0 1,6 0-1,-1 0 125,0 0 0,2 0 0,4 0 0,1-1-508,0-4 1,4 3-294,0-3 0,9 4 0,2 1 115,12 0 0,3 0 1,10 0-1,3 0 157,3 0 1,6 0-1,-3 0 1,2 0 65,3 0 0,-5 1 0,-1 3 0,-4 0-1,-1 0 1,-5-3 0,-4 1 455,-4 3 1,-1-4 0,-15 4 98,-7-4 0,-5-1 0,-8 0 0,-2 0-165,0 0 0,-5 0 0,3 0 0,-4 0 24,0 0 0,0 0 0,3 0 0,2 0-347,3 0 0,-4-1 0,5-2 1,1-2-61,2 2 0,6 1 0,1 2-12,-2 0 0,6 0 0,5 0-67,8 0 1,6 2-1,4 1 1,3 2-4,1-2 0,2 3 1,5 1-1,-1-1-143,1 0 0,-5 4 0,-1-5 0,-3 0-113,-2 1 0,-2-4 764,-2 2 1,-7-2 0,-7-2 352,-8 0 0,-11-5 0,-5-1 1,-4-1-405,0 1 0,-1-5 1,0 3-1,0-2-318,1 1 0,4 4 1,1-3-1,2 0-227,4 0 1,1 5 0,3-4-829,3 1 1,6 4-1,10-1 1,8 6 1208,9 7 1,29-16 0,12-7 0,7 0 0,-1 0 0</inkml:trace>
  <inkml:trace contextRef="#ctx0" brushRef="#br0">22112 18532 7837,'10'0'389,"0"0"1,-6 0-1,6 0-62,1 0 0,2-6 0,3-2 1,1-2-72,3 0 0,4 1 1,-4-7-1,3-2-79,2-1 1,1-5 0,-2 5 0,-5 0-90,-3-2 0,-3 3 0,-4-4 0,-4 1-123,-3 4 1,-2 1-1,-2 1 1,-3 1-68,-4-1 1,-5 3 0,-6 1 0,-4 3 110,-3 1 1,-2 4 0,1 8 0,-1 4 253,0 4 0,-4 9 0,-1 7 0,2 10 193,2 7 0,2 0 0,6 7 1,8 0-254,7-2 0,6 0 1,4-6-1,6-2-665,11-6 1,12-12 0,8-5 0,6-6-297,7-4 0,3-6 1,1-8-1,1-8 758,-1-5 0,-12-21 0,0-10 0,4-7 0,-1 1 0</inkml:trace>
  <inkml:trace contextRef="#ctx0" brushRef="#br0">22717 18287 7837,'14'-6'530,"-4"0"42,-1-4 1,-1 7 0,3 12-359,-1 11 0,-5 7 0,3 8 0,0 8-582,0 8 1,1 4 0,4-1 0,-2-1-1999,-1 1 2366,-7-4 0,10-1 0,-5-6 0</inkml:trace>
  <inkml:trace contextRef="#ctx0" brushRef="#br0">23004 18287 7834,'-28'10'0,"-1"-2"-137,0-2 0,0 10 1,0 0-1,-1 7 615,-3 7 1,-3 7 0,-4 9 0,2 4-397,-2 1 1,7 0-1,4 2 1,10-5-83,7-3 0,32-9 0,12 0 0</inkml:trace>
  <inkml:trace contextRef="#ctx0" brushRef="#br0">23306 18546 7834,'-14'8'87,"0"-1"0,1-6 1,2 3 400,1 0 1,2 9 0,-3 0-1,1 6-315,-1 4 0,0 2 1,0 7-1,1 2-85,-1-2 0,3-2 0,0-3 0,2-3 360,2-5-489,3-3 0,7-20 0,4-11 0,3-10 227,1-9 0,2-3 0,2-6 0,1-2 2,-2-3 1,-1 2 0,-1-5-1,-1 0-82,0 0 1,1 9 0,-1 0 0,1 6 144,-1 4 0,0 8 0,1 6 1,-1 8 14,1 10 1,-1 10-1,0 12 1,-1 9-182,-3 4 0,1-1 0,-6 2 0,-2 1-77,-1 0 0,-7-5 0,-2 0 0,-2-5-32,-7-3 1,0-6-1,-10 1 1,-3-3-95,-3-2 1,-8-1-1,4-3 1,-3-6-111,1-2 0,4-2 1,-2-2-1,0-2-392,5-6 1,7-4 0,6-4 0,7-3 619,6-1 0,35-9 0,10-5 0</inkml:trace>
  <inkml:trace contextRef="#ctx0" brushRef="#br0">25206 18028 10483,'9'-4'786,"-1"-3"-702,-1-1 1,4 3 0,-2-3 252,4 2 0,1 0 0,1 2 0,-1 0-229,1 0 1,-1-2 0,2 1 0,2 2-78,1 1 0,6 2 0,-2 0 0,1 0 4,0 0 1,0 0-1,3 0 1,-2 0-77,-1 0 1,-4 0-1,2 0 1,0 2-49,1 3 1,-6-4 0,2 6 0,-3-1-67,-1 4 1,-7-1 0,-2 6 0,-1 6-13,0 4 0,-7 10 0,-9 7 0,-7 9 123,-6 11 0,-1 7 0,-1 3 1,4 0 26,1 0 1,-1-5-1,7-3 1,7-5-70,5-8 1,5-11 0,3-6-1,4-5-125,4-5 0,1-5 0,1-9 0,-1-6 107,1-2 0,-6-2 312,1 0 0,-7 1 0,0 3 1,-6 0 204,-7 0 1,-9 4 0,-5 1 0,-3 4 52,-2 1 1,-6 6 0,-5 0-1,4-3-311</inkml:trace>
  <inkml:trace contextRef="#ctx0" brushRef="#br0">28155 14187 8319,'0'-10'0,"0"1"-286,0-3 0,0 4 8,0-1 512,0-1 1,0 5 0,0 10-10,0 13 0,1 9 1,3 8-1,0 8-25,0 8 0,2 7 0,-1 4 1,0 7-167,1 6 0,-3 5 1,1-38-1,0 1 1,0-1-1,0-1-297,0 0 0,0 0 0,4 29 0,3-1 1,-1-10-444,1-13 1,2-15 705,1-17 0,7-44 0,1-18 0</inkml:trace>
  <inkml:trace contextRef="#ctx0" brushRef="#br0">27882 14662 8319,'14'-5'-190,"0"0"0,5-5 0,2 6 0,2-1 553,2-2 1,9 6 0,6-4-1,4 3-741,4 2 378,13-6 0,11-14 0,11-6 0,-19 5 0,0 0 0,0 0 0</inkml:trace>
  <inkml:trace contextRef="#ctx0" brushRef="#br0">28903 15036 8262,'-14'-5'0,"-1"0"761,1 2 1,4 1-1,1 2 10,-3 0 1,6 2-2186,1 3 1414,10-4 0,33-10 0,15-7 0,6-4 0,0 0 0</inkml:trace>
  <inkml:trace contextRef="#ctx0" brushRef="#br0">29795 13798 8259,'0'-14'0,"0"0"84,0-1 0,0 6 0,-2 1 127,-2 1 0,2 14 0,-3 10 0,4 9-19,1 9 0,-2 13 0,-1 9 0,-2 9-178,2 4 0,-4 10 1,4-36-1,0 0 1,0 5-1,0 1-196,0 4 1,-1 1 0,-1 3 0,1 1 113,1-3 1,1 3 0,-2-7 0,0 3 0,1 1 0,0-1-1,0 0 1,1 0 0</inkml:trace>
  <inkml:trace contextRef="#ctx0" brushRef="#br0">30212 14518 8259,'-14'0'0,"-1"-2"0,-1-1 77,-3-2 1,3 7 0,-3 9 0,3 6 262,2 7 1,1 10 0,3 4 0,6 4-104,2 1 0,4 4 0,2-3 0,8-4-69,5-3 1,5-10-1,7-9 1,2-7 54,2-6 1,-2-10-1,2-6 1,-3-8-53,-1-10 0,-5-2 1,-1-7-1,-4-2-98,-6-1 0,-5-1 0,-8 2 0,0 2-158,0-2 1,-8-2 0,-5 1 0,-6 2-455,-4 6 1,-6 2-1,-4 4 1,3 5-333,4 7 1,0 7 0,9 11 360,4 7 0,5 6 0,8 13 0,0 1 510,0 4 0,24 7 0,10 6 0,2 6 0,-1 1 0</inkml:trace>
  <inkml:trace contextRef="#ctx0" brushRef="#br0">30759 14446 8231,'-15'-2'-27,"1"-3"1,0 4-1,-1-2 1,1 6-118,0 6 1,6 4 0,1 3 0,2 2 483,1 1 1,-1 6 0,5-2-1,0 1-215,0 0 0,5-7 0,1 3 0,2-4-75,3-2 0,-3-1 0,2-4 76,1-4 0,-3-3 0,0-4-23,-2-3 1,4-3 0,-5-8 0,-2-1-28,-2-2 1,-1-5-1,0 4 1,-1 3 233,-4 1 1,4 1 0,-4 1 179,3 0 1,4 6-381,3 3 0,2 11 0,9 9 0,2 9-56,1 8 1,5 6 0,-3 8 0,-2 4-103,-3 1 1,0 2 0,-11 4-1,-2-1 44,-1-3 0,-4 1 0,-3-6 0,-6-3 104,-6-5 1,-1-5-1,-6-6 1,-2-2 35,-1-3 1,3 2-1,2-9 1,0-2-287,-1-4 1,4-3-1,-3 3 1,1-3-135,3-1 1,2-3 0,0-4 0,-1 0-101,-3 0 1,6-1 0,6-4 0,2-5-312,3-2 1,1 2 0,2 0 0,0-1-278,0-2 1,8-1 971,6 0 0,39-33 0,-19 20 0,1 0 0</inkml:trace>
  <inkml:trace contextRef="#ctx0" brushRef="#br0">31190 14403 7943,'-14'-5'0,"0"0"35,-1 2 1,6 1 0,-1 2 635,-1 0 0,-2 7 1,0 4-1,2 6-174,2 7 0,5 4 0,0 2-320,2 3 0,2-2 0,2 2 0,1-1 0,5 0 7,5 2 0,-2 0 1,10-7-1,-2-2-129,0-1 1,5-6-1,-5 1 1,-1-3-23,-2-2 0,-4 1 0,0 1 29,-3 3 0,-6-3 1,1 3-1,-8-3 20,-5-1 1,-10-1 0,-4 0 0,-1-1-129,0-3 0,-1 2 1,-7-4-1,-2 0-351,2-3 1,7-3 0,2-2-179,2 0 1,4-7 0,7-2 0,7-4-284,6-1 1,10-1-1,9-1 1,4 0-466,4 2 1323,2-4 0,17 8 0,8 0 0,5-6 0,1 1 0</inkml:trace>
  <inkml:trace contextRef="#ctx0" brushRef="#br0">31493 14546 8180,'4'-22'38,"1"3"1,0 8 0,-5 1 680,0-1 0,5 6-350,0 5 1,-1 8 0,-5 11-1,-2 5-52,-2 3 0,-5 2 0,5 2 0,2 1-91,2 1 0,1 1 0,0-7 0,0-1-60,0-3 0,1-5 0,4 3-36,5 0 1,2-7 0,3 0-1,-1-9-118,1-8 1,-1 0 0,0-8 0,1-4 62,-1-2 0,-1-9 0,-2 2 0,-1-1-41,1 1 1,-3-4 0,0 4 0,-2-1 43,-3 1 1,4 3-1,-2 7 1,-2-1 181,-2 1 0,-1 7-187,0 7 0,2 7 1,1 9-1,2 3-374,-2 5 0,0 5 0,2 3 0,5 1-1396,3-1 0,-4-1 1697,1-3 0,25 33 0,-12-26 0,0-1 0</inkml:trace>
  <inkml:trace contextRef="#ctx0" brushRef="#br0">31953 14575 8170,'8'7'148,"-3"2"0,-4 4 1,-1 1 173,0 1 0,-4-6 1,-1 1-1,0 3-128,-1 4 0,2-1 1,-4 5-1,0-2-149,0 1 0,4 3 1,-6-3-1,0-3 88,2-1-81,2-1 1,6-9 0,0-6 0,0-8 74,0-5 0,6-6 1,4-2-1,1-1-26,-1-4 0,3 4 0,-5 0 0,1 1-58,1 3 1,-5 2 0,3 2 0,-2-1-101,-3 1 1,5 6-132,2 3 0,-2 4 0,0 2-53,-2 4 1,1 1 0,-4 6 144,2-3 1,1-1-1,-1 2 116,4-5 0,4-4 0,1-2 170,1-4 0,-1-3 0,-1-7 1,-2 1 58,-1 0 1,-1-1 0,6 1 0,-1-1-104,1 1 1,-1 6-1,0 3-115,1 4 0,-6 2 0,-1 6-139,-1 7 1,-3 7 0,-4 8 0,0-1-751,0 1 1,0 5 857,0-1 0,0 33 0,0 3 0</inkml:trace>
  <inkml:trace contextRef="#ctx0" brushRef="#br0">32457 14705 8506,'-8'0'3549,"12"-5"-3196,11 0 0,2-4 0,-1 2 1,2-1-197,1-3 1,2-2-1,-4-1 1,3-1-126,-3 1 1,-1-2-1,-1-2 1,1-2-108,3-3 1,-8 6 0,2-2 0,-5 3 62,-5 1 1,-2 6 0,-2 1 0,-4 1 49,-4 4 1,-4 3 0,-3 6-1,-3 9 5,-5 7 0,-2 2 0,0 3 0,4 5-78,1 3 1,-4-1 0,2 4 0,1 2-150,3 2 0,9 1 1,5-1-1,4-2-357,1-2 1,8-12 0,6-2-1,9-7-282,4-2 1,6-7 0,2-4 822,2-2 0,6-36 0,4-15 0,6-3 0,1 0 0</inkml:trace>
  <inkml:trace contextRef="#ctx0" brushRef="#br0">32845 14489 8170,'0'-14'-121,"0"-1"1,0 1 1381,0-1-618,0 7 0,5 4 0,1 10 0,2 8-515,3 9 0,2 4 1,2 3-1,-1 4-261,0 4 0,-1 5 0,-2 4 1,-3 1 132,-1-2 0,-4 5 0,-2 7 0,-1 3 0,0 1 0</inkml:trace>
  <inkml:trace contextRef="#ctx0" brushRef="#br0">33090 14546 8215,'0'-14'385,"0"0"0,-2 6 202,-3 3 1,-4 11 0,-11 9 0,-5 9-785,-7 8 1,-2 6 0,-7 8 0,-4 4-414,0 1 0,0 2 0,4 4 1,2 1-63,6 0 0,11-14 672,7-5 0,39-20 0,16-6 0</inkml:trace>
  <inkml:trace contextRef="#ctx0" brushRef="#br0">33018 14734 9047,'-2'16'844,"-1"3"0,-4 5-711,-1 3 1,-1 3 0,-7 4 0,-2 4-31,-1 4 1,2-5 0,5-4 0,4-4-62,2-5 0,1-3 117,5-7 0,2-12 0,1-9 0,3-10 303,2-12 1,2-2-1,6-7 1,1-2-70,3-1 0,5-4 0,-2-2 0,1-1-184,0 2 0,0 3 0,4 5 0,1 4-23,0 4 0,-2 2 0,-3 6 0,-5 8-185,-3 7 0,3 6 1,1 1-1,-3 0-111,-1 0 1,-8 6-1,-3 4 1,-3 4-14,-2 5 1,-2-3 0,-3 5 0,-4 0-124,-4 3 1,-8-2 0,-3 2-1,-3 0-3,-2-1 0,0 2 0,-1-4 0,-2 0 131,-2-1 0,1 0 1,4-6-1,2-1-260,3-4 0,3 3 0,7-8-1298,-1 0 1676,7-3 0,15-26 0,9-7 0</inkml:trace>
  <inkml:trace contextRef="#ctx0" brushRef="#br0">22314 19007 7094,'0'-10'-74,"0"1"-308,6 5 0,-4-4 382,3 4 0,-10 2 0,-22 2 0,-12 8 0</inkml:trace>
  <inkml:trace contextRef="#ctx0" brushRef="#br0">22256 18978 7812,'-8'0'-388,"-5"-2"707,4-2 0,1 0-12,-2-5 1,2 4-1,-3-3-55,2 2 0,4 1-215,-5 5 1,9 0-16,1 0 1,6 5 0,10 1 0,5 2-33,7 3 1,8 0-1,8 1 1,6-4-263,7-2 1,9 4 271,11-6 0,-28-5 0,7-2 0,2-1 0,5-1 0,1 0 0,-1-1 0</inkml:trace>
  <inkml:trace contextRef="#ctx0" brushRef="#br0">30227 15712 8085,'-45'0'-274,"-3"0"0,5 0 0,-2 0 0,7-2 573,2-2 0,1 2 0,5-4 1,-1 1 110,4 0 0,8-6 0,2 1-131,5-3 0,6 4 0,6-1 7,0-1 0,2 5 0,2-1 0,8 2 88,5 1 1,13-1 0,14 5 0,10 0-120,12 0 0,9 5 0,-30-3 1,2 0-1,5 1 0,0-1-187,7 2 1,1-1 0,3-2 0,1-1 0,10 3-1,1-1 1,5-1 0,2 0-273,-25-1 0,0-1 0,1 2 0,0 0 0,-1 1 0,1-1 0,-1 1 0,0 0 0,0-1 1,23 1-1,0 1-359,-3 0 1,-4 0 0,-15 1-1,-2 0 563,-7 3 0,-3 1 0,28 9 0,-12-2 0,-3-4 0</inkml:trace>
  <inkml:trace contextRef="#ctx0" brushRef="#br0">1870 16115 7959,'0'9'686,"0"1"0,2-7-347,2 2 1,6 1 0,11-1 0,9 0 104,12 1 0,22-4 0,-23 1 0,2 0 1,8 0-1,2-1-170,7 0 1,3 1-1,11 2 1,3 0-1,-23-3 1,1-1-1,0 0-225,1 1 0,0-1 0,0 0 0,26 0 1,-1-1-1,1 0 0,-1 0 0,0 0 0,-2 0 1,-2 0-1,0 0 81,-5 0 1,-1 0-1,-5-2 1,-4-1-1,-9 0 1,-2 0 0,-3 0-1,-1 0 58,-6 0 0,-1-1 0,34-7 0,-23 3 0,-14-2 204,-13 1 1,-16 4 0,-10-3-275,-11 2 1,-16 1-1,-14 5 1,-11 0-452,-12 0 0,-9 0 1,30 0-1,-1 1 0,-2 1 1,0 1-203,-1 2 0,-1 0 0,-4 1 0,-1 1 0,-2-1 0,-1 0 0,-2 0 0,0 0-2158,1-2 0,0 1 2693,-1-1 0,0 2 0,6 2 0,-1 1 0,-1 0 0,1 0 0,1 0 0,2 0 0,3 0 0</inkml:trace>
  <inkml:trace contextRef="#ctx0" brushRef="#br0">30572 15798 8299,'-15'-13'-342,"1"2"1,0 2 221,-1-2 0,1-2 1,0 0-1,-1 2 615,1 1 1,-1 1-155,1-6 1,1 6-1,2 1-132,1 1 1,1 2 0,-6 5-51,1 0 0,4 2 0,2 3-90,2 4 1,1-1 0,7 2-1,3 0-33,4-2 1,12 3-1,8-5 1,9 1 74,9-1 0,12-1 1,13-5-1,8 0-106,-39 0 1,2 0 0,4 0 0,1 0-1,2 0 1,0 0 0,4 0 0,-1 0-22,2 0 0,-1 0 0,-1-3 1,-2-1-1,-5 0 0,-1-1-461,-3-1 1,-2-1 760,16-7-142,-8 6 0,-37-5 17,-16 3 1,-17 4-1,-28 1 1,-9 3-216,-11 2 1,-6 2-1,34 0 1,0 1 0,-2 1-1,0 0 27,0 0 1,0 0 0,-5 2-1,0 1 1,1-3 0,-1 1 0,0 1-1,0 1-20,0 0 0,-1 0 0,3-2 0,0 0 0,-1 0 0,0 0 1,1 0-1,0 1 116,1 0 0,2 0 1,-33 2-1,21-3 1,13-3 125,13-2 0,12 0 0,20 0-124,17 0 0,15 0 0,14-2 0,6-1-125,7-2 1,4 0-1,10 5 1,5 0-258,-37 0 1,1 0 0,5 0 0,1 0 0,-1 1-1,-1 0 313,1 1 0,0 1 0,-2 0 0,0 0 0,2 2 0,0 0 0,-1-2 0,1-1 0,-1-2 0,0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6114 13151 21293,'66'-19'468,"4"-1"0,8 4-752,-36 10 1,1 1 0,5-1-1,2 1 1,7 1 0,2 2-1,5-2 1,2 1 246,4 0 1,2 0 0,4 0 0,2 1 0,-23 2-1,1 1 1,0 0 0,4 0 0,0 0 0,1 2-250,3-1 0,0 2 1,1-1-1,5 0 1,1 0-1,1-1 0,5 1 1,2-1-1,0 1 1,-17-1-1,1 0 1,0 0-1,0 0 250,3 0 0,0 0 1,0 0-1,1 0 1,4-1-1,-1 0 1,2-1-1,0 1 0,4 1 1,1-1-1,1 1 1,1 0-1,-13-1 1,0 0-1,0 0 1,1 0-1,1-1 36,2 1 0,1 0 0,0 0 0,1 0 0,0 0 0,1 0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8876 17971 8511,'-38'-2'-487,"0"-3"0,6 2 0,-2-5 0,5 0 746,5 0 1,4 5-1,5-3 122,1-1-396,6 6 1,8-6 0,9 7 0,4 0 38,2 0 0,1 0 1,3 0-1,5 0-13,3 0 0,2 0 1,0 0-1,1 0 104,3 0 0,4-1 1,6-2-1,2-2-6,3 2 1,-2-1-1,9 1 1,2-2-1,4 2 1,13-3-1,-2-1 1,0 1-3,-4 0 1,3-6-1,-4 4 1,1-1-2,0-1 1,-4 1 0,-7-6-1,1 2-15,-1 4 1,-6-4-1,-4 5 1,-9-2 75,-9 1 0,-8 4-55,-12-5 1,-4 7 0,-11-2 0,-7 4-12,-5 1 0,-7 0 0,1 0 0,-5 0-112,-5 0 1,1 0 0,-10 0 0,-5 0 20,-2 0 0,-7 1 1,1 3-1,-7 2 59,-2 2 1,-7 0 0,-7 3 0,1-3 49,0-1 0,36-2 0,1 1 1,0-1-1,0-1 0,0 2 1,1 0 34,-37 3 0,7 2 0,15-6 1,6 0 20,5 1-372,11-4 0,12 4 0,18-6 0,14 0-386,12 0 0,12 0 0,8 0 0,11 0 583,12 0 0,-13 3 0,6 1 0,8 0 0,0 0 0</inkml:trace>
  <inkml:trace contextRef="#ctx0" brushRef="#br0">6862 15453 8549,'-14'-2'-316,"0"-1"0,-1-3 373,1-2 1,1-2 354,3-4 1,4 4 0,9 2-1,7 0-369,9 0 0,13 3 0,8-3 0,6 0 65,7 0 1,14 0-1,7-3 1,6 2 19,-37 3 0,2 0 1,3 2-1,3 0 1,4 0-1,2-1 1,1 0-1,0 0-72,2 1 1,0 0 0,-3-1-1,0-1 1,-5 3 0,0 0-1,-4 0 1,-1-1 49,-3 1 1,-1 0 0,-2 0-1,-1 1 1,27 2 0,-12 0-67,-12 0 1,-14 0-316,-10 0 1,-11 0 0,-10 0-275,-11 0 1,-3 0 0,-7 0-1,-1 0-322,1 0 0,-4 0 0,3 0 871,-3 0 0,-8-31 0,-4-15 0,-3-2 0,0 0 0</inkml:trace>
  <inkml:trace contextRef="#ctx0" brushRef="#br0">4776 12244 23184,'-9'-1'-1405,"1"-4"1176,1-5 1,-2-2-1,4-3-532,2 1 0,7-1 0,6 1 1,4 0 330,6-1 1,2 1-1,7 1 1,1 3 257,4 6 1,10-3 0,14 3-1,11 2 90,11 5 1,-34 3 0,2 2 0,8 4 0,1 0 0,6 2 0,1 1 31,3 2 0,10 0 0,-17-6 0,9 2 0,5-1 0,2 1 0,0 0 1,-6 0-1,0-1 0,0 1 0,0-1 0,0 1 0,0-1 0</inkml:trace>
  <inkml:trace contextRef="#ctx0" brushRef="#br0">28443 16057 8586,'28'0'-385,"8"0"0,5 0 1,10-1 365,12-4 1,-24 1 0,3 0-1,4-2 1,1-1 0,3 1 0,1 1 62,1 0 1,1 0 0,2 1 0,0-1 0,-1-2 0,-1-1 0,0 1 0,0 0-91,-2 0 0,0 0 0,-2-1 1,-2 1-1,-5 0 0,-2 0 1,36-8 158,-2 1 0,-10-5 1,-8 1-1,-13 4 57,-13 3 1,-15 7-1,-17 0-153,-11 2 0,-14 4 0,-14 2 0,-11 4 10,-10 0 1,-11 5-1,-6-3 1,-1 3 52,39-6 0,-1 0 0,0-2 0,0 0 0,-2-1 0,0 1 0,-1 1 0,0-1-11,0 2 0,-1-1 0,0 1 0,1-1 0,2 0 0,1-1 0,0 0 0,1 0 50,0 0 1,0 1-1,-37 5 1,3 0-1,14-3-16,15-1 1,12-1-159,15-1 1,21-4 0,23 3 0,17-8-33,14-5 0,14 1 1,-30 3-1,2 0 0,0 0 1,0-1 39,1 0 1,1-1 0,0 0 0,0 0 0,1-1 0,1 0 0,1-1 0,0 0 39,0 0 0,0-1 0,-1 0 0,0 1 0,-5 2 0,-1 0 0,34-8 59,-10 1 0,-12-1 0,-20 1 0,-14 1 331,-15 4 0,-17 2 0,-15 7 1,-11 0-138,-11 0 1,-10 7 0,-17 2 0,36-3 0,-1 1-182,-1 0 1,-2 0 0,-4 1-1,0-1 1,2 1 0,0 0 0,1 0-1,1 1-2,1 1 1,1 0 0,3 0 0,2 0 0,-38 8 0,7 3-200,7 1 0,15-4 0,21 2 0,11 0-579,10-1 1,11 0 0,6-5 714,6 1 0,4 1 0,13 3 0,6 3 0</inkml:trace>
  <inkml:trace contextRef="#ctx0" brushRef="#br0">25767 14259 9573,'43'0'-388,"0"0"277,-13 0 1,-17 0 0,-24 0-1,-16 0 187,-15 0 1,-15 0 0,-15 0 0,31 0 0,-1 0-10,-5 0 0,-1 0 0,1 0 0,-2 0 0,-4 0 0,-1 0 0,1 0 0,-1 0 3,-1 0 0,0 0 0,-3 0 1,1 0-1,-1 0 0,1 0 1,1 0-1,1 1-58,5 2 0,1-1 0,-27 1 0,15 5 0,14-1-62,12-4 0,19-1 0,15-2-21,17 0 0,9-2 0,18-3 0,9-4 9,7-4 0,14-2 1,-30 8-1,1 0 0,2 0 1,2 0 9,1-1 0,1 1 1,0 2-1,-1 1 0,0-1 1,0 2-1,-2-1 1,0 0-207,0-1 0,-1 2 0,-4 4 0,0 1 0,37-1 0</inkml:trace>
  <inkml:trace contextRef="#ctx0" brushRef="#br0">18228 16144 8566,'53'-28'-642,"1"4"0,5 5 675,7 3 1,-26 9 0,3 0 0,2 0 0,1 1 0,3 1 0,1 0 10,3 3 1,0 0 0,-2 1-1,1 0 1,4 1 0,0 0 0,3 1-1,1 0-207,3 1 1,2 0 0,-3-1 0,0 0-1,2 2 1,0 0 0,-1 0 0,-1-1 159,0 1 1,-1-1 0,-4 1-1,-1-1 1,0-2 0,-1 0-1,-6 0 1,-1 1-92,32 4 0,-13-3 1,-16 4 93,-7 1 0,-8-7 0,-7 9 0,0 4 0</inkml:trace>
  <inkml:trace contextRef="#ctx0" brushRef="#br0">4747 13640 8883,'-12'-14'888,"2"-1"1,5 2 0,10 5-129,5 8 1,9 13-1,5 13 1,3 7-480,2 11 0,-5 12 1,-3 11-1,-5 6-224,-12-33 0,-1 2 0,0 5 0,-2 3 0,-2 9 0,-2 2 0,0 6 0,-3 2 25,-2 6 1,-3 0 0,-4-1 0,-1-1 0,-1 4 0,-1 0 0,1-4 0,-1-1-24,0-2 0,1-1 0,0 0 0,0 0 1,3-4-1,0-1 0,0-1 0,0-1 106,2-4 0,0-2 1,1-4-1,0 0 0,3-4 1,0-1-1,0-1 0,0 0-20,1-2 1,1 0 0,-3 29-1,-1-6 1,5-6-133,4-3 1,9-7-1,6-5 1,8-6-292,6-6 1,13-4-1,9-3 1,10-1 127,12-2 0,3-12 0,-31-4 0,0-1 0,5-1 0,0-1 45,4-1 0,1 0 1,7 2-1,1-1 1,3-2-1,1-1 0,4 0 1,1-1-258,1 0 1,1 0 0,0-1 0,0 0 0,5 0 0,2 0 346,-25 0 1,-1-1 0,2 2-1,1 0 1,1 1 0,-1 0 0,2 0-1,0 0 1,-1 0 0,0 0 0,0 1-1,0 0 1,1 0 0,1 1-1,-1 0 79,0 0 0,1 1 1,0-1-1,1 1 1,0 0-1,1-1 1,1 1-1,0-1 1,1 0-1,-1 0 1,1 0-1,-1-1 79,-1 1 0,0-1 0,0 0 0,1-2 1,2 0-1,-2 0 0,0 1 0,-1 0 1,0-1-1,2 0 0,0-1 0,0 1-60,2-1 1,1 0 0,-1 0 0,-4-3 0,-1-1-1,1-1 1,2 1 0,0-2 0,0 0 0,-1 0-1,0-2 1,-1 0-63,2-2 1,-1 0 0,1 0 0,-1 0 0,1 0 0,0-1 0,2-1 0,0-1 0,-1 0 0,0-1 0,0 1 0,-2-2-7,-1 0 0,-1 0 0,0-1 0,-1 1 0,-1 0 1,0 0-1,-2-1 0,0 0 0,0 0 0,-1 1 0,0-1 1,0 1-65,-1-1 1,-1 0 0,0 0 0,17-6 0,-2-1 0,-3-1-1,-2 0 1,-4 2 0,-2-1-155,-2 2 0,-2-1 1,-2 0-1,-3-1 0,-4 1 1,-2-2-1,-3 0 0,-2 0 5,-3 1 1,-2 0 0,21-24 0,-8 1-1,-6-3 341,-6-3 0,-10 6 0,-5-2 0,-5 3-99,-4 2 0,-4-6 1,-7-3-1,-4 0 111,-5-1 1,-2-1-1,-3-9-314,1-4 1,-1-8 0,3-3-1,0-2 1,8 38 0,0-1-72,1-2 1,0 0 0,1-2 0,1-2 0,2-3-1,3-1 1,0-2 0,3 0-19,1-2 0,1 0 0,2 0 1,1-1-1,2 0 0,2 1 1,0-1-1,0-1 120,0-1 0,2 0 0,0 8 0,0 0 0,-2 2 0,-1 0 0,-2 4 0,1 2 40,0 3 0,-1 1 0,8-39 0,-3 9 0,-7 4 606,-6 9 1,-4 12 0,-2 11-1,-6 4-69,-7 1 1,-13 9 0,-12 4-1,-4 6-35,-5 4 1,-11 1-1,-11 5 1,-6 1-208,1 4 1,33-1-1,0 0 1,-2 3 0,0 1-1,-4-1 1,0 2-130,-5 0 1,-1 1 0,0-2 0,-1 1 0,-5 2 0,-2 1 0,1-1 0,-1 0-187,-2 0 0,-1 0 1,-4 1-1,-1 0 1,-5 2-1,-2 0 1,-2-1-1,0-1 90,-1 1 0,0-2 1,25-4-1,-1-1 0,1 0 1,-2 2-1,1-1 0,-1 1 1,-2-1-1,-1 0 0,0 0-187,-3-1 0,-2-1 0,1 1 0,3 0 0,0-1 1,-1 0-1,-1 0 0,-1 0 0,0-1 0,1 1 1,0 0-1,0 0 174,0 0 0,0-1 0,-1 1 0,-2 1 0,0 0 0,0 0 1,-3-1-1,-1 1 0,1-1 0,-1-1 0,-1 0 0,1 1 33,0-1 0,1 1 0,0-2 0,0 0 1,0 0-1,1-1 0,-1 1 0,1 0 1,-1-1-1,-2 1 0,0 0 0,0-1 21,-2 1 1,0 0 0,0-1-1,4 0 1,0-1 0,1 0-1,-1 0 1,1 1 0,0-1-1,2 0 1,0 0 0,0-1 79,1 0 1,0 0 0,0 0 0,-1 0 0,1 0 0,-1 0 0,0 0 0,0 0 0,0 0 0,2 0 0,1 0 0,0 0 66,3 0 1,1 0 0,0 0 0,1 0 0,1 0-1,0 0 1,-25 0 0,1 0 0,0 0 0,0 0-54,1 0 0,0 0 0,7 0 0,1 0 0,3 0 1,0 0-1,5 0 0,1 0-8,2 0 1,2 0 0,2 0 0,2 0 0,2 1-1,0 0 1,3 0 0,1 1-82,4 0 1,1 1-1,-33 6 1,5-2-1,8 1-234,5 3 1,9-3 0,9 0 0,10 0 105,11 0 1,5-3-1,6 4-197,4 2 0,10 2 1,6 1 428,6 1 0,6 6 0,6 3 0,-1 3 0,3 3-188,2 4 0,-1 4 0,5 8 0,0 4-2,0 1 1,-7 8-1,0 10 1,-6 6 53,-13-35 0,-1 2 0,-2 3 1,-3 1-1,-2 2 0,-1 1 0,-2 4 1,0 0 39,-2 4 0,-1 1 1,-1 2-1,-2 0 0,-2 4 1,-3 1-1,0 2 0,-2-1-22,0-1 1,-1 0 0,0-2 0,-1 0-1,1 0 1,1 0 0,0 0 0,0-1 46,1 2 0,0-2 0,4-6 0,0-1 0,1-4 1,0 0-1,3-5 0,2-1-4,0 35 1,4-10 0,2-7 0,8-7-63,5-10 1,6-16 0,5-3 0,3-4-30,2-6 1,6-7-1,7-5 1,5-4 59,5-1 1,2 0-1,12 0 1,4 0-7,-1 0 0,2-4 1,2-1-1,-36 4 1,1 0-60,3 2 1,0 1 0,-2 2 0,1 0 0,3 4 0,-1 0 0,1 1 0,1 0-70,1 0 0,2 1 0,3 1 0,1-1 1,4-1-1,2 0 0,1 0 0,1 1 95,0-1 0,1-1 1,4 1-1,0-2 0,2 1 1,1-1-1,3 0 0,2 0-43,-22-2 1,0 0-1,1-1 1,1 0-1,0-2 1,0 0-1,4 0 1,1 0-1,0-1 1,1 0-1,1 0 1,-1-1 76,3 0 1,0 0-1,0 0 1,2 0-1,-1 0 1,1 0-1,4 0 1,0-1-1,0 0 1,0 0-1,0 0 1,-1-2 28,0 1 1,-1-2 0,0 1 0,2-1 0,0 0-1,0-1 1,0 0 0,0 1 0,1-1 0,2 0 0,0-1-1,0 1-104,2-2 0,1 1 0,-1 0 0,-4 0 1,-1 1-1,0 0 0,2-2 0,-1 1 1,0-1-1,-1 2 0,-2-1 0,1 1 86,-1 0 1,-1 1 0,1-1 0,0 1 0,0-1 0,-1 1 0,-2 0 0,0 0 0,-1 1 0,-2 0 0,-1 0 0,0 1-152,-4 0 0,0 0 0,-1 0 0,24-1 1,-1 1-1,-4 2 0,0 0 0,-4 0 1,0 0-168,-3 0 0,-2 0 0,-7 0 0,-2 1 0,-2 1 0,-2 0 0,-2 0 0,-1 0 53,-3 0 1,-1 0 0,0-1 0,-1-1 0,-4 0 0,-1 0 0,36-1 41,-10-4 0,-14-5 0,-10-7 260,-8-3 0,-6-5 0,-7 1 1,-7-5-1,-9-4 630,-4-6 1,-2-9-1,0-5 1,-2-4-373,-3-5 1,2-6-1,-5-8 1,5 34 0,0 1-238,1-4 1,1 0 0,0-2 0,0 0 0,1-4 0,0-1 0,0 0-1,2-1 48,0-2 0,0 0 1,2-6-1,2 0 1,2-2-1,2 0 1,0-2-1,0 0-415,2 1 1,-1 0 0,-2 2 0,-1 0 0,2-1-1,-1-1 1,-1 2 0,-1 0-67,-2-2 0,-1 1 0,2 8 1,0 0-1,-3 3 0,-2 0 0,1 3 1,-2 1 254,-1 0 0,-1 1 0,-1 2 0,-2 1 0,-2-1 1,-1 0-1,1 4 0,0 1 339,-7-32 0,-1 6 0,1 10 0,0 2 0,-1 1 1,-1 13-1,-3 3 1,-5 10-38,-3 8 0,-8 9 1,-4 6-1,-2 2-122,-2 2 0,-7 2 0,-3 4 0,-4 7-85,-6 4 1,3 7 0,-8-3 0,-2 2 99,-5 2 0,35-13 1,-2-1-1,-2 0 1,-1 0-1,-2 0 1,0-1-60,-3-1 0,1-1 0,-3 1 0,0-2 0,-7 1 0,-1-1 0,-2 0 1,-2 0 36,-5 1 0,-1-2 0,-1 0 0,-2-2 0,-5 1 0,-1 0 0,25-2 0,-1 1 0,0 0-100,-3 0 0,0 1 0,-2-1 0,-5-1 0,-1 0 0,-1 0 0,-2 0 0,-1 0 0,-1 1 0,-2-1 0,0 1 0,-1 0 23,-2 0 0,0 1 0,-1-1 1,-1-1-1,-1 0 0,0 0 1,16 0-1,-1-1 0,1 0 1,-2 1-1,-1 0 0,-1-1 0,0 1 1,-1 0-154,-3 0 0,0 1 0,-1-1 0,1 0 0,1 0 0,1-1 0,-1 0 0,0 1 0,-3-1 0,-1 0 0,0 1 0,0-1 0,1 1 0,0 0 0,0-1 0,0 1 187,-1 0 1,1 1 0,-1-1 0,-1 0-1,-1 1 1,-2-1 0,1 1 0,0-1-1,-1 1 1,0 0 0,0 0 0,0 0-1,0 1 1,1-1 0,-1 0 0,1 1 44,1 0 0,1-1 1,0 1-1,0 0 1,1 1-1,-1 1 1,1-1-1,0 1 1,0-1-1,1 0 0,-1 1 1,1-1-1,-1 2 1,0 0-1,0 0 1,0 0 48,-1 1 1,0 1 0,0-1 0,1 2-1,3 0 1,1 0 0,0 1 0,0 0-1,1 0 1,1 1 0,0-1 0,1 1 0,2-1-1,1 0 1,-1 1 0,2-1-198,1 1 1,0-1 0,1 0 0,1 1 0,-15 3 0,1-1 0,1 0 0,6-2 0,1-1 0,2 0-1,7-2 1,1 0 0,1-1 60,-15 1 0,3 0 0,6 0 0,4 0 0,10-3 0,3 0 0,3-1 0,0-1 0</inkml:trace>
  <inkml:trace contextRef="#ctx0" brushRef="#br0">12502 15568 7812,'0'-14'0,"-2"-2"687,-2-4 0,2 3 0,-3-9 0,4-2 220,1-4 1,0-4 0,1 3 0,2-7-281,2-6 1,6-4-1,-1-4 1,3 1-345,1-2 1,1-5 0,-1-4 0,2 0-60,3 0 1,-1-3-1,6 4-169,1 3 1,2 0-1,2 5 1,-2 3-1,-3 11-96,-5 10 1,-7 11 0,-4 12 0,-2 9-106,-3 12 1,-3 16 0,-5 14 0,-4 10-26,-4 7 1,-6 6 0,0 4 0,3-1 16,5-2 0,-1-6 1,8 1-1,0-4 22,3-5 0,2-10 0,6-11 0,9-8 223,11-10 1,3-9 0,9-15 0,1-10 280,1-11 0,-2-7 0,-1-10 0,0-3 22,-1 0 1,-2-5 0,-6 4 0,0 0-89,0-1 1,4-5 0,2-2-1,0 2-348,1 4 0,-3 7 0,-4-1 0,0 7-105,-1 7 0,-12 15 0,-6 21 60,-7 10 0,-3 17 0,-1 14 1,-4 10-145,-5 8 0,-6 4 1,0 9-1,4 1-491,-1 2 1,2 0 0,1-4 0,5 2-4308,4 2 5029,-1-36 0,4 1 0,11 1 0,6 1 0,1 3 0,-1 0 0</inkml:trace>
  <inkml:trace contextRef="#ctx0" brushRef="#br0">14128 14345 8484,'0'-16'978,"0"-3"0,-2 4 0,-1 0-340,-2 3 1,-1 12 0,2 5 0,0 14 146,0 12 1,-3 13 0,-3 14 0,-3 6-370,-1 1 0,-1 11 0,1-4 0,1 1-188,4 1 1,-4-4 0,5-3-1,0-8 36,3-9 1,5-10 0,6-16 0,7-7-99,5-5 0,9-6 1,0-6-1,5 0-520,0 0 0,5-5 0,1-1 0,4-1-1426,1 1 1,0 1 0,0 5 1779,0 0 0,20 0 0,4 0 0</inkml:trace>
  <inkml:trace contextRef="#ctx0" brushRef="#br0">14991 14359 7811,'-15'-24'412,"1"0"0,0 7 983,-1-2 0,6 17 1,1 13-1,1 15-724,4 11 1,-3 11 0,-1 4 0,-1 4-425,-3 2 1,-2-1 0,-3 1 0,-1 0-167,-2-1 0,-1-1 1,6-5-1,1-9 204,4-12 0,4-11-195,10-14 1,4-14 0,9-22 0,3-10 129,1-11 0,2-4 0,5-1 0,0-1 104,-1 1 1,6-1-1,1 1 1,3-1-164,7 1 1,5-6 0,-22 33 0,1 0 0,29-28-199,-1 4 1,-1 9-1,-5 2 1,-9 9-262,-12 9 0,-17 5 85,-18 11 1,-15 6-1,-22 12 1,-9 10-47,-11 7 1,-7 9 0,-1 3 0,1 4-66,2 1 0,6 5 1,-1 0-1,4-2-150,5-1 1,10-3-1,11-4 1,7-4-566,5-4 1,6-6-1,4-2 1039,6-1 0,21-2 0,7-4 0</inkml:trace>
  <inkml:trace contextRef="#ctx0" brushRef="#br0">12660 16028 7780,'0'15'644,"2"-2"1,3-2 5,4-2 1,12-5 0,9 2-1,15-1-333,16 0 1,-17-3 0,3 0 0,11-1 0,2-2-1,8 1 1,3 0-201,9 1 0,3-2 0,-22 0 0,1-2 0,1-1 0,7 0 0,3-1 0,0 0 1,0-1-1,2-1 0,-1-1-412,1 1 0,0 0 0,0-1 0,-2-1 0,-1 1 0,-1-1 0,-7 2 0,-1 0 0,-1 1 295,-2-2 0,-1 0 0,1 1 0,-3 3 0,0 0 0,0 1 0,22-3 0</inkml:trace>
  <inkml:trace contextRef="#ctx0" brushRef="#br0">14847 14561 7140,'0'-15'0,"-2"0"-36,-2-5 1,0 3-1,-4-6 1,2 1 704,3 0 1,1 4 0,2-3 0,0 2 317,0 0 0,2 0-485,3 4 1,-2 9 0,5 7-1,-2 14-158,-3 12 1,-1 10-1,-2 12 1,0 7-374,0 5 0,-6 3 0,-2-2 0,-2 4-424,0-1 0,1 4 0,-6-8 0,1-3-74,0-4 0,1-14 1,2-3 345,1-10 0,7-16 0,0-16 0,6-14 771,7-11 0,-2-14 1,1-8-1,2-4 559,2-2 0,6-4 0,2-2 0,1-3-803,4-7 0,8 2 1,-15 33-1,2 0 0,1 0 1,2 1-231,2 0 1,1-1 0,2 1 0,2 0-1,0 2 1,1 1 0,-3 3 0,1 0-9,24-20 0,-6 15 1,-9 19-1,-6 7 70,-3 6 0,-7 10 1,-4 6-276,-3 7 0,-8 11 1,-3 9-1,-4 4 1,-4 2-319,-6 4 0,-9 4 0,-16 3 0,-5 1 128,-8 2 0,2-12 0,-4 4 0,1-10 126,0-5 1,-2-6-1,4-7 1,-2-3 268,2-6 0,3-6 0,3-12 0,3-5 15,2-3 0,1-1 1,5-2-1,2-2-1450,3-1 1,5-5 0,9 5 1326,6 1 0,21-4 0,7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7064 16000 8044,'-15'0'26,"6"0"1,-1 0 173,-1 0 0,0-2 1,0-1-1,1-2 656,-1 2 0,3-3 852,-2 1-1243,7-6 1,5 9 0,12-3 0,10 4 54,8 1 0,18 0 0,15 1 0,15 2-490,-33 0 0,2-1 0,13 0 0,4-1 1,9-2-1,3-2 0,-21-1 0,1 1 0,1-2-1128,4 0 0,0 0 0,0-2 1033,1 1 0,0-1 0,3-9 0,-12-6 1,3-6-1,1-5 0,1-2 0,-1 1 0,4-3 1,-1-1-1,1 1 0,0-1 0,-1 1 0</inkml:trace>
  <inkml:trace contextRef="#ctx0" brushRef="#br0">10819 15913 8115,'-34'0'-361,"1"0"0,2 2 386,6 3 1,2-4 0,6 4 0,-3-3 1137,3-2-871,1 0 0,9 0 1,9 0-1,12 0 47,14 0 0,10 0 0,16 0 1,15-2-242,-28 0 1,1-1 0,7 3 0,1-1 0,6-2 0,0 1-1,4 1 1,0 0-388,4 1 0,2 0 218,3 3 1,10 1 0,-18-3 0,7-1 0,5 0 0,2 0 0,0 0 0,-6 1 0,-1 0 0,1 1 0,0-1 0,0 0 0,-1 0 0</inkml:trace>
  <inkml:trace contextRef="#ctx0" brushRef="#br0">14459 15813 8509,'-23'0'124,"2"0"0,7 0 180,0 0 1,7-5 0,10-2 0,17 1 1,16 0 0,22-6 0,22 1 0,-32 4 1,3 0-467,6 0 1,3 0 0,10-3 0,2 2 0,5 3 0,1 2-1,-23 0 1,0 1 0,0 1 112,-2-1 1,0 1 0,5 4 0,12 4 0,8 4-1,2 2 1,1 0 0,-13 0 0,1-1 0,-1 1 0,0-1-1,1 1 1</inkml:trace>
  <inkml:trace contextRef="#ctx0" brushRef="#br0">18027 15798 8768,'9'-6'0,"2"-4"424,5-3 1,8 5-1,18 4 1,15 2 84,17 2 1,-24 3-1,4 0-509,2 3 0,8-2 0,-3-5 0,9-2 0,4-1 0,0-1 0,-8 2 0,0-1 0,-1 1 0,1-1 0,-1 1 0</inkml:trace>
  <inkml:trace contextRef="#ctx0" brushRef="#br0">9351 11669 19400,'0'-8'-2343,"0"1"2430,0 7 1,-1 0 143,-4 0 1,2 2 250,-7 3 1,5 3 0,-3 6 0,0 1-219,0-1 1,-1 2-1,-6 3 1,-1 7-82,-3 6 0,2 5 1,-7 7-1,-4 4-69,-4 5 1,0 3 0,-4 1 0,-1 3 64,0 2 0,5-8 1,-1 4-1,2-4 31,2-3 0,-1 1 1,-2-6-1,-1 2-305,1-2 0,1 4 0,2-1 1,-1 3-323,-4 2 1,4-3-1,-3 0 1,1 0-229,-2 1 1,2 0-1,-5 4 1,2-3 103,3-5 1,2 2-1,1-1 1,-1 2 17,-4 4 1,4-4 0,-4 0-1,4 0-12,1 0 0,-1 2 1,-2 5-1,-2-1-36,2 1 0,2-7 0,3-3 1,1-3-42,2-2 0,5-7 0,-2-2 1,3-4-680,6-1 1237,0-6 1,-2-9 0,0-8 0</inkml:trace>
  <inkml:trace contextRef="#ctx0" brushRef="#br0">7164 12043 8270,'-8'-10'0,"4"1"0,0-2-202,0-2 0,2-2 1,-4 1 238,-1 0 0,4-1 0,-5 1 0,0-1 149,0 1 1,3 0 0,-4-1 85,-2 1 1,-1 0-1,1 1 462,2 3-492,5 4 1,1 19-1,11 9 1,8 13 70,5 13 0,3 16 0,3 13 0,-14-33 0,-2 3-271,-1 3 0,-1 2 1,2 3-1,-1 2 1,-1 5-1,0 1 0,-2 4 1,0 2-499,-1 4 0,-1-1 1,-2-6-1,-1-1 0,2-2 1,0-1-1,0-8 0,0-1-40,0-6 1,0-1-1,-2-3 1,1-2 0,6 30 495,3-4 0,-3-6 0,5-13 0,4-7 0</inkml:trace>
  <inkml:trace contextRef="#ctx0" brushRef="#br0">6618 11266 7996,'-13'2'-2064,"3"2"2295,-2-2 0,5 6 433,-2-3 56,-4-4 23,11 6-439,-4-7 1,7 0-112,4 0 1,8 0-1,6 0 1,0-2 29,2-3 0,3 4 1,10-4-1,4 3-26,4 2 1,2 0 0,6 0 0,6 0-22,5 0 1,7 2 0,-2 1 0,-1 2-243,-2-2 1,-6-1 0,-7-1 0,-12 3-312,-12 0 0,-10 8 0,-7-3 1,-5 4-61,-8 1 0,-5 1 0,-9-1 1,-3-1-17,-1-4 1,4 4 0,-2-5 0,1 0 177,-1-3 0,-4-3 0,4-2 0,-3 0 275,-2 0 0,-3 0 0,0 0 0,-27-13 0,-5-3 0</inkml:trace>
  <inkml:trace contextRef="#ctx0" brushRef="#br0">6834 11439 8317,'-15'0'0,"1"0"0,-1 0 0,7-7 0,2-1 0</inkml:trace>
  <inkml:trace contextRef="#ctx0" brushRef="#br0">1079 11136 8117,'-34'10'0,"1"-2"84,1-2 1,1 4-1,6-4 1,4 1 1370,7-1-1026,9-1 1,0-5 0,11 0-117,9 0 1,7 0 0,12 0 0,7-2 4,10-2 1,10 0-1,17-4 1,-34 4-1,0 0-193,5 0 1,2 0 0,4 3 0,3-1 0,5 0 0,2-1 0,3 2 0,1 1-295,5 0 1,1 0 0,-20 0 0,1 1-1,1-1 1,0 2 0,1-1 0,0 1-1,-2 1 1,0 0 0,-1 1 168,23 2 0,-2 1 0,-2 2 0,-1 2 0,-4 1 0,-1-1 0</inkml:trace>
  <inkml:trace contextRef="#ctx0" brushRef="#br0">3107 4230 7994,'-6'-8'-3,"-2"-5"1,-5 4 0,2-4 139,1-1 1,-4 1 0,-5 0 0,0 0 99,-2-3 0,3-1 0,-6 2 0,0 2-63,2 4 1,-5-4-1,3 5 1,-2-2 82,2 1 1,3 6 0,7-2 0,-2 5 19,-3 5 0,4 9 0,0 10 0,3 5 11,1 4 1,3 11-1,0 8 1,2 3-201,3-3 0,1 9 1,2-3-1,0 1-326,0 0 0,2-3 0,2-3 0,4-5-479,0-3 0,5-4 0,-5-3 0,2-6 15,-1-6 0,-6 0 0,4-7 0,-2-2 702,-1-1 0,1-8 0,-18-27 0,-2-13 0</inkml:trace>
  <inkml:trace contextRef="#ctx0" brushRef="#br0">2402 4719 8105,'-14'8'211,"0"-3"0,7-3 47,7-2 0,13 0 1,13 0-1,6 0-266,6 0 0,7-5 1,6 0-1,8 2 8,5 1 0,-7-10 0,11-7 0,2-1 0,7-1 0,0 0 0,1-1 0</inkml:trace>
  <inkml:trace contextRef="#ctx0" brushRef="#br0">3251 4935 8161,'8'7'87,"-1"1"0,-7 8 0,0 1-87,0 2 0,-13 27 0,-6 11 0,-1 2 0,0 0 0</inkml:trace>
  <inkml:trace contextRef="#ctx0" brushRef="#br0">3640 4043 7791,'1'-30'-37,"2"-2"1,2-2 32,-2 2 1,-1 7 0,-4 2 218,-2 2 0,0 9 1,-5 8-1,-2 9-89,-2 10 0,-3 9 1,-3 16-1,-5 12-102,-3 12 0,12-26 1,1 1-1,-1 2 1,1 1-1,0 2 0,-1 2 46,0 1 0,1 2 0,3-2 0,2 0 1,1 0-1,1 0 0,3 0 0,2 1-115,0-1 0,2 0 0,3-2 0,2-1 1,2 1-1,2-2 0,3-3 0,3-1-650,22 28 1,6-19 694,5-10 0,-8-34 0,3-8 0,6-1 0,0-1 0</inkml:trace>
  <inkml:trace contextRef="#ctx0" brushRef="#br0">3841 4388 7847,'-6'8'167,"-4"-3"0,2-2 1,0 4-1,2 7 371,3 9 1,3 5-1,3 8 1,3 7-336,2 8 0,3 5 0,7 1 1,1 1-795,-1-1 1,-2-5 0,-2-6 0,2-6-71,3-6 1,-3-12 0,3-8 0,-3-7 660,-1-6 0,-1-9 0,0-6 0,5-18 0,2-8 0,3-6 0,-1-1 0</inkml:trace>
  <inkml:trace contextRef="#ctx0" brushRef="#br0">4129 4403 7847,'-31'8'0,"-2"6"-129,-6 9 0,-2 12 0,-2 8 0,0 8-61,-1 5 0,1 3 0,2 2 0,4 0-327,8-5 517,0-12 0,7-2 0,-7-5 0</inkml:trace>
  <inkml:trace contextRef="#ctx0" brushRef="#br0">4287 4000 7847,'29'-27'0,"-2"3"0,-3 6 411,-5 7 1,-9 13 0,-4 15 0,-1 15-56,0 15 0,-7 15 1,-9 10-1,3-32 1,-2 1-363,-1 4 1,-2 0 0,0 5 0,-1 1-1,-1 2 1,0 1 0,-1-2 0,0 0-248,-1-4 1,0 0 0,2-4 0,2-1-1,2-2 1,1-2 0,-8 32 252,5-12 0,15-27 0,0-13 0</inkml:trace>
  <inkml:trace contextRef="#ctx0" brushRef="#br0">3107 5180 7856,'8'-2'-1213,"-3"-3"1213,3 4 0,-19 46 0,1 18 0</inkml:trace>
  <inkml:trace contextRef="#ctx0" brushRef="#br0">3150 5237 7857,'0'-14'0,"0"0"0,0-1 196,0 1 1,0 4-1,2 1 549,3-3 0,-2 6-654,7 1 1,-7 10 0,2 5 0,-4 4-214,-1 5 1,0-1 0,0 4 0,0 1 25,0-1 0,0-5 0,-1 3 0,-3-4 170,0-2 1,-3 0 237,2 1 0,4-9-190,-4-6 0,3-8 0,2-9 0,0-4 69,0-2 1,0 4-1,0-3 1,0 0-11,0-1 1,2 6 0,3-3-191,4 4 0,-1 8 1,2 4-168,1 2 1,0 10 0,1 5 0,-4 6-56,-2 3 1,-1 1-1,-5 2 1,0-2 113,0-3 1,0 0 0,-2-6 0,-1 0 109,-2 1 0,-1-7 0,1-3 126,-5-4 0,2-2 0,0-6 1,0-6-5,0-4 1,4-9 0,-4 4 0,1-4-127,4-2 0,1 7 1,2-8-1,0 3-480,0 4-81,0 1 0,7 20 0,2 9 572,4 12 0,3 14 0,2 8 0,1 7 0,0 1 0</inkml:trace>
  <inkml:trace contextRef="#ctx0" brushRef="#br0">4819 4705 7678,'8'-6'85,"5"-2"0,-2-7 0,7 1 276,6-1 0,9 1 1,7 0-1,7 1-375,6 3 1,4-1 0,4 6-627,1 2 1,-6 1-1,-8 2 640,-3 0 0,-28-12 0,-5-4 0</inkml:trace>
  <inkml:trace contextRef="#ctx0" brushRef="#br0">4920 4316 7719,'-14'-8'60,"1"-4"0,2 4 0,3-2 260,1 1 1,6 5 0,10 0 0,12 0-263,9 0 1,14 2 0,8-3-1,6 4-2023,4 1 1965,4 0 0,-11-9 0,10-6 0,2 0 0,5-1 0,0 0 0,0 0 0</inkml:trace>
  <inkml:trace contextRef="#ctx0" brushRef="#br0">6503 4331 7719,'8'-39'2,"-4"1"1,-2 6-1,-2 0 1065,0 7 0,0 9-764,0 16 1,5 11 0,1 22-1,1 6-253,-1 2 1,-1 9 0,-4 1 0,3 0-203,0-3 0,1-3 1,-3-2-1,1-1-57,2-4 0,6-4 0,-3-10 0,2-7 68,-1-6 1,2-4-1,7-9 1,1-6 98,-1-11 1,4-5-1,2-14 1,3-1 25,2 2 0,0-4 0,0 4 0,-2 0 14,-3 4 1,1 4 0,-4 5-1,0 6-15,0 7 0,-7 6 1,-4 12-1,1 9 225,2 11 0,-5 7 0,-2 6 1,-1-2-132,0 2 0,1-5 0,-3-1 0,4-6 7,1-4 0,-4-3 1,6-8-1,1-3 188,2-6 1,1-4 0,1-6 0,-1-7 44,0-4 1,1-9 0,-1 0 0,1-4-213,-1-4 1,2-5 0,2-1 0,2-5-772,3-3 1,1-7-1,6 3 1,4-4-1169,4-2 1834,4 1 0,-1-6 0,5-9 0,-12 21 0,-1 0 0,0 0 0</inkml:trace>
  <inkml:trace contextRef="#ctx0" brushRef="#br0">7783 4388 7718,'5'-14'49,"0"0"1,-1-1 269,3 1 1,-4 1 0,5 5 25,-2 8 1,6 8-1,-3 13 1,6 8-190,4 7 1,-3 8-1,3 2 1,-3 3-343,-2 3 0,1-1 0,-1 2 0,0-5-1275,1-4 1,1-7 1460,3-3 0,10-36 0,8-9 0</inkml:trace>
  <inkml:trace contextRef="#ctx0" brushRef="#br0">8200 4360 7718,'-19'19'0,"-2"2"210,-1 1 1,-7 8 0,-6 10-1,-3 7 28,-7 5 1,3 6 0,-4 4 0,4 2-1888,2-3 1649,2-5 0,3-32 0,-2-5 0</inkml:trace>
  <inkml:trace contextRef="#ctx0" brushRef="#br0">9063 4230 7673,'-6'-9'448,"-3"-1"0,-4 7 0,-2 0-105,1 6 1,6 13-1,2 13 1,1 7-259,0 6 0,0 6 0,5 1 1,0 3-524,0 2 0,0 0 0,0-3 0,0-7 438,0-9 0,-6-24 0,-2-6 0</inkml:trace>
  <inkml:trace contextRef="#ctx0" brushRef="#br0">8805 4647 7839,'14'0'119,"0"0"1,2-6 0,3-4 0,5-2-74,4-3 0,8 1 0,8-2-46,7-3 0,-3-3 0,4-4 0,5-5 0,0 1 0</inkml:trace>
  <inkml:trace contextRef="#ctx0" brushRef="#br0">9610 3986 7805,'-5'20'212,"1"4"0,-8 5 1,4 6-1,0 8 402,4 9 1,-3 5 0,1 7 0,-1 5-351,1 1 1,-4-1 0,6-13 0,-1-3-341,-2-5 0,6-12 40,-4-7 1,8-14-1,4-17 1,-1-11 260,0-9 1,6-5-1,-3-2 1,4 0 12,1 0 0,1 0 0,-1 1 0,1 0 50,-1 5 0,-3 2 0,2 5 0,3 0-69,0 1 0,2 4 0,-1 11 0,2 0-210,-1 0 0,-2 7 1,-2 2-1,-1 6-220,-3 4 1,-4 3-1,-6 7 1,0 0 94,0-1 1,-11 1 0,-5 0 0,-5-2 73,-5-3 1,-1 2 0,-1-7 0,-1-1-127,0-2 0,0-7 1,0-1-1,1-2-1209,-1-2 1,2-3 1376,3-1 0,0-31 0,1-14 0,0-3 0,0 0 0</inkml:trace>
  <inkml:trace contextRef="#ctx0" brushRef="#br0">7179 14546 6454,'-10'0'104,"1"0"0,-1 0 0,-4 0 46,-1 0 0,1-6 1,-1-2-41,1 0 0,0-3 0,-1 5 0,1-1-38,0 1 1,-1-1-1,1 3 1,-1-4-102,1 0 29,6-5 0,-18-21 0,2-12 0</inkml:trace>
  <inkml:trace contextRef="#ctx0" brushRef="#br0">1352 11223 8229,'-14'-5'0,"-1"-1"1,1-2-22,0-4 0,-2 4 0,-2-1 0,-1-2 303,1-2 1,7-2 0,1 1 0,-1 1 437,-2 4 0,4-2-20,-1 6 1,9 2-463,1 7 1,13 0 0,12 5 0,7 1-211,6-2 1,17 4-1,10-2 1,15 3-464,-33-6 0,2 0 435,0 4 0,8-1 0,-4-5 0,10-2 0,6 0 0,2-1 0,-1 1 0,6 1 0,-1 0 0,1 0 0,0 1 0,0-1 0</inkml:trace>
  <inkml:trace contextRef="#ctx0" brushRef="#br0">1467 11352 7895,'-22'0'0,"-5"0"0,-5 0 63,0 0 1,3 0 0,3 0 0,2 0 326,-1 0 1,4 0 0,2 0 186,3 0 1,6 0 0,4 0-110,4 0 1,7 0 0,14 0 0,7 0-111,6 0 1,8 0-1,13-1 1,10-2-269,11-2 1,-30 2 0,2 1 0,4 2-1,2 0 1,3 0 0,0 0-176,1 0 0,0 0 1,3 3-1,0 0 0,3 1 1,1 0-1,1 1 0,1-2-499,3 0 0,-1-1 0,-9-1 1,-1 0-1,-3-1 0,-3 0 584,-6 0 0,-3 0 0,26 0 0,-5 0 0,-4 0 0</inkml:trace>
  <inkml:trace contextRef="#ctx0" brushRef="#br0">6445 11223 8128,'-14'0'-444,"4"0"1381,1 0 0,7 0-535,2 0 1,6 0-1,10 0 1,3 0-165,5 0 0,10 0 0,4 0 1,4 0-58,1 0 0,2-5 1,3 0-1,3 2-80,0 1 0,3 2 0,-6 0 0,-1 0-145,-2 0 0,-4 0 1,-3-1-1,-6-2-259,-6-2 286,-5 0 1,-15 5-1,-6 0 114,-8 0 0,-9 5 1,-3 0-1,1-2-29,-2-2 0,4 4 0,-7 0 1,-2-2-25,-1-1 0,-2 3 0,1-1 0,-1 1-14,0 2 0,0-6 1,1 4-1,-1-2-13,0 2 1,0-3 0,0 2 0,2-2-41,3-2 1,4 5 0,5 0-117,1-2 0,6 0-8,3 2 0,11 1 0,7 5 0,6-1-2497,4 1 2644,7 2 0,16-21 0,9-8 0,6-1 0,1 0 0</inkml:trace>
  <inkml:trace contextRef="#ctx0" brushRef="#br0">9251 7309 8183,'12'2'-115,"-2"3"1,7-4 0,-2 4-1,1-2-104,0 2 1,0-3 0,1 4-1,4-1 218,2 0 1,1 4-1,6-2 1,2-1 0,1 0 0,7-1 1,-1-3-1,1 1 13,-2 2 1,-3 0 0,-8-5-1,-1 0 218,-2 0 1,-14-7-43,-6-2 1,-15-3 0,-14 1 0,-6 3-29,-2 2 0,-9-4 1,1 4-1,-7-1-51,-4 1 0,0 0 0,-6 2 1,1 0 9,-1 0 1,1 3 0,-1 1 0,0 0-53,1 0 0,6 5 0,3 1 0,5 0-145,4 1 1,12 4 0,13-1-550,7 2 0,14 3 626,7-1 0,23-8 0,11-4 0,6 1 0,0 1 0</inkml:trace>
  <inkml:trace contextRef="#ctx0" brushRef="#br0">6618 11266 8032,'0'-10'8,"0"1"-111,0-2 1,6 4-1,4 1 476,3-1 0,6 6 1,1-4-1,4 3-257,7 2 0,-1 0 0,7 0 0,0 0-93,-1 0 1,1 0 0,2 0-1,-7-1 129,-7-4 0,-4 3 0,-8-4 32,-4 0 0,-10 4 1,-15-3-1,-10 4 172,-6 1 1,-13 4 0,2 3 0,-3 1-106,-4 3 1,1 2 0,-4 3 0,4 1-144,-1 3 1,7-1 0,0-3-1,9 1-827,8 3 0,7 0 0,10-2 719,4 1 0,41-65 0,22-36 0,-18 26 0,0-1 0,0 1 0</inkml:trace>
  <inkml:trace contextRef="#ctx0" brushRef="#br0">14487 15698 11108,'-14'-2'-229,"0"-1"0,-1-2-37,1 2 0,-1 1 0,1 2 0,0 0 471,-1 0 0,1 0 0,-1 0 0,-1 0 87,-3 0 1,3 0-1,-3 0 1,3 2 13,2 3 1,4-4 0,1 4-1,-1-2 186,2 2 0,-3-2-47,6 7 0,2-5-417,8 4 1,3-6 0,8 2-1,3-3 120,5-2 1,5 0 0,2 0 0,5 0 117,0 0 1,4 0 0,8 0-1,5 0-6,3 0 1,10-2 0,6-1 0,-32 1 0,1-1-54,4 2 1,0-1-1,-1-1 1,1 0 0,3-1-1,0 1 1,1 0-1,0 0-40,0-1 0,1 1 0,-6 1 1,0 0-1,35 2 0,-10 0 34,-11 0 0,-9 1 0,-14 4-340,-11 5 1,-11-4-1,-18 0 368,-4 1 0,-6-6 0,-2 4 0,-4-3-76,-1-2 0,3 1 1,-5 3-1,0 0 15,1 0 1,-2-3 0,4-1-1,-2 0-166,-2 0 1,3 0 0,-2 0 0,-2 0-109,-1 0 1,-4 5 0,-1 0 0,-3-2-151,-1-2 0,2 1 1,-4 1-1,-2 4-429,-2 1 1,4-5-1,1 3 1,2-1-1106,3 0 1,8 0 1749,5-5 0,28-77 1,0 29-1,0 0 0</inkml:trace>
  <inkml:trace contextRef="#ctx0" brushRef="#br0">28601 6676 13090,'-8'-6'-877,"1"3"0,7-7 445,0-1 1,0-2-9,0-1 1,-1 6 261,-4 3 0,-3 3 0,-8 2 1,-1 2 162,-3 3 1,-5 3 0,1 4 0,-2 0 209,2-3 0,-1-1 1,5 2-1,3-4 290,1 1-439,8-6 1,3 6-1,11-7 1,9-2 58,7-3 0,7 2 0,3-5 1,3 0-45,2 0 1,1 3-1,4-3 1,-2 2-7,-2 3 1,-1-4 0,1 2-1,-6 1-13,-6-3 1,-5 6-67,-7-4 1,-8 3-1,-6 4 1,-9 1-54,-9 2 1,1 6 0,-7-3 0,-2 2 3,-1-1 1,-7-1 0,-1 3-1,0-1 88,0 1 0,0-3 0,3 0 0,-2 0 13,2 0 1,2-5-1,1 2 1,2-3 62,3-2 1,3 0 35,7 0 1,7-2 0,7-1-117,8-2 0,5-4 0,1 2 0,1 1-89,-1-1 1,1 1-1,-1 3 1,0-2-918,1 2 986,6 1 0,17-9 0,10-3 0,6-2 0,1 0 1</inkml:trace>
  <inkml:trace contextRef="#ctx0" brushRef="#br0">25752 6849 7742,'-8'0'634,"2"0"-532,6 0 0,-5-2 93,0-3-136,0 4 1,5-7-74,0 3 1,2 3 65,3-2 0,4 2 0,9 2 0,3-2 18,1-2 0,-1 2 0,6-3 0,4 4-1,-1 1 1,7-2 0,3-1 0,4-2-13,4 2 0,5 1 0,-3 1 1,-1-3-42,1 0 1,3-1 0,-6 5 0,0 0-14,-2 0 0,-2-5 0,2 0 1,-1 2-15,-1 1 1,2 2-1,-10 0 1,1 0-60,-1 0 0,5 2 0,-4 1 0,1 2-39,-3-2 1,-4 4 0,-1-3 0,0 0 53,-1-3 1,1 1 0,0 1-1,0 2 39,0-2 0,6-1 1,1-2-1,3 0-55,-1 0 1,1 0 0,4 0-1,0 0 17,0 0 0,2 0 1,1 0-1,2 0 29,-2 0 1,-1 0 0,-2 0 0,1 0 14,-1 0 0,5 0 0,0 0 0,-2 0 39,-1 0 0,0 0 0,1 0 1,2 0-56,-2 0 1,9 0 0,-1 0 0,0-2-99,2-3 1,5 4 0,4-4 75,6 3 0,-9 2 0,5 0 0,-6 0 0,-3 0 23,-1 0 0,1 0 0,-2 0 0,-4 0 89,-4 0 0,-3 0 1,0 0-1,1-1-39,2-4 1,0 3 0,-6-3 0,-2 4 24,-2 1 1,0 0 0,6-2 0,-1-1-13,0-2 1,0 0-1,0 5 1,0 0-16,1 0 0,0 0 1,3 0-1,1 0-63,-2 0 1,3 0 0,-1 0 0,-3 0-13,-5 0 0,2-4 1,-4-1-1,2 2 78,-2 1 1,4 2 0,-4 0 0,4 0 44,1 0 0,7 0 0,2 0 0,4 0-71,2 0 0,-1 0 1,1 0-1,1 2-68,3 2 1,-2-2 0,2 3 0,-3-4-150,-1-1 1,-6 5 216,1 0 0,-19 6 0,-1-3 0</inkml:trace>
  <inkml:trace contextRef="#ctx0" brushRef="#br0">23796 6791 12271,'14'-5'158,"0"-1"1,1 0-580,-1-1 1,1-2-1,1 2 1,1 1 438,2-1 0,5-2 0,-3 4 0,1 0 46,4-1 1,1 4-1,2-4 1,0 1 30,0 0 1,-7 1-1,-1 4-42,-1 0 1,-5-2 0,1-1 487,-5-2-531,-8 0 1,-4 7 0,-12 1-1,-6 3-76,-4 2 0,-1-3 0,-4 5 0,-3-1-3,-2-1 0,1 5 1,-5-5-1,0 2 33,0-1 1,1-4 0,-6 5-1,0-1 31,-2-1 0,-3 3 0,4-4 0,2-1 43,2 1 1,-4 2 0,8-4 0,6 0 69,5 1 0,13-4-198,11 3 1,13-4 0,12-2 0,7-4 132,7-5 0,7 2 0,2-1 0,0-3-65,1 0 0,-4 2 0,5 0 0,-2-1 61,0-2 0,0 1 0,-5 0 0,-2 3 32,-2-2 1,1-2-1,-8 0 1,-5 4 282,-6 4-247,-5-3 1,-15 6-1,-7-3 1,-10 4-83,-8 1 1,-3 1-1,-4 3 1,-2 2 38,-6 2 0,3-3 1,-1 3-1,0 0-52,0 0 1,4-3-1,-4 2 1,2 1-34,3 0 1,1-3-1,4 3 1,3-1-20,5-4-26,3 5 0,15-7 1,7 4-1,12-3-10,10-2 1,3-5-1,7-1 1,2-1-38,2 1 0,1-5 0,0 3 0,0-2 79,0 1 1,-6 4 0,-3-3 0,-6 0 57,-4 0 0,-3 5 97,-7-2 1,-17 3 0,-8 4-1,-8 3-27,-7 4-91,-1 10 0,-15-7 0,-9-1 1,-3 3-1,0 0 0</inkml:trace>
  <inkml:trace contextRef="#ctx0" brushRef="#br0">19278 1626 7841,'-29'-16'-30,"1"-3"0,-3 3 1,1-5-1,0 2 31,2 0 0,9-5 0,0 3 0,3 0 85,2 0 0,-1 2 0,1 6 1,-1 4 22,1 4 1,4-2 0,1 3 0,-2 0-15,-2 3 1,-2 7 0,1 5 0,0 7-25,-1 6 0,1 5 1,0 4-1,-1 7 34,1 7 0,1 5 0,2 11 1,3 4-75,1 3 0,3 9 0,4 2 0,0-38 0,0 1-145,0 1 0,0 1 0,0-3 1,0 0-1,0 1 0,1 0 1,2 36-366,2-7 0,6 1 0,-3-13 0,2-5 479,0-7 0,-7-30 0,3-7 0</inkml:trace>
  <inkml:trace contextRef="#ctx0" brushRef="#br0">18444 2460 8092,'14'-12'-159,"2"0"1,3 3 25,5-2 0,16 3 1,8 0-1,8 1 133,6 4 0,-10-11 0,8-8 0,3-1 0,6-1 0,0 0 0,1 0 0</inkml:trace>
  <inkml:trace contextRef="#ctx0" brushRef="#br0">19480 2403 8070,'14'0'-99,"-4"0"1,-1-2-1,2-1 4,2-2 0,8 0 0,3 5 0,5 2 103,4 3 0,9-2 1,7 5-9,3-2 0,8-16 0,9-7 0,8-3 0,-1 0 0</inkml:trace>
  <inkml:trace contextRef="#ctx0" brushRef="#br0">19638 2101 8070,'-15'0'-236,"9"0"1,8 1 179,10 4 0,17 3 56,14 6 0,24 0 0,12 0 0,-20-4 0,0 0 0,0 0 0</inkml:trace>
  <inkml:trace contextRef="#ctx0" brushRef="#br0">20199 2101 7966,'0'-29'-207,"0"0"1,0 5 0,0 2-1,0 1 335,0 3 1,0-2 0,2 2 0,1 4 269,2 2 1,6 9-356,-2-2 0,-1 5 1,0 5-1,-1 6 1,-3 7-58,3 6 1,-6 8 0,4 3 0,-3 2-51,-2 3 0,-5 1 0,0 3 1,2-3 31,1-2 0,-2 1 0,-1-7 0,2-1 13,1-2 0,2-2 1,0-4-21,0-5 0,6-10 0,4-5 1,3-8 1,1-8 0,2-9-1,2-2 14,1-2 0,2-2 0,-4-2 0,3 0 22,-3 0 1,6 1 0,0-1-1,5 2 13,0 3 0,-4 4 0,-1 11 1,-2 4 90,-4 3 0,-1 17 1,-3 9-1,-3 13 10,-6 9 0,-2 0 0,0 5 0,2-3 34,6-6 1,-2-5 0,3-10-1,3-3-260,4-5 1,1-9 0,-4-5-1,-1-5 17,0-5 1,1-5 0,-1-9-1,1-5-88,-1-3 0,-1-7 1,-2 1-1,-1-1-544,1-1 1,0 0 728,-2-4 0,-10-1 0,-4-6 0,-3 0 0,0-1 0</inkml:trace>
  <inkml:trace contextRef="#ctx0" brushRef="#br0">21033 2489 7944,'7'-14'0,"-6"-1"-22,4 1 1,3 4 0,2 2 0,3 2 472,1 3 1,0-4-1,1 3 1,-1 2 40,0 5 1,1 10-1,-2 8 1,-4 0-769,-4-1 0,-3 8 1,-2-1-1,-2 5 90,-3 0 1,-3-2-1,-6-1 1,-1-2-61,1-3 1,0 2 0,1-7 0,2-3 119,1-5 0,9 0 0,2-8 14,12-4 1,8-7 0,9-10 0,4-3-252,4-1 0,4 4 363,1-1 0,-4 0 0,3-3 0,4-2 0,-1 1 0</inkml:trace>
  <inkml:trace contextRef="#ctx0" brushRef="#br0">21767 1899 7848,'0'-16'0,"0"-1"93,0-3 0,0 1 0,-2 3 0,-1-1 332,-1-2 0,-1 4-250,5 6 0,0 12 0,0 5 0,0 13 4,0 12 0,-5 15 1,-1 10-1,-2 7-146,-4 6 1,-5 4 0,-2-2-1,1-2-83,2-1 1,2-8 0,-1-6-1,2-11 127,4-10 36,2-11 1,7-13 0,0-16 0,2-12 29,3-9 0,3-2 0,6-1 0,1 0-16,-1 0 1,5 5-1,2 3 1,1 4-58,4 4 0,-4 8 1,2 4-1,0 9-330,-1 11 0,2 13 0,-4 8 1,0 5-1768,0 3 2027,-2-1 0,8-3 0,3-1 0</inkml:trace>
  <inkml:trace contextRef="#ctx0" brushRef="#br0">22501 2000 7737,'0'-14'321,"-2"1"0,-1 2-54,-2 1 1,0 10 0,5 5-126,0 12 1,0 9 0,0 4-1,0 2-271,0 2 1,5 11-1,0-2 1,-2 2-242,-1-1 0,-2 0 1,0-1-1,0-2-271,0-2 1,0 1 640,0-7 0,-7-25 0,-1-11 0</inkml:trace>
  <inkml:trace contextRef="#ctx0" brushRef="#br0">22213 2259 7826,'14'0'121,"1"0"0,2 0 0,7 0 117,10 0 1,9 0 0,10 0 0,9 0-239,7 0 0,2-27 0,7-10 0,-22 10 0,0 1 0,-1-1 0</inkml:trace>
  <inkml:trace contextRef="#ctx0" brushRef="#br0">23494 1554 7706,'-13'-10'0,"2"1"-292,1-2 0,0-2 0,-2-3 1314,2-3 1,-1 3-473,6-4 0,0 14-381,5 11 0,0 17 0,2 23 0,1 11-96,2 9 0,0 7 0,-5 5 0,0 5-190,0-40 0,0 0 1,-2 40-1,-1-2 1,-2-5-218,2-9 0,1-10 0,2-20 0,0-7 211,0-8 1,0-13-1,0-10 1,2-9 223,3-7 1,3-12 0,6 1 0,0-3 72,1-3 1,4 0-1,2-3 1,1 4-43,4 4 1,-4 9 0,0 7 0,-1 7-37,-3 6 1,3 1 0,-2 1 0,-2 6-64,-1 7 1,-3 7-1,-3 7 1,-6 1-184,-2 0 0,-2 5 1,-3-1-1,-5 1 56,-6 1 1,-10-3 0,0 3 0,-4-3 120,0-5 0,-3-3 0,-1 0 0,-3-3-32,-2 0 0,5-7 0,0 0 1,5-7-90,3-6 0,7-2 0,-3-6 0,6-7-266,4-8 1,6-5-1,8-2 1,8 0-53,5 0 1,6 5 0,7 2 0,4 1 411,4 3 0,30 1 0,14-1 0,-22 6 0,0-1 0,-1 0 0</inkml:trace>
  <inkml:trace contextRef="#ctx0" brushRef="#br0">24055 2273 7999,'9'-4'-39,"-1"-3"0,0 1 224,0-1 1,-3-4 0,3 2 0,0-4 609,0-2 0,2 6 0,4 1-307,0 1 0,-1-1-469,-3 8 1,-4 5 0,-6 14 0,-2 5-159,-2 4 0,-3 0 1,-4 3-1,2 1-23,-3 1 0,6 1 1,1-7-1,4-1 86,1-2 0,1-2 1,4 0-1,6-6-227,7-4 1,4-8 0,8 4 0,2 0 302,2 0 0,8-6 0,7-1 0,1 3 0,1-1 0</inkml:trace>
  <inkml:trace contextRef="#ctx0" brushRef="#br0">21566 2834 7817,'-15'-1'74,"1"-2"190,0-2 0,4 0 0,0 5 864,-1 0-751,-2 0 0,5 2 0,5 2-82,6 6 0,5 1 0,8 0 1,4-3-168,4-1 0,9 2 0,7-4 0,6-2-575,7-1 0,5-2 447,4 0 0,-28 0 0,-2 0 0</inkml:trace>
  <inkml:trace contextRef="#ctx0" brushRef="#br0">20213 3381 8167,'0'-14'-21,"0"-1"1,0 1-1,0 0 1,0-1-36,0 1 0,5 0 1,0-1 272,-2 1 1,-1 4 0,-1 2-51,4 2 0,-2 3 0,5 9-51,-1 8 0,-3 14 0,-4 11 1,0 8-112,0 6 0,0 7 0,0 6 1,0 1-155,0 2 1,0-4-1,2-12 1,1-5 56,2-3 0,6-10 1,0-8-1,5-11 138,4-9 1,5-9 0,-1-8 0,3-9 136,2-6 0,0-6 0,0-1 0,-1-3-113,1-2 1,-2 4-1,-3-4 1,-3 3-58,0 7 0,-5 0 0,3 8 0,-3 3-26,-2 5 0,-1 6 0,-3 10 1,-4 6 83,1 6 1,-6 11 0,4 5 0,-2-1 44,2-1 1,-2-3-1,5 0 1,0-5 29,0-3 0,2-11 0,4-4 0,1-3 82,-1-2 1,7-4-1,1-4 1,2-8-221,0-4 0,2-4 0,6-5 0,1 0-133,-1 0 1,-1 1 0,-3-1 0,1 0 124,0 0 0,-7-12 0,-1-4 0</inkml:trace>
  <inkml:trace contextRef="#ctx0" brushRef="#br0">21220 3741 8036,'0'-14'105,"0"-1"0,7 7 1,2 3 341,4 4 0,-3 7 0,-1 5 1,1 5-355,-2 4 1,3 10 0,-6-1 0,-2 1-264,-1 0 0,-2-1 1,-2 2-1,-3 1 55,-4 1 1,1-1 0,-2-6 0,1-4-168,1-1 1,-4-2 212,8-5 0,0-6 0,9-4 24,5-8 1,4-4 0,5-4-1,5 0-172,3 3 0,4 4 0,-1-3 217,-1 2 0,22-18 0,-4 0 0</inkml:trace>
  <inkml:trace contextRef="#ctx0" brushRef="#br0">19451 3712 7777,'9'0'-10,"3"0"241,4 0 0,1-1 0,10-3 0,5 0-412,3 0 1,5-2-1,8 1 1,4 2-407,-1 1 1,-3 2 586,-10 0 0,4-12 0,-6-4 0</inkml:trace>
  <inkml:trace contextRef="#ctx0" brushRef="#br0">19451 3410 8013,'-15'0'135,"1"0"0,8 0 0,6 0 62,8 0 1,12 0 0,9 0-1,10 0-488,7 0 291,11 0 0,-4-4 0,10-4 0,2 1 0,7-1 0,0 0 0,0 0 0</inkml:trace>
  <inkml:trace contextRef="#ctx0" brushRef="#br0">21753 3151 7978,'-7'-24'0,"-2"2"73,-4 1 1,-1 2 0,-1 4 0,1 3 186,-1 2 1,3 5 0,0 12 0,3 7-39,-2 8 0,-1 12 0,1 6 1,3 6-144,2 7 0,-4 9 0,5 5 1,1 4-105,-3 1 0,6 6 1,-2-37-1,1 1 0,1 3 1,2 0-183,1 3 1,1 0 0,1-2 0,1-1 0,3-2 0,2 0 146,9 35 1,4-37-1,5-2 1,-1 1 0,1 0-1</inkml:trace>
  <inkml:trace contextRef="#ctx0" brushRef="#br0">21969 3511 7766,'0'-7'882,"0"7"-746,0 8 1,-5 12 0,0 5 0,0 7-170,-1 6 0,4 6 1,-4 4-1,1 3-156,0 0 1,0-2 0,7-7 0,1-4-40,2-4 0,6-10 0,-1-6 0,3-7 273,1-7 1,0-8 0,2-7-1,0-7 123,-1-6 0,7-3 0,-8-2-84,2 0 0,0 0 1,-1 1-1,-1-1 0,1 2-36,-1 3 0,5 3 0,0 8-73,-1 4 0,-2 4 1,-3 11-1,-2 9 3,-2 7 0,-5 5 0,0 3-28,-2 4 0,3-5 0,1 1 0,1-6 0,1-3 183,0-3 1,1-4 0,6-4 149,-1-6 1,-1-5-1,-2-7 1,-1-8 75,1-5 0,3-5 1,4-6-1,1-3-298,-2-2 1,4 4-1,0-5 1,1-2-883,4-2 1,1 4 0,0 1 0,-3 2 820,-5 3 0,-3 8 0,-1 3 0</inkml:trace>
  <inkml:trace contextRef="#ctx0" brushRef="#br0">22630 4057 9747,'0'15'212,"0"4"1,0 2 0,0 1-2098,0 4 1885,0 1 0,26 27 0,6 7 0</inkml:trace>
  <inkml:trace contextRef="#ctx0" brushRef="#br0">23191 3698 7875,'0'-15'373,"2"3"-27,3 2 0,1 5 1,5 12-1,-1 7-160,1 8 0,5 14 1,0 7-1,-3 8-678,0 5 0,-5 1 0,0 1-267,-2-1 1,-1 1 758,-5 0 0,6 6 0,2 1 0</inkml:trace>
  <inkml:trace contextRef="#ctx0" brushRef="#br0">23407 3870 7875,'-27'10'152,"3"0"1,-3-1 0,3 7 0,-3 3 24,-2 5 1,0 8 0,0 4-1,2 0-1715,3 4 1538,3-5 0,-19 7 0,-6-5 0</inkml:trace>
  <inkml:trace contextRef="#ctx0" brushRef="#br0">23882 3554 7883,'-14'-13'2,"-1"4"0,7-4 0,2 5 0,1-2 500,0 1 1,0 7-284,5 2 1,0 13 0,0 11 0,0 6-71,0 8 1,0 2 0,0 15 0,0 2-202,0 4 1,0 1-1,0-4-373,0 0 1,-4-1 0,-1-3 0,2-6 424,1-9 0,8-46 0,2-12 0</inkml:trace>
  <inkml:trace contextRef="#ctx0" brushRef="#br0">23695 3986 7919,'-8'-7'401,"3"1"0,12-5 0,7 3-183,8 1 0,10-2-218,2 4 0,11-17 0,7-6 0,3 0 0,-1 0 0</inkml:trace>
  <inkml:trace contextRef="#ctx0" brushRef="#br0">24299 3410 8019,'-6'14'241,"-2"2"0,0 4 204,3 4 0,-1 9 0,-1 9 0,1 7-351,-1 9 0,-4 7 0,0-1 1,-5 0-410,-3 0 0,0-5 1,4-11-1,3-11-372,2-10 583,4-6 0,14-15 1,4-4-1,8-7 155,2-3 1,3-1 0,7-6 0,2 2 15,-2 4 0,3 1 0,0 5 0,-1-2 79,-4 2 1,1 3 0,-12 4-108,-2 6 0,-7 3 1,-7 1-1,-6 1-2,-7-1 1,-4 0 0,-5 1 0,-5-1 84,-3 1 1,-1-6-1,3-1 1,1-1 5,-2-4 0,1-2 1,-1-1-1,4 0-96,1 0 1,-3 0-1,3-1 1,1-4-208,-1-5 1,3 2-1,7-1 1,3-2-865,2-2 1,1 3 1038,5 1 0,45 5 0,10-2 0</inkml:trace>
  <inkml:trace contextRef="#ctx0" brushRef="#br0">24515 4101 7934,'8'9'47,"-3"1"0,-4 1 179,-1 2 0,0 1 1,0 2-1,0 3 129,0 5 1,0 4-356,0 0 0,7-12 0,1-3 0</inkml:trace>
  <inkml:trace contextRef="#ctx0" brushRef="#br0">24659 3352 8076,'13'-16'-24,"-4"-3"0,6 3 0,-3-3 1,8 5 363,2 4 0,2 7 0,5 13 0,1 14-72,4 15 0,-9 17 0,-11-16 1,-1 2-1,-1 4 0,-3 1-212,-2 3 1,-1 2 0,-1 5 0,-2 1 0,-2 3 0,-2 0 0,0-3-1,-1 0-360,-2-4 0,-2-2 0,0-4 0,-4-2 0,-3-6 1,-3-2-1,-12 31 304,-1-10 0,0-30 0,0-3 0</inkml:trace>
  <inkml:trace contextRef="#ctx0" brushRef="#br0">25810 3338 8027,'-5'-27'0,"-1"5"299,-2 7 1,3 4-1,-3 14 206,1 13 1,-2 13 0,4 22 0,0 10-385,-1 9 0,4-29 1,1 0-1,-7 39 0,4-40 1,0 1-500,-1 0 0,2 0 0,-1 34 1,-2 0 377,0-6 0,-2-12 0,-7-7 0</inkml:trace>
  <inkml:trace contextRef="#ctx0" brushRef="#br0">25522 3914 7981,'-2'-13'-177,"-1"2"183,-2 1 1,2 7 0,8-4-19,5 1 0,9 4 0,5-2 12,3 2 0,35-29 0,13-15 0,-20 14 0,0 0 0,0 0 0</inkml:trace>
  <inkml:trace contextRef="#ctx0" brushRef="#br0">26155 3252 7981,'8'-29'1,"-3"0"0,1 2 0,-1 3 0,0 6 275,1 7 1,-4 6 0,4 12-1,-1 7 34,0 9 1,0 17-1,-5 8 1,0 6-141,0 3 0,-8 12 0,-5 3 0,-6 2-208,-4-1 1,-1-1-1,-4-1 1,-1-6-267,0-7 0,7-12 0,2-12 134,4-9 0,8-9 1,4-21 153,2-4 1,8-10 0,4-5 0,4-2 51,6 2 1,-3-3 0,6 4 0,-1 1 89,0 3 1,2 3 0,3 3 0,-1 2-13,-2 1 1,-6 7 0,1 0 0,-3 5-98,-2 2 1,-6 12 0,-3 0 0,-3 3-29,-2 2 0,-7 5 0,-2-2 0,-6 3-34,-4 2 0,-2 0 0,-4-2 0,1-2-4,-2-1 0,-1-6 0,-2 1 0,2-3-50,3-2 1,2-4 0,4-2 0,-1-2-189,1-2 1,7-3-1,3-2-241,2-4 0,1-3 0,5-7 528,0 1 0,38-26 0,10-6 0</inkml:trace>
  <inkml:trace contextRef="#ctx0" brushRef="#br0">26400 4000 7981,'9'-5'146,"-1"-1"0,0-1 255,0 1 1,-5 0 0,4 2-140,-1 0 1,-3 0 0,5 9-148,-1 5 1,-2 4 0,-7 4-1,-3 1-116,-4-2 0,1 1 0,-2 0 0,0 1 15,2-2 0,-3-1 1,5-1-1,-1-1-195,1 1 0,1-1 1,7 0-212,3 1 1,-2-2 0,6-2 391,3-2 0,24-13 0,11-8 0,4 4 0,0-1 0</inkml:trace>
  <inkml:trace contextRef="#ctx0" brushRef="#br0">26903 3870 7969,'15'-1'0,"-1"-2"336,0-2 0,9 0 0,4 3 0,6-1-20,4-2 1,8 1-1,6 4 1,0 0-849,-3 0 1,-5 0 0,-6 0 0,-6 0 531,-6 0 0,-39 0 0,-5 0 0</inkml:trace>
  <inkml:trace contextRef="#ctx0" brushRef="#br0">26961 3540 8128,'-8'-7'102,"3"4"1,10-5 0,6 0 153,7 0 0,7 5 0,12-2 0,8 3-1137,4 2 881,4 7 0,1-9 0,7-1 0,4 2 0,0 0 0</inkml:trace>
  <inkml:trace contextRef="#ctx0" brushRef="#br0">28543 3237 7817,'-9'-12'-128,"-1"2"199,7 4 0,-3 12 0,4 4 0,-1 4-25,-2 5 1,0 5 0,4 8 0,-3 3-4,0 2 1,-1 1 0,3 6-63,-3-1 0,4-2 1,-4-2-1,5-6-10,5-2 0,-2-4 0,7-5 0,1-7-6,2-9 1,1-4-1,0-6 1,1-4-25,-1-6 1,5-8 0,0 1-1,1-2-120,0-2 0,-4 4 0,4 0 1,-4 2 69,-2 0 1,-1 0 0,-2 6 0,-3 2 350,-2 1 0,1 7-74,-2-2 0,-4 10 1,4 5 77,-4 2 1,-1 3-1,0-1-97,0 1 0,7-8-174,2-2 0,4-3 0,2-4-76,-1-3 0,5-2 1,0-8-1,-1 1-95,-2-1 0,-2-4 1,2-2-1,2 1-304,1-1 500,-6 2 0,0-47 0,-5-12 0</inkml:trace>
  <inkml:trace contextRef="#ctx0" brushRef="#br0">29061 3525 8074,'10'0'-398,"-1"0"297,3 0 1,0 0 0,3 0 0,-1 0 412,1 0 0,1 7 0,3 4 0,3 5-261,0 3 0,-1 6 0,-6-1 0,-3 4-104,-2 0 0,-4 1 0,-7 0 0,-6 1-3,-7 4 1,-5-4 0,-7 4 0,2-5 85,-1-5 1,-2-4 0,-1-7 0,4-3-21,5-5 1,3 1 0,3-3 83,4-4 0,4-4 0,10-6-244,4 1 0,6 0 0,2-4 0,4 0 0,2 1-149,2 3 0,7-1 1,2 6-1,-2 0-171,-2-1 0,4 4 470,-1-2 0,26-17 0,2-3 0</inkml:trace>
  <inkml:trace contextRef="#ctx0" brushRef="#br0">29565 3266 7030,'0'-8'158,"0"19"0,0 13 40,0 5 0,0 6 0,0 0 1,0 2-170,0 3 1,0 7-1,0 0 1,0 0-93,0-2 1,0-9 0,1-2 0,3-5 15,0-5 1,3-5 0,-2-10 0,4-5 61,4-8 0,1-5 0,1-10 0,-1-7-24,0-6 0,6 0 0,-1-5 1,-2 2-117,-1 3 1,-1 2-1,-1 3 1,-1 3-123,-3 5 404,2 3 0,-10 9 0,3 7 1,-4 10-31,-1 7 0,0 1 1,0 4-1,0-1 53,0-3 1,0-2-1,2-2 1,3 0-13,4 1 1,4-7 0,2-3 0,-1-4-126,0-1 1,1 0 0,1-1 0,1-3-155,2 0 1,2-9-1,-3 0 1,3-5-39,1 1 0,-3-6 0,5 0 1,0-5-192,-2 0 1,6-6 0,-6-1-1,0-2 340,-2-3 0,-3-3 0,1-7 0,1-3 0,0-1 0</inkml:trace>
  <inkml:trace contextRef="#ctx0" brushRef="#br0">30241 3683 8048,'0'15'0,"0"-1"0,0 1-90,0-1 1,0 7 0,0 4 0,-2 7 190,-2 7 1,2 2 0,-3 2-102,4 1 0,-12-20 0,-3-5 0</inkml:trace>
  <inkml:trace contextRef="#ctx0" brushRef="#br0">30658 3396 8045,'-6'-15'-209,"4"6"1,-3-1 102,4-1 1,1 1 356,0 5 1,6 9 0,2 15 0,2 5-129,-1 3 1,1 10-1,4 6 1,-1 8 33,-3 5 0,1 2 0,-6-1 1,-2 1-789,-2-1 0,4 1 1,0-4-1,-2-6 631,-1-9 0,4-46 0,2-12 0</inkml:trace>
  <inkml:trace contextRef="#ctx0" brushRef="#br0">30888 3468 8513,'-28'24'0,"-1"1"123,0 5 0,0 6 1,0 8-1,-1 4-80,-3 5 1,-3 3 0,-2 0 0,6-3-1261,6-5 1217,6-3 0,-1-21 0,-1-5 0</inkml:trace>
  <inkml:trace contextRef="#ctx0" brushRef="#br0">31406 3281 7943,'0'-15'-104,"2"7"0,1 2 239,2-1 1,1 6-1,-3-2 120,2 6 1,0 11 0,-5 12 0,0 6-89,0 6 1,-2 5-1,-2 5 1,-6 5-275,-3 3 1,-3 8 0,-1 1 0,-2 1-298,1-4 0,4-9 1,4-7-1,5-6-971,4-6 1375,1-10 0,0-54 0,0-20 0</inkml:trace>
  <inkml:trace contextRef="#ctx0" brushRef="#br0">31162 3683 7943,'9'0'79,"1"0"1,1-1 31,2-4 1,8 2 0,4-5 0,7 0 129,7 0-241,9 5 0,11-27 0,9-11 0,-16 15 0,-1-1 0,0 0 0</inkml:trace>
  <inkml:trace contextRef="#ctx0" brushRef="#br0">31867 3209 7917,'-10'0'-987,"0"0"1,6-2 1048,-6-3 10,7 4 1,-3-7 57,6 3 0,0 2-21,0-7 0,0 5 0,1-3-29,4 2 0,-2-4 0,5 4-23,-2-2 1,-1 3 0,-3-3-1,1 0-7,2 0 1,1 3-114,-1-4-3,-3 5 1,4-4-54,-6 4 1,2 2 42,2-3 79,-2 4 0,6 1 52,-3 0 65,-4 6-97,6 2 1,-9 5-82,-3-4 13,4 4 1,-7-11-36,3 3 50,3 3 151,-4-7-2,6 6-80,0-7-35,0 0-59,6 0 7,-4 0-15,4 0 0,-6 0 55,7 0 1,-6-2 4,4-3 13,-3 4 1,-2-7-2,0 3 0,0 2-8,0-7 0,0 5 1,0-4-3,0-3 0,0 4 31,0-1 1,5-1 76,-1-4 1,1 0 1,-5-1 0,2 2 0,1 2 381,2 2-344,0 5 1,-5 11 0,0 12-1,0 8-34,0 7 1,-2 9 0,-3 11 0,-3 7-134,0 6 0,-5 10 0,4 3 0,-4 0-140,-1-4 1,6-10 0,3-8 0,3-10 49,2-9 1,2-16-1,3-14 1,4-7 234,4-7 1,1-9 0,1-10-1,-1-5-35,1-4 0,1 1 0,1-7 0,2-1-49,-1-1 1,-2 2 0,-2 3-310,1 0 164,-1-4-64,0 10 0,1-5 0,-1 8 74,1 3 0,4 5 1,0 9 2,-1 5 1,-9 10 0,-4 6 0,-3 7 332,-2 6-108,0 9 1,0-2 0,0 2 40,0-2 1,0-3-1,-2 1 1,-1-2-121,-2-3 0,0-3 0,7-7-50,3 1 6,-4-7 0,12-2 0,-3-7-12,2-4 1,3-8 0,1-8-1,1-1-17,2-4 0,1-1 0,-4-2 0,1-1-92,2-4 0,7 2 1,-2-8-1,5-3-197,4-3 0,-1-7 0,7 2 0,-1-2-729,-1-1 1037,-2 8 0,-19 10 0,-3 8 0</inkml:trace>
  <inkml:trace contextRef="#ctx0" brushRef="#br0">32557 3597 7941,'23'-14'3,"2"1"0,-4 2 149,1 1 0,-10 8 0,-3 2 0,-6 10 77,-3 8 1,-4-1 0,-4 6 0,-4-1-219,-4 0 0,-3 2 0,0 5 0,-5-2-96,-3-3 1,3 3 0,1-4 0,3-1 5,2-3 1,4 2-1,4-2-15,5-1 0,12-2 1,6-3-1,6-4-43,3-4 0,8-3 0,9-2 0,1 0 137,-2 0 0,1-24 0,2-10 0,1-2 0,1 0 0</inkml:trace>
  <inkml:trace contextRef="#ctx0" brushRef="#br0">33090 2935 8011,'0'-14'-102,"0"-1"1,0 1-1,0 0 1,0-1-91,0 1 1,-5 4 1436,0 1-1051,0-1 1,5 10 0,0 8 0,2 11-60,3 8 0,-4 2 1,2 13-1,-4 4-51,-4 4 1,-11 7 0,0 6-1,-5-1-230,-4 2 0,-4-5 0,-3 5 0,-2-3-117,2-4 0,8-10 0,7-19 228,6-7 1,4-13 0,9-8 0,3-9-13,4-9 1,10 0-1,5-7 1,4-2-29,0 0 0,6-5 0,-1 9 1,-1 1 22,-1 3 1,1 3 0,-3 3 0,-7 3 112,-5 5 0,-4 5 0,-3 5 128,-5 5 1,-10 4-1,-5 5 1,-4 4-133,-5-1 1,-4 4 0,-4-5 0,2-1-73,1 1 1,0 0 0,-5-4 0,0 3 2,0-3 0,5-2 0,2-6 0,1-2-135,4-1 0,1-4-724,1 2-90,7-2 961,2-2 0,44-19 0,10-5 0</inkml:trace>
  <inkml:trace contextRef="#ctx0" brushRef="#br0">33233 3611 6398,'5'-9'-71,"0"-1"0,0 5 262,-5-4-77,0 6 0,0-5 203,0 3-55,0 3 1,0-6 831,0 3-705,0 4 0,1 10-231,4 11 0,-3 8 1,3-4-1,-4 5-306,-1 5 1,0 3 0,0 4-1,0-1 148,0-2 0,0 39 0,0-31 0,0-1 0</inkml:trace>
  <inkml:trace contextRef="#ctx0" brushRef="#br0">32672 4216 8011,'2'-10'-430,"1"1"524,2-3 1,1 8 264,-1 4 0,-3 8 1,3 11-1,-4 5-371,-1 3 0,0 3 0,-1 2 0,-3 3-279,0 2 0,-3-5 1,4 2-1,-3-2 291,-2 1 0,-8-9 0,-7 3 0</inkml:trace>
  <inkml:trace contextRef="#ctx0" brushRef="#br0">32442 4460 7620,'2'-12'0,"3"0"183,4 3 1,10 1 0,5-3 0,5 1-683,5-1 499,2-2 0,9-13 0,5-7 0,3-2 0,1 0 0</inkml:trace>
  <inkml:trace contextRef="#ctx0" brushRef="#br0">33003 4057 8011,'8'7'-510,"-1"1"0,-7 6 560,0 1 1,0 1-1,0 1 1,0 2 151,0-1 1,0 4 0,-2 2 0,-3 4-282,-4 0 0,-4 1 1,-2-2-1,1-1 80,0-2 1,-1-7 0,3 3 0,0-6 60,3-4-70,6 2 1,-2-16 0,10 0-1,4-4 14,4-1 0,3 1 1,3-3-1,3 3 141,1 1 0,4 2 0,-5 5 1,2 0-47,0 0 1,-6 2 0,1 1 0,-5 4 24,-4 1 0,-4 1 0,-7 4 0,-4-2-37,-5-1 0,-4-1 0,-5 4 1,-7-2-69,-6-1 0,2-2 0,-4 3 0,4-3-69,1-2 1,1 1 0,0-4 0,4 2-393,5-2 0,5-3-438,4-5 1,5 2 877,10-7 0,-3 7 0,4-3 0</inkml:trace>
  <inkml:trace contextRef="#ctx0" brushRef="#br0">33305 4489 8058,'-1'8'420,"-4"-3"1,2-2 0,-7 0-340,-1 2 1,3 1-1,-2-2 1,-1 2-182,-2 2 1,-1-3 0,0 4 118,-1 3 0,1-4 1,1 1-1,2 2 34,1 2 0,7 2 0,-2-1 0,7 0-158,8 1 1,5-2 0,14-2 0,2-3-836,2-2 940,4-1 0,13-15 0,7-6 0,5 0 0,-1 0 0</inkml:trace>
  <inkml:trace contextRef="#ctx0" brushRef="#br0">28759 4288 7956,'-43'6'0,"1"4"-34,4 2 0,-2-2 0,6 0 0,3 1 355,0 2 1,4-4-1,3 1 1,5 1-110,3 2 0,8-4 0,5-1 0,7 0-126,11 0 0,15-4 1,18 0 167,13-2-194,-21-5 0,1 0 0,3-1 1,2 0-1,6-3 0,1-1 1,2 1-1,1 0-135,0 0 1,1-1 0,4 1-1,1 0 1,4 0 0,1 0-1,4-1 1,2 1 73,2 0 0,2 0 0,0 2 1,-1 2-1,-4 0 0,-2 1 0,0 1 1,0 2-97,-3 1 1,0 1 0,-3-2 0,0 1 0,-4 3 0,-2 1 0,-5 1-1,-2 1 97,-6 0 0,-1 1 0,0 1 0,-1-1 0,37 6 0</inkml:trace>
  <inkml:trace contextRef="#ctx0" brushRef="#br0">28989 4360 17261,'-14'-8'-1193,"0"0"0,-1 4 480,1 0 495,-1-8 0,9 11 0,8-4 0,10 3 112,11 2 1,12 0-1,10 0 1,11 0 90,9 0 0,10-4 1,4-1-1,-39 3 0,1 1-9,3 0 1,0 0 0,0 1 0,0 0 0,3 0-1,0 0 1,-1 0 0,-1 0 5,-2 0 0,-1 0 0,30 0 0,-16 0 0,-13 0 14,-12 0 0,-12 0 0,-16-2 267,-13-2 0,-6 0 0,-11-4 0,-5 2-118,-3 3 1,-3 1 0,-5 2 0,-2 0-18,-3 0 1,-8 2-1,-6 1 1,1 3-247,2 2 1,-1 4 0,-2 5 0,-3 4 95,-1 1 0,15-42 0,9-8 0</inkml:trace>
  <inkml:trace contextRef="#ctx0" brushRef="#br0">23853 6590 22353,'7'-15'-885,"-4"6"0,5-1 0,0 1 1619,0 1 1,-3-4-392,4 8 0,-4-1-432,5 5 1,-2 1 0,3 4 0,-2 3-247,2 0 1,2 3 0,3-4 0,2-1 213,1 1 0,5-3 0,-3-4 0,1 0 79,4 0 0,-1 0 1,1 0-89,-2 0 1,-13 2 0,-3 3 100,-10 4 1,-14 4 0,-12 2 0,-9 1 275,-5 3 0,-7-3 0,-2 3 0,0-3 357,3-2 0,3 1 1,2-1-1,1-1 444,4-4 0,4-2-673,10-7 0,13-2 0,17-4 0,17-7-251,12-5 0,6-5 0,6 2 1,2 0-190,4 0 1,5-3 0,-10 5-1,-2 0 110,-1-2 1,-4 5 0,-4-2-1,-8 6 252,-8 2 1,-15 7 0,-11-2-36,-12 3 1,-11 10-1,-5 5 1,-7 5-170,-6-1 0,1 4 1,-3 0-1,3 0-256,2 0 1,6-2 0,5-5 0,7 1-200,5-1 0,11 0 0,6-1 353,6-3 1,42-34 0,20-23 0,-17 15 0,-1 0 0,0 0 0</inkml:trace>
  <inkml:trace contextRef="#ctx0" brushRef="#br0">25824 6892 8423,'-14'0'-319,"1"-2"-304,3-2 1,2 2 0,4-3 659,-6 4 0,-3 1 1,0-2 157,4-3 1,-4 4-85,3-4 1,3 3-70,-3 2 245,7 0-197,-4 0 1,9 0 0,3 0 47,4 0 0,-1 0 0,2 0 0,1-1-23,2-4 1,3 3 0,1-3-1,4 4-95,2 1 0,1-5 1,4 0-1,1 2-50,0 1 1,1-2-1,4-1 1,4 2 12,4 1 0,3-3 1,2 0-1,6 1 12,3-3 0,3 4 1,4-5-1,4 0 24,3 0 1,8 3-1,-36 1 1,0 0-1,3 0 1,1 0-35,4 0 1,0 0 0,3 2 0,2 1 0,2-1 0,2-1 0,2 2-1,0 1-1887,3 0 1,1 0 1901,3 0 0,0 0 0,3 0 0,0 0 0,2 0 0,0 0 0,2 0 0</inkml:trace>
  <inkml:trace contextRef="#ctx0" brushRef="#br0">23954 6489 8498,'-10'5'-32,"1"0"1,-2-1 0,-7-2 0,-1 1 238,1 2 0,-4 0 0,-1-4 0,-1 3 57,0 0 0,5 6 0,-3-5 0,0 0-44,-1 1 1,7-3 0,0 5-230,5-1 1,9-3 8,2-4 1,13 0-1,11 0 1,5 0-10,4 0 1,9-6 0,9-2 0,4-2-50,4 1 0,3 1 0,-1-3 0,1 3-104,-1 1 0,-4 2 0,-5 5 1,-9 0-130,-8 0 1,-19 2 0,-13 3 333,-14 4 0,-21 9 1,-13 1-1,-6-1 166,-8-2 1,1-2 0,-4 1 0,1-1 109,-1 0 0,9-1 0,0-3 0,9-4 247,5 1 0,9-6-592,6 4 1,14-3 0,6-2 0,12 0-1056,9 0 1081,12 0 0,31-26 0,13-12 0,-19 11 0,0 0 0,1 1 0</inkml:trace>
  <inkml:trace contextRef="#ctx0" brushRef="#br0">7035 11698 17837,'6'-8'3591,"-2"0"-5006,5 3 1645,-6 3 189,4-11 0,-7 10-719,0-6 193,0 5 83,0-2 643,0 6-1218,0 0 312,-7 0 83,6 0-53,-6 0 574,7 0 1,0 2 371,0 2-48,0-2-344,0 4 1,0-4-550,0 3 67,0-4 1,0 7 92,0-3 0,0-2-5,0 7 1,0-5-1,0 4-44,0 3 0,0 0 1,0 3-1,0 1-270,0 3 1,0 8 0,0 10 0,0 3-277,0 5 1,5 7 0,0 3 0,0 4 301,1 3 1,1 9 0,4-1 0,-2 5 317,2 0 0,4 4 0,2-1 0,-7-38 0,0 0-9,-1 1 0,-1 1 0,8 35 1,-1-4 28,-1-4 0,4 5 0,4 9 0,-7-22 0,1 0 0,-1 0 1</inkml:trace>
  <inkml:trace contextRef="#ctx0" brushRef="#br0">7179 11755 13031,'0'-14'-392,"-5"-1"1,0 1 0,2 0 1378,1-1 1,2 6-258,0-1 0,2 7 0,3 1 0,4 10-320,4 11 1,8 10 0,3 10 0,3 10-115,2 10 1,0 15 0,-15-32 0,0 2-1,1 4 1,-2 2-272,-1 3 0,0 2 0,1 5 0,-1 2 0,-2 5 0,-2 0 0,-1-1 0,0-1-273,-1-1 1,-1-1 0,-3-4 0,0-2 0,0-3 0,0-2-1,-1-3 1,0-1-11,-1-4 0,0-3 0,-5 29 0,0-9 1,2-5 22,2-3 0,1-12 0,1 1 0,2-5-358,2-5 0,6-7 0,-3-2 0,2-4-2580,0-6 3173,-7 1 0,9-12 0,-4 4 0</inkml:trace>
  <inkml:trace contextRef="#ctx0" brushRef="#br0">7538 11669 10475,'10'-13'-98,"0"3"0,-1 4 0,6 6 0,-1 2-273,0 2 0,2 11 0,4 10 0,4 9 519,3 9 1,8 7-1,5 9 1,6 5-245,-20-29 0,1 2 1,4 4-1,0 1 1,3 4-1,-1 1 1,2-1-1,-1 0 75,-3-1 1,5 3 0,7-3 0,8 5 0,5 3-1,-1-1 1,3 3 0,1 1 0,-1 0 0,0-1-1</inkml:trace>
  <inkml:trace contextRef="#ctx0" brushRef="#br0">6790 11381 8259,'36'29'-885,"-4"-2"1,6-1 884,2-2 0,5-12 0,15 1 0,8-1 0,-1 0 0,5 3 0,1 1 0,0-1 0,0 0 0</inkml:trace>
  <inkml:trace contextRef="#ctx0" brushRef="#br0">12876 13439 6705,'52'28'0,"0"0"0,1 0 0,-2 0 0,0 0 0,0-1-42,-1 1 1,-1-1 0,1 0 0,0 0 0,0-1-1,0 1 1,0 1 0,-1-1 0,1 1 0,-2-1 0,0-1-1,0-1-89,20 12 1,-1 0 0,1-1 0,-1-2 0,-5-4 0,-1-1 0,0 1 0,1 0-46,-2-2 0,0 0 0,-3-4 0,-1-1 0,-2 1 0,-1-1 176,-2-3 0,-1 0 0,-2-2 0,0-1 0,0-2 0,0-1 0,-2 0 0,1 1 0</inkml:trace>
  <inkml:trace contextRef="#ctx0" brushRef="#br0">20026 12633 8070,'-22'-19'0,"1"-1"39,0 3 0,4-4 0,-6 0 0,1 1 102,0-1 1,4 2 0,-3 4 0,2 2-5,0 4 1,-5 2 0,5 7 0,1 0 180,2 0 0,-3 12 0,1 4-140,6 4 1,2 6 0,7 8 0,-2 2 0,2 3-20,1-1 0,4 0 1,1 4-1,3-2-236,2-2 1,-3 1 0,5 2 0,-1-1-487,-1-1 0,5-3 1,-3 3-1,3-6-57,1-2 0,-4-4 0,-2-3 0,-2-5 620,-3-3 0,-1-2 0,-15-25 0,-3-6 0</inkml:trace>
  <inkml:trace contextRef="#ctx0" brushRef="#br0">19523 13021 8072,'0'-14'251,"0"0"-21,0-1 0,1 1 1,4 1-1,6 3-168,7 6 1,4 2-1,9 2 1,2 0-738,6 0 675,9 0 0,14 3 0,10 0 0,9 1 0,-1 0 0</inkml:trace>
  <inkml:trace contextRef="#ctx0" brushRef="#br0">20213 13007 7843,'0'-14'538,"0"6"1,0 8 0,0 9-1,0 6-462,0 4 0,2-2 0,1 6 0,4-3-44,0-2 1,3-2 0,4-2 0,1-1 53,-1-3 0,-4 1 0,-1-6 0,3-2 229,0-1 0,3-4 0,-2-3-65,-4-4 1,2-4 0,-4-2 0,-1 1-157,1 0 1,-3-6-1,-2 1 1,1 2-71,2 1 0,0 6 0,-4 2-37,4 2 1,-3 3 0,4 7-1,-1 8-113,0 5 1,4 6-1,-2 4 1,1-2-674,3-1 0,2 0 0,1 3 0,0-3 799,1-4 0,25-36 0,6-10 0</inkml:trace>
  <inkml:trace contextRef="#ctx0" brushRef="#br0">20702 12547 9196,'0'-2'793,"0"5"1,0 18-1,0 9-536,0 12 1,0 9 0,0 10 0,0 3-907,0 1 0,5 2 649,0 5 0,3-24 0,2 2 0,-2 2 0,0 0 0</inkml:trace>
  <inkml:trace contextRef="#ctx0" brushRef="#br0">20961 12431 8127,'-1'-12'709,"-4"2"0,-1 5 0,-6 13 1,4 11-134,2 13 1,-5 15 0,3 7 0,-2 8-620,1 10 1,1 8 0,3-36 0,0 0-1,2 0 1,1-1-1164,1 37 1,1-12-1,1-7 1206,4-7 0,16-10 0,9-9 0</inkml:trace>
  <inkml:trace contextRef="#ctx0" brushRef="#br0">21192 13122 8127,'0'-21'0,"-5"5"0,0-3 1091,2 3 0,1 10-510,2 6 1,0 8 0,0 11 0,0 5-306,0 3 0,0 2 0,2-2 0,3-3-182,4-5 1,4 2-1,3-2 1,2-3-13,1-5 0,2 1 0,-4-8 0,4 0-15,1-3 0,1-2 0,1-3 0,-5-2 162,-3-2 1,-3-2 128,-4-4 0,-4 8-389,-10 6 1,-8 8 0,-7 11 0,-4 5-539,-7 3 0,2 8 0,-4 3 0,4 4-1729,5 1 2298,-3 0 0,12-1 0,1 4 0,-4 4 0,-1-1 0</inkml:trace>
  <inkml:trace contextRef="#ctx0" brushRef="#br0">22227 12949 8145,'-19'0'42,"0"0"0,0 2 1,5 1-1,-1 5 239,1 5 1,-1 0 0,1 11-1,1 3-14,4 5 1,2 3-1,7 5 1,2-3-192,3-2 1,3-1-1,6-6 1,2 0-268,3-5 1,-1-7-1,6-8 1,1-1-163,2-4 0,2-1 0,0-4 1,0-3-38,0-4 1,-1 1 0,1-2 0,0-3 104,0-4 1,-5 1-1,-2-3 1,-1 3 284,-4 1 0,4 1 0,-2-1 0,-1 1 0,-2 0 0,-2-1 0,1 1 0</inkml:trace>
  <inkml:trace contextRef="#ctx0" brushRef="#br0">22659 13151 8387,'-14'0'-39,"-1"1"1,1 3 404,0 0 1,6 8-1,3-3 1,3 4-27,2 1 0,0 2 1,0 2-1,2 1-154,3-1 0,3-2 0,6-2 0,2-1 31,3-4 1,-1-2 0,4-7 0,-1 0 19,-4 0 1,4-11 0,-2-4 0,-1-2-153,-2-4 1,-3-1 0,-2-7-1,-3 0-209,-2 0 1,-1 2 0,-6 1-1,-6 4-245,-7 1 0,-12 4 0,-9 7 0,-2 5-137,-3 4 0,3 2 1,1 4-1,2 6-73,7 7 0,6-1 0,12 7 0,4 2-924,3 1 1503,9-4 0,58 10 0,-22-18 0,0 1 0</inkml:trace>
  <inkml:trace contextRef="#ctx0" brushRef="#br0">23048 13136 8419,'-5'-14'0,"-2"1"429,-1 4 1,4-3 54,-6 8 0,7 5 0,-4 10 0,3 7-245,-1 6 1,-2 3-1,4 2 1,-3 1-154,-2 4 1,5-8 0,-2 2 0,3-2 192,2-4 1,0-1 199,0-7 1,0-7 0,0-7 24,0-8 1,0-11 0,0-7 0,0-4-263,0-4 0,7-4 1,2 3-1,6-1-232,4 1 1,-2 0 0,6 5 0,-1-1-415,0 4 1,2 10 0,4 2-5,-4 9 0,1 11 1,-6 7-1,-1 11 0,-4 10-606,-4 7 0,-4 5 1,-6 1-1,0 2-1565,0-1 2579,0-3 0,0 12 0,0 4 0</inkml:trace>
  <inkml:trace contextRef="#ctx0" brushRef="#br0">23378 13180 8419,'0'-28'0,"2"3"0,1 2 677,2 3 1,0 1-77,-5 4 0,0 9 0,-2 7 1,-3 12-304,-4 9 0,1 7 0,-2 3 1,-1 3-132,-2 2 0,-1-3 0,-1 3 0,1-2-141,0-3 1,4-7-1,2-2 217,2-3 1,1-5 184,5-15 0,5-10 0,1-20 0,4-2-95,6-2 1,-2-6 0,7 2 0,-2-4-279,0-1 1,5 6 0,-5 4-1,1 3-127,0 1 1,-4 8-1,4 7 1,-4 7-82,-2 6 1,-6 13 0,-3 9 0,-4 10-830,-1 7 1,0 3-1,0 3 1,0-1-1221,0 0 0,0-1 2202,0-4 0,7 10 0,1-3 0</inkml:trace>
  <inkml:trace contextRef="#ctx0" brushRef="#br0">23652 13309 8370,'0'-14'0,"0"-1"211,0 1 0,0 0 0,1-1 0,4 1 596,5-1 0,3 1 0,1 0 0,0-1-445,1 1 1,4 1 0,2 2 0,-1 3-296,1 1 1,-2 3 0,-4 4-219,-1 0-179,1-7 0,-9 1 156,-6-4 1,-13 5 0,-11 10 0,-5 6 197,-4 7 1,2 4 0,-2 7 0,3 0-42,1 0 0,2 0 0,3-1 1,6 1-783,7 0 1,4-2 0,9-3-1,4-5-628,9-3 0,7-3 1427,12-3 0,7-25 0,6-9 0,6-4 0,1 0 0</inkml:trace>
  <inkml:trace contextRef="#ctx0" brushRef="#br0">24184 13065 8419,'-14'7'0,"-1"6"0,1-3 0,0 4 237,-1 5 1,2-3 0,4 5-1,4 0-72,3 3 1,2-2 0,0 1 0,2-2-730,3-4 1,3-1 0,8-3-1,1-2-31,3-1 1,-1-7 0,-5 2 594,0-4 0,20-71 0,-15 26 0,0 0 0</inkml:trace>
  <inkml:trace contextRef="#ctx0" brushRef="#br0">24429 12820 8265,'6'-14'-45,"4"-1"0,-2 7 0,0 2 497,-2-1 1,-1 15 0,-5 7 0,0 15 18,0 10 1,-7 10 0,-2 2 0,-6 4-517,-4 2 1,3 1 0,-3 2-1,3 1-507,2-1 0,4-10 552,1-8 0,12-19 0,-2-11 0</inkml:trace>
  <inkml:trace contextRef="#ctx0" brushRef="#br0">24242 13165 7300,'-15'-6'1766,"9"4"1,6-3-1347,8 4 1,11 1 0,3 0 0,2 0-755,0 0 1,5 0-1,5 0 1,-2 0-1574,-2 0 1,-3 5 1906,-3-1 0,10 8 0,-4-4 0</inkml:trace>
  <inkml:trace contextRef="#ctx0" brushRef="#br0">24558 13151 8387,'0'-10'2414,"0"1"-2049,0 5 1,7-2 0,2 4-302,4-2 0,1 2 0,1-4-144,-1-1 1,-4 6 0,-1-6 0,2 1 298,-4 4 56,-1-11 1,-12 13 0,-2 0-191,0 8 0,-3 7 0,4 2 1,1 4-487,-1 2 0,3 1 1,4 4-1,0 1 401,0 0 0,64-7 0,-24-11 0,0-1 0</inkml:trace>
  <inkml:trace contextRef="#ctx0" brushRef="#br0">25148 12748 8109,'0'16'0,"0"2"423,0 1 0,0 6 0,0-1 1,0 5 178,0 5 1,-2 7-1,-2 9 1,-4-1-379,0 1 1,1-4-1,7-7 1,0-7-217,0-7 0,0-4 1,2-8-178,3-4 0,-2-4-160,6-10 1,-5-3 0,-1-6 0,-6 0-12,-7-1 1,-4 2-1,-4 4 1,-3 4 150,-1 3 1,0 2 0,-4 2 0,4 3 553,1 4 1,6 4-1,7 2 1,2-1-183,3 0 1,8 6 0,6-1 0,8-2-1069,10-1 1,0-3 884,4-3 0,29-10 0,7-8 0</inkml:trace>
  <inkml:trace contextRef="#ctx0" brushRef="#br0">22717 13885 8016,'4'-15'-174,"1"1"1,2-2 0,-4-2 0,2-1 443,-2 2 1,0 1-1,0 1 1,2 1 1877,-2-1-1563,-1 1 0,-2 14 1,0 11-1,0 15 10,0 11 1,-2 12-1,-3 7 1,-4 6-425,-4 4 1,-1 6 0,-1 5-713,1-2 1,4-2 0,1-2 0,-1-3-3659,2 0 4094,2-14 0,12-24 0,2-19 0</inkml:trace>
  <inkml:trace contextRef="#ctx0" brushRef="#br0">22961 14244 7812,'-19'15'0,"0"-1"-2,1 0 0,4 2 0,3 2 0,3 3 423,1 1 1,-2 2-1,4 5 1,2 0-119,1 0 1,7-5-1,1-2 1,4-3-174,6-6 1,0-5 0,6-8-1,1 0 395,-1 0 0,-4-7 0,1-4 0,-3-5 40,-2-3 1,-4-5 0,-2 3 0,0-1-152,0-4 1,-5 4 0,2-2-1,-4-2-102,-1-1 1,-4 5 0,-3 3 0,-1 4-236,-3 6 1,-2-2 0,-1 6 0,-1 3-298,1 5 0,4 7 1,2 9-1,2 5-548,3 3 1,1 7-1,4 1 1,3 0-1245,4 0 1,10 4 2011,5-6 0,14-12 0,9-2 0,3 0 0,1-1 0</inkml:trace>
  <inkml:trace contextRef="#ctx0" brushRef="#br0">23407 14331 8016,'-8'14'395,"2"-4"0,6-1 0,0 2 143,0 2 0,0 2 1,1-1-1,4 0-336,5 1 0,7-1 0,4-1 0,0-2-115,0-1 0,4-2 1,-2 1-1,1-4-161,0-3 1,-5-4 0,3-3 0,-1-4 225,-3-4 0,1-1 0,-3-1 0,-5 1 551,-3-1 1,-3 1-435,-5 0 1,-8 12-1,-5 8 1,-8 10-199,-6 8 0,1 10 0,-7 6 0,1 5-666,-2 3 0,6 4 1,-3-2-1,7 0-1047,3-1 1,4-1 1641,7-5 0,23-19 0,11-5 0</inkml:trace>
  <inkml:trace contextRef="#ctx0" brushRef="#br0">23752 14633 7968,'10'0'413,"-2"-2"0,0-1 310,0-2 0,-3-6 0,4 3 1,3-2-172,0 1 1,3 4-1,-1-3 1,1 0-345,-1 0 0,-4-2 0,-1-4-65,2 0 1,-4-1-262,-2 1 0,-5 4 1,-5 2-274,-5 2 0,-3 3 0,1 8 0,0 4-279,3 4 1,6 1-1,-2 2 1,3 2 12,2 1 1,2 5-1,1-3 1,3 0-1034,2-1 1690,-4 0 0,72-19 0,-32-2 0,0 1 0</inkml:trace>
  <inkml:trace contextRef="#ctx0" brushRef="#br0">24170 14546 7968,'14'-23'-864,"0"-1"0,1 0 1428,-1 1 1,-1-2 0,-3 5 71,-6 3 1,-2 9 0,-2 8 0,0 8-247,0 5 1,-2 7 0,-1 4 0,-3 4-206,-2 0 0,3 3 0,-3-1 0,0 0 36,0-2 1,3-4 0,-3 0-1,2-4 1025,3 1-623,-5-11 1,6-1 0,-3-18 0,5-10 134,5-7 1,3-4-1,6-4 1,2-4-614,4-4 0,2 4 0,8 1 0,7 2-1912,11 3 0,11 8 1767,18 5 0,-11-1 0,5-2 0,-18 7 0,0-1 0,0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25407 9309 8487,'-5'10'23,"0"-1"1,-4-4 0,4 5 226,2 1 0,8-5 0,6 1 0,6-2 188,7-1 1,12 1 0,8-5-1,12-1-206,10-4 1,-25 1-1,2 0 1,5-3 0,0-1-1,7 1 1,1-2-111,4 0 1,3-1 0,3 3-1,2 0 1,9-1 0,1 1 0,-23 4-1,0 1 1,1 1-212,-1 1 1,-1 1 0,12-4 0,-3-3 0,10-3 0,7-3-1,5-2 1,2 0 0,1 0 0,-3 0 0,-13 3 0,1-1 0,-1 1-1,1-1 1,-1 1 0,0-1 0,1 0 0,-1 1 0,1-1-1</inkml:trace>
  <inkml:trace contextRef="#ctx0" brushRef="#br0">23551 5108 8217,'-22'0'0,"3"0"0,3 0-181,1 0 0,10 0 793,10 0 1,10 5 0,15-1 0,3 1-264,6 2 0,9-4 1,6 5-1,5 0-313,4 0 1,10-3-1,2 4 1,-34-3 0,0-1-100,3 2 0,0-1 0,1 1 0,-1 1 1,-1-2-1,1 0 0,-1 0 0,0 0-101,0-2 1,0 1 0,36 3 0,-8 2 0,-8-6-3,-9-2 0,-12-2 0,-13 0 0,-10-2 276,-8-2 0,-6-3 0,-12-4 1,-7 3 146,-8 2 0,-7-4 1,-5 4-1,-4-1-33,-4 1 0,-3 1 0,-2 5 0,-6 0-224,-3 0 1,-2 5-1,-1 1 1,-2 2-354,-1 4 0,-5 2 1,5 3 352,1 3 0,8-42 0,-4-14 0,-4-5 0,0 1 0</inkml:trace>
  <inkml:trace contextRef="#ctx0" brushRef="#br0">16401 5223 23253,'0'-10'-1121,"0"1"-195,0-1-563,0-4 2344,0 6 0,-26 33 1,-6 15-1</inkml:trace>
  <inkml:trace contextRef="#ctx0" brushRef="#br0">16099 8216 8044,'-15'0'0,"1"0"161,0 0 0,4 0 0,2-2 1581,2-3-1577,-6 4 0,11-7 0,-2 4-204,6 0 0,0-1 0,7 5-584,1 0 1,2 5 622,1-1 0,19 1 0,6-5 0</inkml:trace>
  <inkml:trace contextRef="#ctx0" brushRef="#br0">17034 5165 7377,'0'8'-818,"-5"0"1,-1-4 817,-2 0 0,3 1 0,-5-3 0,-1 3 0,-2-4 0,-1 4 0,-1-3 156,1-2 0,5 0 1,-1 0-76,-1 0 0,-2 0 0,-1 0 0,-1 0 0,1 0-30,-1 0 0,6 0 0,-1-2 0,-1-1-45,-2-2 1,4 0 0,-1 5 0,-1-1 13,-2-4 0,3 3 0,1-3 0,-2 2 81,-2-2 1,-1 4 0,-1-4 277,1 3 1,-1-2 1,1-1 1,0 0 144,-1 5-204,7 0-290,2 0 1,7 0-1,4 0 1,5 0-35,3 0 0,3 0 0,1 0 0,4 0-22,1 0 1,-2 0 0,2-2 0,-1-1 82,-4-2 0,1 1 0,-1 2 77,3-3 0,-1 4 37,-5-4 0,-7 3 0,-9 4-28,-11 3 1,-3-2-1,-8 6 1,0 1-19,2-2 1,-5 5-1,3-5 1,-2 1-158,2 1 1,3-5 0,7 3 0,1 0-496,4 0 525,2-5 0,33-19 0,19-13 0,-1-3 0,-1 0 0</inkml:trace>
  <inkml:trace contextRef="#ctx0" brushRef="#br0">14948 1755 7483,'-8'0'-212,"1"0"1,9 0 300,3 0 1,3 0 0,6 0 0,0 0 1,1 0 1,1 0 0,1-1-1,4-2-42,2-2 1,-4-2-1,3 4 1,-1-2-38,-3 2 0,1 0 0,-3 0 0,-4-2 105,1 2 0,-2 0 144,-1-2-193,-4 3 0,-7-9-159,-4 6 1,-3 0-990,-6 5 1080,6 0 0,-37 39 0,-3 9 0</inkml:trace>
  <inkml:trace contextRef="#ctx0" brushRef="#br0">15192 1338 8141,'10'-13'-91,"-1"4"1,-5-4-1,0 3 71,-2-2 0,-2-3 0,0 1 451,0-1 1,0 1 592,0 0-684,0-1 1,0 9 0,0 6-54,0 8 0,-2 11 0,-1 7 1,-2 6-313,2 6 0,0 8 0,0 5 1,-4 4-681,0 4 1,-3 8-1,-4-1 1,1-1-58,3-2 0,-1-6 1,6-4 761,2-5 0,1-23 0,2-5 0</inkml:trace>
  <inkml:trace contextRef="#ctx0" brushRef="#br0">15538 1295 8292,'0'-14'765,"0"6"1,0 24 0,0 14-509,0 7 0,0 9 0,-2 7 0,-3 4-216,-4 6 1,-4 2-1,-2 7 1,3-1-560,2-4 0,-1-3 0,6-8 0,2-4-784,1-4 0,-3-16 1302,1-8 0,-8-25 0,4-9 0</inkml:trace>
  <inkml:trace contextRef="#ctx0" brushRef="#br0">14890 1669 8237,'7'10'317,"2"-1"0,10-6 0,5 2 0,7-3-7,7-2 1,4 0-1,14 0 1,4 0-284,4 0 1,2 1-1,1 3 1,-6 0-590,-7 0 0,-11 2 0,-11 0 0,-5 1-1844,-3-1 2406,-12 5 0,-44-22 0,-24 2 0</inkml:trace>
  <inkml:trace contextRef="#ctx0" brushRef="#br0">14948 1626 8007,'14'0'175,"5"-5"0,2 0 1,1 0 115,4-1 0,9 4 0,8-2 1,10 2-436,8 2 0,4 0 1,9 0 143,3 0 0,-23-3 0,4 0 0,5-1 0,0 0 0</inkml:trace>
  <inkml:trace contextRef="#ctx0" brushRef="#br0">16027 1655 7967,'8'-7'131,"3"-1"0,-6-6 242,-2-1 0,-1 6 0,-4 1-10,-3 2 1,-3-4 0,-8 5-194,-3 2 0,3 9 1,-5 7-1,2 6 1,-2 4-49,-1 2 1,4 2 0,-1 2 0,3 0-282,2 0 0,6-5 1,3 0-1,7 0-410,7-2 1,7-6 0,16-8-1,5-2 569,6-2 0,0-19 0,5-7 0,2-2 0,-1 0 0</inkml:trace>
  <inkml:trace contextRef="#ctx0" brushRef="#br0">16343 1209 7967,'0'-10'454,"0"0"0,0 9 0,-1 1-254,-4 8 0,2 13 0,-7 7 0,-3 9-139,-4 5 0,-1 7 0,-6 4 1,-1 5 3,-3 4 0,6-1 0,3 3 1,4-5-135,6-8 0,2-11 1,9-7-1,3-4-790,4-5 0,9-5 0,1-9 1,0-5 858,2-4 0,-5-1 0,3 0 0,-3 0 0,-1 0 0,-1-1 0,0-4 0,1-5 0,-6 2 0,-1-1 0,-1-2 0,2-2 0,-4-2 0,0 1-74,1 0 1,-4-1 0,4 1 0,-1 0-86,0-1 0,5 1 0,-6-1 559,0 1 0,2 0 0,-1-1 316,-2 1 1,-1-1 856,-2 1-1367,0 6 0,-2 2 0,-1 7 0,-4 4-60,-1 5 1,-1 2-1,-4 4 1,2 2-94,1 1 1,1 5-1,-4-5 1,3 1-97,5 0 1,-1-4-1,1 3 1,2-3-170,1-1 0,4-1 237,3 1 1,-2-7-1,7-4 1,-1-4 145,-1-4 0,5-4 0,-3-7 1,2 1-88,3-1 1,-2-1-1,-2-1 1,-2-4-83,3-1 0,-1 3 1,-2-4-1,-2 2-75,-1 4 0,-4 6 73,3 1 1,-5 7 0,-5 0 0,-3 7-120,0 11 0,-3 1 0,6 8 0,2 1-567,1 3 1,2-4-1,0-1 1,0 3-665,0 1 0,2-4 1350,2-4 0,4-3 0,7-2 0</inkml:trace>
  <inkml:trace contextRef="#ctx0" brushRef="#br0">16775 1669 7948,'-15'0'35,"1"0"0,4 0 1,1 0 218,-2 0 1,3 0 0,0 2 0,1 2-32,4 6 0,2-2 0,1 2 1,0 2-185,0 6 0,0-2 0,0 5 0,0-2-60,0 0 1,0 0 0,0-4 0,0-1 212,0 0 1,-2 1-1,-1-1 1,-5-1 167,-5-3 0,2 2 0,-10-4 0,2 2-201,0 0 0,-7-7 0,4 2 1,-2-4-199,0-1 0,6 0 0,-1 0 1,3 0-655,2 0 0,4-6 0,2-4-50,2-3 0,7-1 0,10 0 1,5-1-155,4 1 0,7-1 897,1 1 0,20-2 0,10-1 0,8-3 0,-1 1 0</inkml:trace>
  <inkml:trace contextRef="#ctx0" brushRef="#br0">16991 1669 7948,'0'14'-697,"0"1"0,-2-2 1323,-3-4 1,2 4 0,-5-3-309,2 2 0,-1 1 0,4-2 0,-2 1-135,2 4 0,0-2 1,0 5-1,-2-1-80,2 1 0,1-3 0,1 5 0,-3-2 30,0 0 0,-6 0 0,4-4 1,-2-1 121,-4 0 1,0 1 0,-3-2 0,-1-2-139,-3-2 1,3-4 0,-3 3-384,3-2-1757,1-1 2023,7-11 0,29-25 0,16-10 0,3-6 0,0 0 0</inkml:trace>
  <inkml:trace contextRef="#ctx0" brushRef="#br0">17019 1928 7948,'15'-8'-523,"-1"-5"0,1 4 0,-1-3 1155,0 3 0,2-4 0,2 3 0,1-2-49,-1-3 1,-2-4 0,-2 0 0,0 3-269,1 5 0,-6-2 1,-1 3-225,-1-2 0,-4 4 1,-8 3-1,-4 3-111,-4 2 1,-8 7 0,-3 2 0,-3 6-90,-2 4 1,-4 3 0,1 5-1,3-1-18,3-2 0,9-2 0,-3 4 0,4-4-267,2-1 0,6 3 0,3-5 1,4-1-413,1-2 0,11-7 0,3-1 0,4-1 806,3-4 0,-5-1 0,19-20 0,8-9 0,0-1 0,0 0 0</inkml:trace>
  <inkml:trace contextRef="#ctx0" brushRef="#br0">17322 1770 7948,'-28'13'0,"4"-2"0,5-2 452,3 3 0,3 0 0,5 3 114,8-1 1,7 0-1,7 1 1,2-2-429,3-4 1,-1 4-1,4-5 1,1 2-23,-1-1 0,-4-1 0,-1 3 0,-6-1 313,-6 1 0,2 2 0,-3 1 0,-2 1-188,-5-1 0,-7 2 0,-7 2 0,-6 1-431,-4-2 1,0 4 0,-11-2 0,-1 1-528,2 0 0,-4-4 717,3 4 0,-23-24 0,-6-5 0</inkml:trace>
  <inkml:trace contextRef="#ctx0" brushRef="#br0">24961 2547 7938,'-8'0'-282,"3"0"307,10 0 0,-2 0 1,8 0-1,4 0 31,2 0 0,9-2 0,-1-1 1,7-2 63,7 2 0,9-3 0,6 1 0,8 0-61,10-1 0,0 4 1,5-3-1,-5 4 4,-5 1 1,2 0-1,-7 0 1,-4 0-148,-9 0 1,-2 6 0,-14 2 0,-2 2-98,-6-1 0,-4-1 0,-8 3 142,-4-1 1,-1-5 92,-3 4 1,-5-6-1,0 2 1,-8-3 26,-5-2 1,-1 5 0,-2-1 0,-2 0-96,-1-3 0,-6 4 0,1 0 0,-3-2-85,-2-1 0,0-2 0,0 0 0,-1 0 42,-4 0 0,2 0 1,-4 0-1,-1 1 17,0 4 0,-1-3 1,-4 2-1,2-2 48,2-2 0,7 0 1,1 0-1,6 0 18,3 0 0,7 0-81,4 0 0,15 0 1,5 0-1,10 0 2,8 0 1,7 0 0,5 0 0,6 0 29,7 0 1,4-2 0,6-1-1,5-3-8,8-2 1,-33 6 0,2 1 0,4-2-1,1-1 1,1 2 0,2-1-39,-1 1 1,-1 0 0,0-1-1,-1 1 1,-2 1 0,0 2 0,-3-1-1,0 1-45,-3 2 0,-1-1 1,24 1-1,-14 5 0,-11 0 144,-11 0 1,-8-3 111,-12 5 0,-13-2 0,-12 1 1,-5-4 9,-5-3 1,-1-2 0,-2 0 0,2 0-481,3 0 328,-3 0 0,-14-32 0,-12-8 0</inkml:trace>
  <inkml:trace contextRef="#ctx0" brushRef="#br0">27349 2374 8450,'15'0'-581,"-1"0"8,0 0 0,1 0 513,-1 0 1,1 0 0,-1 0 38,0 0 0,1 0 0,-1 0 19,0 0 0,1 0 0,-1 0 0,2 0 49,3 0 1,2-2 0,5-1 0,-2-2-3,1 2 0,7-3 0,3 1 0,1 0-114,-1-1 1,3 4 0,-4-4-1,-2 1-94,-2 0 0,-8 1 0,-2 4 0,-4 0 163,-2 0 0,-6-7 0,-8 6 0,-10-4 0,-2 3-30,-3 2 0,-4 0 0,-2 0 0,0 0 82,1 0 0,-4 0 0,3 0 0,-1 2 71,-4 3 1,-1-4-1,-2 4 1,0-3 22,0-2 1,1 1 0,-3 2-1,-1 2-9,-1-2 1,-1-1 0,5-2-1,1 1 23,-1 4 0,2-3 0,3 3-127,5-4 1,11-1-65,8 0 0,12 0 1,12 0-1,5 0-68,5 0 1,2 0-1,9 0 1,2 0-278,1 0 1,1 0 375,-1 0 0,0-5 0,6-3 0,7 0 0,0 1 0</inkml:trace>
  <inkml:trace contextRef="#ctx0" brushRef="#br0">27666 2590 16966,'0'-15'-380,"-2"7"0,-1 5 1207,-2 6 0,-4 1 0,4 5 1,0 2-645,-1 2 0,2 6 0,-4 1 0,2-3-100,3-1 1,1 3-1,2 1 1,0-3-155,0-1 0,2-3 1,3-2-1,6-3-46,6-1 1,1-1 0,6-3 0,1 2-33,3-2 1,0-1 0,1-2 0,-2 0-635,-3 0 0,4 0 0,-6 0 0,0-2-1109,-3-3 1843,-3 4 0,5-38 1,2-1-1</inkml:trace>
  <inkml:trace contextRef="#ctx0" brushRef="#br0">27939 2561 17490,'-10'16'294,"2"2"1,2 2-62,3 3 0,-4 2 1,1 7-1,-2 4 59,-3 0 1,-2 9-1,-1 8 1,1 1-347,3-1 1,-9 22-1,3 0 1</inkml:trace>
  <inkml:trace contextRef="#ctx0" brushRef="#br0">20285 2504 7403,'8'-7'-1183,"0"6"1810,-3-4 0,-5 3-363,0 2 1,-6 0 0,-9 0-1,1 0-23,-1 0 1,1 0 0,-2 0 0,-1 0-5,-3 0 0,0 0 1,2 0-1,-3 0-43,-1 0 1,4 2 0,-3 1 0,2 2-67,0-2 0,0-1 0,5-2 1,-1 0-106,1 0 1,-1 0 0,1 0-125,0 0 1,6 1 8,3 4 1,5-2-1,5 7 1,4-1 24,4-1 0,1 5 0,1-3 0,-1 2 54,1 3 0,0-1 1,3 1-1,1-1 46,-1 0 1,-2 1 0,-2-1 0,1-1 100,-1-3 0,-4 2 1,-2-2 41,-2 3 0,-1-4 0,-7-1 73,-3-1 0,-3 2 0,-8-4 0,-3 0 12,-5 1 0,-1-4 0,-1 4 0,2-1-96,-1 0 1,-3 0-1,0-5 1,-1 1-257,0 4 1,5-3-1,2 2 1,1-2-268,3-2 0,2 0 0,2 0-2639,0 0 2997,6 0 0,8-19 0,8-5 0</inkml:trace>
  <inkml:trace contextRef="#ctx0" brushRef="#br0">25349 2806 8588,'7'8'-1582,"2"-4"1896,-2-2 1,-2-2-19,-10 0 0,2 0 0,-7 0-99,-1 0 1,-2 0 0,-1 0-1,-1 0 0,1 0 0,-1 0 0,1 0 1,0 0-85,-1 0 1,-4 0 0,0 0 0,1 0 7,2 0 1,-3 0 0,0 0 0,1 0-25,2 0 0,-3 0 0,0 0-72,2 0 1,1 0-307,1 0 37,7 0 0,3 0 1,10 0 154,5 0 0,3 2 1,1 1 80,0 2 0,1 1 0,-1-3 1,0 4 21,1 1 1,-2-4-1,-2 6 21,-2 1 1,-4 2 0,3 1 0,-1 1 33,-4-1 1,-2 1 0,-1-1-1,0 0 73,0 1 1,-1-6 0,-2 1 0,-4 0-22,-1-2 0,-3 4 0,-7-2 1,-1 1 71,2-1 0,-4 1 0,2-5 0,0 1-64,-2-1 0,5 0 1,-3-2-1,3 0-148,1 0 0,1-3 1,-1-1-1217,1 0 717,6 0 1,3-5 0,10-1-354,5-2 1,7 5 0,4-4 870,1 1 0,16-9 0,6-4 0,6-4 0,1 0 0</inkml:trace>
  <inkml:trace contextRef="#ctx0" brushRef="#br0">25436 2806 9188,'0'9'-110,"0"1"309,0 1 1,0 2-1,0 1-19,0 1 0,0 1 0,0 1 0,1 4-442,4 1 1,-2-2 0,5 4 0,0 1-854,0 2 0,0-3 1105,2 0 0,3-13 0,-5 2 1</inkml:trace>
  <inkml:trace contextRef="#ctx0" brushRef="#br0">25608 2849 9204,'-9'0'-824,"-1"0"778,-1 0 0,-2 0 0,-1 1 0,-2 3 526,-3 0 1,-4 9 0,-5 2 0,-3 7-487,-2 5 1,-3 2 0,-4 0 0,4 1-791,1 4 1,1-4-1,5 4 791,0-4 0,33-14 0,7-3 0</inkml:trace>
  <inkml:trace contextRef="#ctx0" brushRef="#br0">25738 2892 8320,'-15'2'712,"1"2"1,5 1 0,1 8-1,1 3-585,4 0 1,1 0 0,2-2-1,0 1-334,0-1 0,7-1 0,2-2 0,6-3-511,4-1 1,-2-3 0,7-4-1,0 0 718,-1 0 0,30-32 0,1-8 0</inkml:trace>
  <inkml:trace contextRef="#ctx0" brushRef="#br0">25911 2878 8320,'-15'14'25,"1"0"0,-1 1 1,1 1 120,0 3 1,-1 3-1,1 9 1,-2 2-116,-3 6-31,3 2 0,-18 28 0,4 6 0</inkml:trace>
  <inkml:trace contextRef="#ctx0" brushRef="#br0">24803 2691 8195,'14'-21'0,"-4"5"0,-1-3 410,2 3-307,-4 1 0,-6 18 0,-7 9 0,-4 7-105,-5 6 1,0 9 0,-4 4 0,3 6 177,2 3 0,-1-2 0,2 5 0,4-2-110,4 0 1,3 6 0,6-4 0,7-2-566,13-5 499,9-3 0,15-29 0,16-7 0,2-2 0,4 2 0,0 0 0,1 0 0</inkml:trace>
  <inkml:trace contextRef="#ctx0" brushRef="#br0">26126 2719 8515,'15'0'406,"-6"0"1,1 0-1,1 0 13,2 0 1,0 8 0,-4 7 0,-4 7 37,-3 5 1,-4 10 0,-3 6-1,-6 8-2033,-7 5 1576,-4 8 0,-27-16 0,-14 2 0,19-13 0,0 0 0,0 1 0</inkml:trace>
  <inkml:trace contextRef="#ctx0" brushRef="#br0">30313 2604 26498,'33'0'-546,"1"0"0,12 0 0,2 0 0,8-1-2640,7-4 2703,9 3 0,3-6 1,-34 6-1,1 1-239,2-1 0,0-1 0,-3-2 1,-1 1 635,2 1 1,3 1 0,6-3 0,6-2 0,1 1-1,5 1 1,1 0 0,-1-1 0</inkml:trace>
  <inkml:trace contextRef="#ctx0" brushRef="#br0">30917 2892 15538,'-14'0'-374,"-1"0"700,1 0 0,4 0-131,1 0 1,4-2 0,-5-1-196,-1-2 0,3-1 0,-1 1-33,-3-4 1,4 2 0,-1 1 0,-2 1 24,-2 0 0,3-1 0,1 3 1,-2-2 36,-2 2 1,3-4-1,1 2-270,-3 2 1,4-3-220,-1 1 1,4 0 277,-5 5 0,7 7 0,-3 1 43,-1 0 1,6 4-1,-4-2 1,2 3 68,-2 1 0,3-4 0,-2-1 0,2 3-6,2 0 1,0 3 0,0-1-27,0 1 1,5-1-1,1 0 1,1 1-12,-1-1 1,4 1-1,-6-1 1,1 0 9,2 1 0,-4-1 1,5 0-1,-2 1 216,-3-1 1,-1 1 0,-2-1 55,0 0 1,0 1-1,-2-2 119,-2-4 1,0-2-1,-5-7 1,-2 0 61,-2 0 1,-2 0-1,1 0 1,0 0-135,-1 0 1,1-2-1,-1-1 1,-1-4-395,-3-1 0,3 4 0,-4-4 1,0 1-415,1 4 0,0 0 0,5 0 1,-1-2 721,1 2 1,-1 1 0</inkml:trace>
  <inkml:trace contextRef="#ctx0" brushRef="#br0">19854 3194 8271,'-15'0'36,"1"0"0,-5-5 0,1-1 0,4 0 465,3-1 1,3 1 4,-2 1 0,5-3-269,10-6 1,3 6-1,8 3 1,3 3-69,5 2 1,3 0-1,4 0 1,2 2-170,6 3 0,4 6 0,6 5 0,5 3 0,-1 0 0</inkml:trace>
  <inkml:trace contextRef="#ctx0" brushRef="#br0">24026 5223 8535,'-23'5'0,"3"0"13,-1-2 1,5-2 0,-3-1 0,1 0 150,-1 0 1,8 0 217,-4 0-249,11 0 1,-1 0 0,10-1 0,4-2 75,4-2 1,1-2-1,2 4 1,4-2 51,3 2 0,6 2 0,5 1 0,6-2-113,6-3 1,5 4 0,8-4 0,5 3-209,8 2 1,2-5 0,6 1 0,-3 0-50,-7 3 1,-13 1 0,-15 0 0,-12 0-67,-9 0 0,-13 1 0,-8 3 165,-8 0 1,-11 6 0,-5-5 0,-3 0 22,-2 1 0,-1-4 0,-2 2 0,-3 0-123,-2 0 1,3-2 0,-3 4 0,2-1-308,3 0 1,7 0 0,2-4 416,3 4 0,32-16 0,14 1 0</inkml:trace>
  <inkml:trace contextRef="#ctx0" brushRef="#br0">26141 5021 8162,'0'-14'-522,"0"0"170,0-1 0,-2 1 0,-3 0 440,-4-1 0,-4 2 0,-1 4 0,-1 2 263,1 1 0,-1 4 0,1-2 230,0 2 1,4 2-305,0 0 1,9 0 0,1 0-313,8 0 0,11 6 1,5 4-1,5 3-147,4 1 1,4-1 0,6-2 0,0-1 181,1 1 0,19-12 0,13-4 0,-22 1 0,0 1 0,1 0 0</inkml:trace>
  <inkml:trace contextRef="#ctx0" brushRef="#br0">12560 3770 8336,'-15'8'-169,"1"-3"1,-1 1 0,3 0 0,0 1 2478,3-1-2539,-1 5 0,4-4-1468,6 2 1697,13-2 0,41-39 0,15-8 0</inkml:trace>
  <inkml:trace contextRef="#ctx0" brushRef="#br0">12042 2604 8467,'6'-22'-201,"-4"-4"0,4 7 0,-1 2-188,0 1 0,4 1 0,-2 2 440,1 4 1,1 2-52,6 7 0,-1 7 0,0 1 0</inkml:trace>
  <inkml:trace contextRef="#ctx0" brushRef="#br0">26443 5338 6125,'8'0'2310,"-2"0"-1881,-6 0 0,-5-2 0,-1-1 8,-2-2 1,-2-1 0,-4 3-239,0-2 0,-1 0 1,1 4-1,0-3-9,-1 0 0,1-1 0,-1 3 1,1-1-38,0-2 0,-1-1 0,1 3 0,-1-2 11,1 2 0,0-4 0,-1 2 20,1 2 0,-1-3 0,1 1-603,0 2-547,6 1 831,1 2 1,7 7 0,0 2 0,2 4-59,3 1 0,-2 1 0,5 1 1,-2 1-86,-3 3 0,4 4 0,-2-4 0,-2 1 108,-2 0 0,1 3 0,1-5 1,2 0 91,-2 2 0,-1-5 0,-2 3 120,0-3 0,0-1 0,0-1 96,0 0 1,0 1 0,1-2-89,4-4 1,-2 2-20,7-6 0,-5 5 213,4-5 1,-5 1 162,0-1 0,-8-4 0,-6 6 0,-3-2 222,-1-1 0,-1 3 0,-1-4 0,-1 2-190,-2-2 0,0-1 0,4-1 0,-1 2-286,-3 2 1,3 0 0,-3-5 0,3 0-285,1 0 0,1-2 1,0-1-1,-1-3-672,1-2 1,4 0-1,2-3-1218,2 1 1,3 2 2020,8-2 1,41 10-1,16 8 1</inkml:trace>
  <inkml:trace contextRef="#ctx0" brushRef="#br0">19667 5209 8369,'-8'-2'178,"3"-3"0,5 2 0,6-5 0,9 0 16,7 0 0,7 3 0,3-3 0,3 0-162,2 0 1,1 5-1,4-2 1,-4 4-46,-4 1 0,-6 0 0,-2 1 1,-5 4-71,-5 5 0,-5 2 0,-11 3 1,-2 1 11,-3 3 1,-4 2 0,-9 4 0,-3-1-83,-1 2 0,5 1 0,-4 2 0,2-2 93,-1-3 1,8 2 0,7-7-1,3-2 39,2-1 0,0-1 0,2-3 0,3 0 68,4-3 1,9-6 0,3 2 0,-1-2 120,1 2 0,3-3 0,-5 4 0,-1-1 139,-2 0 0,-7 6 0,-1-1 1,-1 2-130,-4 3 0,-1-1 0,-2 2 0,-2 2-38,-3 1 1,-4 0 0,-9-4-1,-3-1 41,-1 0 1,-2 4 0,-5-2 0,0-3-37,1-1 1,-3 1 0,-2 0 0,-6-2-159,-2-1 1,4-5 0,2 3-1,1-2-149,1-3 1,1-1 0,8-2-1,5 0-1765,3 0 533,1 0 1394,7-7 0,41-13 0,24-6 0,3-5 0,0 0 0</inkml:trace>
  <inkml:trace contextRef="#ctx0" brushRef="#br0">23594 5021 8187,'-8'0'-2096,"-5"2"2025,4 3 0,1-2 1,-2 5 195,-1-2 0,3 1 1,-2-4 128,-1 2 0,0 1 0,0-3 178,1 2 1,2 2 87,-1-3 1,2 0-353,7 5 1,8-4 0,5 3-1,6 0 1,4-2-113,2 1 1,4 2 0,5-2 0,2-1-54,1 1 1,5 2-1,-4-2 1,5-1 83,5 0 1,2 4 0,4-4 0,-1 2 29,1 4 0,-3-4 1,2 0-1,0 0-372,-2-1 1,-1 1 0,-7 4 254,0-3 0,-13-44 0,-3-6 0</inkml:trace>
  <inkml:trace contextRef="#ctx0" brushRef="#br0">23522 5755 8521,'-14'0'-1974,"0"0"2095,-1 0 0,1 0 0,-1 0 189,1 0 1,4-1 0,1-3 148,-2 0 0,4-7-234,2 1 1,5 2 0,5 0 0,5 0-24,3 0 1,6 5 0,2-2-1,1 3-147,4 2 0,1 0 0,0 0 0,-2 0-135,-1 0 1,-6 2 0,1 1 0,-3 4-97,-1 1 0,-6 1 0,-1 6 161,-1-1 0,-3 0 0,-5 1 1,-4-1-4,-5 0 1,2-1 0,-1-2 0,-2-1-72,-2 1 0,-2 2-13,1 1 0,6-4 0,3 0 193,4 1 1,2 0 0,4 0-1,5-1 53,2 1 1,0 0 0,-1 0 0,2-1-90,-2 1 0,0 2 1,2 1-1,-4 1-8,-4-1 1,-3 5 0,-2 0 0,0-1-12,0-2 0,-7-2 0,-4 1 0,-5-1 123,-3 1 0,-2-1 0,2-1 0,-3-2 18,-1-1 0,1-7 0,4 1 0,-3-2-259,-1-2 1,5 0-1,-3 0 1,4 0-132,2 0 1,0-2-1,-1-1 1,2-3-1707,4-2 1406,2 5 0,14-5 0,4 5 0,7-2 513,6 2 0,35 1 0,9 2 0</inkml:trace>
  <inkml:trace contextRef="#ctx0" brushRef="#br0">23954 5842 8215,'1'9'199,"4"1"-18,5 1 1,-2 2 0,1 1 0,3 2-210,0 3 1,3 4 0,-2 5-243,-4 1 1,4 6 0,-3 4 0,2 1 0,1-2-221,-3-4 0,1-4 0,-6-3 490,-2-3 0,18-29 0,3-12 0</inkml:trace>
  <inkml:trace contextRef="#ctx0" brushRef="#br0">24184 5856 8014,'-6'8'20,"-1"6"1,-4-1-1,2 8 195,-3 6 0,-7 0 1,-5 13-1,-3 5-509,-2 6 0,2-1 1,1-2-1,4-4 294,1 0 0,9-14 0,5-3 0</inkml:trace>
  <inkml:trace contextRef="#ctx0" brushRef="#br0">24630 5942 7480,'6'-1'488,"-6"-4"0,-6 2-310,-8-7 1,-1 7-1,1-2 1,1 2 69,4-2 0,-4 4 1,3-4-1,-1 2 106,1-2 1,-2 3-1,2-4-124,-3-1 0,-1 6 1,1-6-71,3 1 0,-2 4 79,2-2-343,4-4-361,-7 6 269,11-4 0,-4 12 0,6 4 113,0 2 0,-5 4 0,0 2 0,2 1 37,2-1 0,1 3 1,0-1-1,0 1 43,0 0 0,4-2 0,3-3 0,1 2-20,3 1 0,0 0 0,0-5 0,-1 1 16,1-1 1,2 1 0,0-1 0,-2 0 25,-2 1 0,-1-6 1,2 1-1,-5 1 156,-4 2 0,-1 1 1,-1 1-35,-4-1 0,-3 0 1,-6 1-1,-1-1-84,1 1 1,-1-6 0,-1 1 0,-1-1-37,-2-1 0,0 4 1,4-8-1,1 1-571,-1 2 0,1-6-578,0 4 0,4-3 0,2-4 1128,2-3 0,-31-60 0,17 21 0,0 1 0</inkml:trace>
  <inkml:trace contextRef="#ctx0" brushRef="#br0">23321 5626 8121,'14'-29'0,"-1"2"0,-3 1 0,-6 4-187,-2 1 0,-2-3 0,-2 7 289,-2 4 1,-4 8 0,-8 15 0,-4 9-40,-3 6 1,-5 12-1,0 6 1,0 8 14,4 5 1,-1 3 0,7 2 0,4 2 38,3-3 0,7 4 1,1 2-1,8 1-160,9 2 0,12 3 1,11-12-1,3-4 43,5-6 0,0-35 0,12-6 0,2-1 0,3 1 0,1 0 0,-1 0 0</inkml:trace>
  <inkml:trace contextRef="#ctx0" brushRef="#br0">24501 5798 8099,'24'-28'0,"0"-1"-45,1 0 1,2 2 0,2 3 0,0 6 654,0 7 1,-2 10 0,-3 15 0,-5 16 26,-3 14 1,-8 19 0,-3 14-1,-5-35 1,-2 1-622,-2 2 1,-1 1 0,-2 2 0,-2 0 0,-6 4-1,-1 1 1,0 1 0,-1 0-530,-2-2 1,-1 0-1,3-5 1,-1-2 0,-15 29 512,2-10 0,15-15 0,3-14 0</inkml:trace>
  <inkml:trace contextRef="#ctx0" brushRef="#br0">29032 5295 22045,'29'0'-152,"0"0"1,1 1-1,6 3 1,8 0-237,12 0 0,10-3 1,12-1-1,-36 0 0,1 0 458,1 0 1,1 0 0,3 0-1,0 0 1,-2 0 0,-1 0-27,0 1 1,0-2-1,8-4 1,1-3-1,1 0 1,0 0-1</inkml:trace>
  <inkml:trace contextRef="#ctx0" brushRef="#br0">29306 5971 8145,'-8'-14'0,"1"-1"-26,1 1 0,4 0 0,-2-1 0,2 1 619,2-1 1,2 1 0,1 0 0,3-1-342,2 1 0,2 4 0,6 1 0,1-3-103,3 0 1,0 4 0,-2 1 0,3 2-108,1 1 1,-3-1 0,4 5-1,-3 0-55,-2 0 0,-4 6 1,-4 4-1,-5 3-76,-4 1 1,-7 5-1,-5 2 1,-5 0-2,-3 0 1,-5-1-1,3-2 1,0 1-117,0-1 0,7-2 0,6-2 1,2 2 66,2 3 1,3-3 0,2 3 0,6-3 50,7-1 0,2 6 0,8 1 0,2 2 183,1 0 1,0 0 0,-1 5 0,-4-1 100,-1 1 0,-8 0 0,-9 0 0,-2 0 209,-2-1 1,-2-4-1,-4-1 1,-8-2-70,-9-4 1,-4 4 0,-3-2 0,-4-1-227,-4-2 0,-4-4 0,-1 0 0,0-3-593,0 2 1,-5-3 482,0 2 0,1-21 1,-5-7-1,-2 1 1,1 1-1</inkml:trace>
  <inkml:trace contextRef="#ctx0" brushRef="#br0">22587 10172 8119,'-14'0'-401,"-5"-4"1,-1-3 0,3 1 224,1-1 1,1-2 0,1 4 216,0 2 1073,6-5-885,1 0 1,14-5-1,2 4 1,6 4 14,4 3 1,-2 2 0,7 0 0,4 0-32,4 0 1,6 2-1,8 1 1,5 2-100,5-2 1,7-1-1,17-2 1,-36 0-1,3 0-91,4 0 1,2 0 0,8 0 0,2 0 0,5-1 0,2 0 0,4-1 0,2-1-429,-22 1 0,0-2 0,1 1 1,6-3-1,0 0 0,1 0 405,0 0 0,0-1 0,1 1 0,2-1 0,1 0 0,0 0 0,-4 1 0</inkml:trace>
  <inkml:trace contextRef="#ctx0" brushRef="#br0">6100 10777 7597,'0'-7'628,"0"7"1,5 8 0,-1 12-1,1 4-489,2 3 0,-4 9 0,5 8 0,0 10-47,0 12 0,1 4 0,-2-27 0,1 2 0,-1 3 1,0 1 104,1 4 1,-1 1-1,-2 7 1,-1 2 0,1 2-1,0 1-192,0 2 1,1 1-1,0 6 1,-1 0-1,1-1 1,-1-1-1,-1 4 1,0 0-1,-1-23 1,0 0-1,-1 1 99,1 1 0,0 1 0,-1-1 0,1 24 1,-1 0-1,1-24 0,-1 0 0,1 0 1,-1 0-1,1 0 0,-2 0-108,1 0 0,-1 1 0,0 0 0,-1 1 0,1 1 0,-1-1 0,0 1 0,0 1 0,0-1 1,0 1-1,0 0 0,0 1 39,0-2 1,1 1 0,-2 0 0,0-1 0,-1 1 0,-1 0 0,0 2 0,-1 0 0,0 1 0,-1-1 0,-1 1 0,1 0-38,-1 1 1,-1 1 0,0-2 0,1-2 0,-2 0 0,2-1 0,0 1 0,0 0 0,0 0 0,0-3 0,-1 0 0,1 0-60,0-2 1,0 0-1,0 0 1,0-1 0,1 0-1,-1-1 1,-2 25 0,0-2-1,0-3 1,0-1-216,1-5 1,1-2 0,3-6-1,1-2 1,0-5 0,-1-2 0,2-2-1,1-2-175,0-3 0,0-2 0,1 30 0,4-14 0,5-10-379,3-8 1,1-11 0,0-10 0,1-5-913,-1-4 1742,1-4 0,5-6 0,3 0 0</inkml:trace>
  <inkml:trace contextRef="#ctx0" brushRef="#br0">1266 13482 7985,'14'0'93,"1"0"1,1 0 134,3 0 1,-2-7-1,7-1 1,3-1-44,5-1 1,2 2-1,9-3 1,7 1-263,4-1 0,10 0 1,3 0-1,5 3 64,5 1 0,-37 4 0,1 0 0,4 1 1,0 1-2,0-1 0,1-1 1,3 0-1,0 0 0,-2 1 1,1 0-1,2-1 0,1 0 1,3 0-1,1 0 91,4 0 0,2-1 0,-2-1 1,0-1-1,6 1 0,1 1 1,0-2-1,-1 0-57,1 1 0,1 1 0,7-2 1,1 1-1,-1 1 0,2 1 1,1 0-1,1 0 66,-2 0 1,0-1 0,3 1-1,2 0 1,-1 1 0,1 1 0,-25-1-1,1 0 1,-1 1-149,4 0 1,-1 0 0,0 0-1,-3 0 1,-1 1 0,0-1 0,4 1-1,0-1 1,1 1 0,-2-1 0,0 0-1,0-1 94,0 1 1,1-1-1,0 1 1,0-1-1,0 0 1,0 1 0,2 0-1,1 2 1,-1-1-1,0 0 1,1 0 0,-1 0-3,-1 0 0,-1 0 1,1 0-1,0 0 0,1 0 1,0 0-1,0 0 0,0 0 1,1 0-1,1 0 0,1 0 1,1 0-2,2 0 1,0 0-1,0 0 1,-3 0-1,-1 0 1,0 0-1,2 0 1,-1 0 0,1 0-1,-1 0 1,0 0-1,0 0-7,0 0 1,1 0-1,1 0 1,1 0-1,0 0 1,0 0-1,0 0 1,0 0-1,0 0 1,-1 0-1,0 0 1,-1 0 3,-3 0 0,0 0 1,-1 0-1,1 0 0,0 0 1,0 0-1,-1 0 1,0 0-1,1 0 0,0 0 1,1 0-1,0 0 25,1 0 0,0 0 1,-1 0-1,-3 0 1,-1 0-1,1 0 1,0 0-1,1 0 0,0 0 1,-2 0-1,-1 0 1,1 0 21,-2 0 0,1 0 0,-1 0 0,3-1 0,1-1 0,-1 0 0,1 0 0,-1 1 0,1-1 0,0 1 0,0 0 1,-1 0 36,-1 0 1,0 1 0,-1-1-1,-1 0 1,0-1 0,0 1 0,1-1-1,-1 0 1,1 1 0,0 0-1,-1-1 1,1 2-25,-1-1 1,1 0 0,-1 1-1,-1 0 1,-2 0 0,1 0-1,25 0 1,0 0 0,-3 0-1,1 0-55,-1 0 1,1 0 0,0 0-1,1 0 1,-2 0 0,-1 0-1,-2 0 1,-1 0-55,-3 0 1,-1 0 0,-4-2 0,0-1 0,1 1 0,0-1 0,-2 1 0,0 0 94,-1-2 0,-1 1 0,-3 2 0,0-1 0,1-2 0,-2 0 0,-1 0 0,-2 0 172,-2 0 1,0 0-153,-2 0 0,0-2 0,1 0 1,0-2-1,-1 1 0,-1 0-56,-3-1 0,0 1 1,-4 2-1,-1 1 1,36-4-1,-3 1-137,-4 4 0,-14 2 0,-1 1-959,-5 0 448,-9 0 1,-2 6-1,-7 2 1,-1 1-603,-1 1 1,-9-5 0,-3 3 1213,-3-2 0,5-1 0,1-5 0</inkml:trace>
  <inkml:trace contextRef="#ctx0" brushRef="#br0">16084 12921 7825,'8'-2'-1009,"-3"-3"1,-2 4 983,2-4 155,-3 3 0,4 1 169,-6-4-242,0 3 1,-5-6-1,-1 5 4,-2-2 1,3 0 70,-5 5 1,1 0 0,-5 0-20,-1 0 1,1-1 0,-1-2 103,1-2 1,0 0 0,-1 5 0,1 0 118,-1 0 0,6 0 0,-1 0 311,-1 0 1,-2 0 669,-1 0-446,-1-6-608,7 4 0,13-4 0,11 6 0,5 0-51,5 0 0,1 0 0,3 1 0,4 2-154,4 2 1,-3 2 0,0-4 0,-1 3-137,0 2 0,-6 0 0,-5 3 0,-2-1 39,-4 1 0,-3-3 0,-4 2 114,-5 1 1,-12 7 0,-7 1 0,-8 0 63,-5 2 0,-9-2 0,-2 8 1,-4 3 53,-1 1 1,7-1-1,2-1 1,4 0 73,1 0 0,8-2 1,7-3-1,7-5-257,6-3 0,12-2 1,5-1-1,6-3-95,9-6 1,-1-2-1,8-2 1,4-2-890,4-2 1,1 2 973,5-3 0,-24 4 0,-3 1 0</inkml:trace>
  <inkml:trace contextRef="#ctx0" brushRef="#br0">5855 9568 8111,'-6'-14'138,"3"-1"313,-7 1 1,5 1 0,-3 2 118,2 1 0,-5 1-351,1-6 0,-3 7 0,-1 4 1,0 2-106,-1 2 0,1 2 0,-1 2 0,-1 6-179,-3 3 1,3 8 0,-1 4 0,4 6-95,3 2 1,5 7 0,-3-2-1,2 2-34,3-1 0,3-4 0,6-6 0,7-2 69,5-3 1,7-5 0,-1-9 0,3-6 268,2-2 1,-5-10 0,-2-5-1,-1-6 158,-3-3 1,-7 3 0,-3-5 0,0-2-62,0-1 0,-5-7 0,2 1 1,-3 2-176,-2 6 0,0-2 0,0 3 1,0-2-46,0 2 1,-2 5-158,-3 9 1,4 7 0,-4 11 0,3 10-38,2 7 1,2 7 0,3 11 0,4 0-313,4 1 0,6 5 0,2 4 1,1 1 483,4-1 0,15-15 0,9-1 0,4 1 0,1-1 0</inkml:trace>
  <inkml:trace contextRef="#ctx0" brushRef="#br0">6330 9165 8095,'5'-14'-37,"0"0"0,-1-6 0,-4 1 0,0 2-104,0 1 0,0 1 1,0 1-1,-1-1 1455,-4 1 1,2 6-932,-7 3 0,2 5 0,-3 7 0,3 9-39,2 11 1,-4 5-1,4 11 1,-1 6-48,1 6 0,-4 9 0,5 1 0,2 2-231,2 1 0,-4-1 0,0 3 0,3-3-799,6-4 1,4-11-1,6-5 1,2-7-1020,3-7 1,2-10 1751,3-9 0,29-44 0,1-18 0</inkml:trace>
  <inkml:trace contextRef="#ctx0" brushRef="#br0">6560 9453 8131,'0'-10'756,"0"1"0,7 6 0,2-2 0,4 3-369,1 2 0,2-5 0,2 1 1,1 0-220,-1 3 0,-1 1 0,1 0 0,1 0-44,-1 0 0,-2 0 1,-2 1-1,-1 4-163,-4 5 1,-2 3 0,-7 3 0,-3 3-277,-7 5 1,-6 5 0,-13 4-1,0 4 138,1 0 0,-1 3 1,2-7-1,3-1-9,5-1 1,4-9-1,6-3 54,4-3 0,10-8 0,6-3 0,5-5-49,3-5 0,7-1 0,-3-5 0,3 1-584,-2-1 1,6 3 764,-6-2 0,32-31 0,-1-14 0</inkml:trace>
  <inkml:trace contextRef="#ctx0" brushRef="#br0">7092 9079 8098,'15'-2'156,"-1"-1"178,1-2 0,1 1 0,1 5 1,4 6 490,1 7 0,-4 15 0,3 15 0,-4 14-454,-2 12 0,-4 10 1,-11-35-1,-2 1 1,0 2-1,0-1-558,-3 0 1,0 0-1,-1 1 1,-1 0-1,0-5 1,0-1 186,-8 33 0,-25-59 0,-6-23 0</inkml:trace>
  <inkml:trace contextRef="#ctx0" brushRef="#br0">647 16805 8242,'-22'13'123,"3"-3"31,3-5 0,8-5 1,6-7-1,10-7-7,11-9 1,12-5 0,5-4-1,6-3-223,7-2 0,12-8 1,-27 18-1,1 0 1,3-3-1,1-1 10,3-2 0,2-1 0,2-1 1,1-1-1,3 0 0,2-1 0,1-1 1,0-1-82,1-1 1,2-1 0,3-4 0,0 0 0,1 0-1,0-1 1,0 0 0,0 1 202,0-1 0,1-1 0,-18 15 0,1 0 0,0-1 1,4-3-1,1-1 0,0-1 0,2-1 0,1 0 1,0-1-165,1 0 0,1-1 0,0 0 0,5-3 0,0-1 0,1 0 0,0 0 0,1 1 0,0-1 0,3-2 0,2-1 0,-1 1 107,-14 10 1,0 0 0,0-1 0,1 1 0,2-2 0,0 1 0,0-1 0,1 0-1,1-1 1,0 0 0,0 0 0,0 0 0,0 1 0,0-1 0,-1 1 0,2 0-139,0 0 1,1 0-1,-1 0 1,1 0 0,0-1-1,-1 1 1,1 0-1,1 0 1,1-1 0,1 0-1,1 0 1,-1 0-1,1 0 1,0 0 0,0 0-1,0 0 102,0 1 1,-1-1 0,1 0 0,-1 1 0,1 0 0,1 0-1,-1 0 1,1 1 0,-3 1 0,0 1 0,0 0 0,1-1-1,1 1 1,-1-1 0,1 0 0,1 0 35,0 0 1,0 0-1,1 0 1,0 0 0,1-1-1,-1-1 1,1 1 0,0 1-1,-1 0 1,1 1 0,-1-1-1,0 1 1,0 1 0,-1-1-1,1 0 1,-1 1 89,2-1 0,0 1 0,0-1 1,-1 1-1,1 0 0,-1 1 0,0-1 1,1 1-1,1-1 0,0 1 0,1-1 1,-1 0-1,0 1 0,-1-1 1,1 1-1,-1 0 32,0 0 1,0 1 0,-1 0 0,1 0 0,0 0 0,1 0 0,-1 1 0,0 0 0,-2 2 0,0 1 0,-1 0 0,1-1 0,0 0 0,-1 1 0,1-1 0,0 1-45,0 0 1,-1 1 0,1 0 0,0-1 0,-1 1 0,-1-1 0,1 1 0,-1 0 0,-2 1 0,0 1 0,0 1 0,-1-1 0,-2 1-1,0 0 1,0 0 0,0 1-124,16-8 1,-1 2-1,0-1 1,-2 2-1,-1 0 1,0 1-1,-4 0 1,0 1-1,-1 0 1,-1 1-1,-2 1 1,1-1-219,-2 2 0,0-1 1,-2 1-1,-4 2 0,-2 0 1,-1 0-1,22-9 1,-2 0-1,-5 2 0,-2 1-555,-5 1 0,-1 1 819,-5 4 0,-2 1 0,-3 1 0,-1 1 0,-2 0 0,-2 0 0,2-4 0,-1 1 0</inkml:trace>
  <inkml:trace contextRef="#ctx0" brushRef="#br0">12545 9539 7994,'-1'-9'-147,"-4"1"139,-5 1 1,-1 15 0,0 13-1,3 11 99,1 11 1,-2 7 0,2 11 0,1 6-53,0 10 0,-4-1 0,5 1 0,2-3-39,1-3 0,13-29 0,4 1 0,1 1 0,0 0 0</inkml:trace>
  <inkml:trace contextRef="#ctx0" brushRef="#br0">12818 9913 8021,'0'-14'748,"-1"1"-766,-4 4 1,2 4-1,-5 10 1,0 8 221,0 9 0,3 3 0,-3 14 1,2 1-1700,3 1 1495,1-4 0,8 11 0,2-3 0</inkml:trace>
  <inkml:trace contextRef="#ctx0" brushRef="#br0">12747 9770 8021,'-8'-29'-165,"-4"2"0,8 1 0,0 2 669,3-1 0,1 4 0,1 3 1,4 7-533,5 6 0,4 4 0,5 1 0,5 1-394,3 4 1,1 3 0,-1 6 421,2 1 0,9 11 0,7 7 0,8 2 0,1 0 0</inkml:trace>
  <inkml:trace contextRef="#ctx0" brushRef="#br0">13149 9899 8021,'-14'2'759,"0"2"0,4-2 1461,0 3-1578,7-4 1,-2-2-364,10-4 1,3-1 0,7-5 0,-1 1-3,0-1 1,2-2 0,2-1-1,1-1-28,-1 1 0,-2 1 1,-2 2-1,0 3-267,1 1 0,-6 3 1,1 4-384,1 0 0,-3 6 0,0 4 0,-1 4-846,-4 5 0,-2 2 0,-1 5 0,2-2 1247,3 1 0,-4 21 0,6 7 0</inkml:trace>
  <inkml:trace contextRef="#ctx0" brushRef="#br0">13538 9957 8021,'6'-23'-21,"-3"1"1,7 4-1,1-1 468,2 2 0,3-4 0,2 2 1,1 1 52,-2 2 1,-1 3-1,-1 2 1,-1 1 5,0-1-439,-6 5 0,-4-1 0,-12 9 0,-8 4-78,-5 9 0,-3 1 1,-5 8-1,0 1-177,1 3 0,5 0 1,4 1-1,3-2-147,2-3 0,4 3 0,2-4 0,2 1-298,2 0 1,9-7 0,6 1 0,7-5-305,6-4 1,3-5 936,2 0 0,-7-2 0,-1-2 0</inkml:trace>
  <inkml:trace contextRef="#ctx0" brushRef="#br0">13883 9870 8021,'-8'15'-629,"2"-1"478,-1 0 1,6 1-1,-4-1 1,3 1 549,2-1 0,0 0 0,0 1 0,0-1-544,0 1 0,0-1 0,2-1 0,3-2 152,4-1 1,4-7-1,1 2 69,1-4 0,-2-2 1,-4-4 526,-4-5 0,1-3 0,-1-1 90,-2 0 0,-7-1-605,-6 1 0,-3 6-608,-1 3 1,6 5 87,3 5 0,3-2 1,2 7-187,0 1 1,0-3 381,0 1 1,7-5-1,2 0 158,4-2 0,2-4 0,-1-1 137,0-2 0,1-6 0,-1 2 0,2-4 116,3-2 0,-3 3 0,4 0 1,-4 4-166,-2 2 0,0 1 0,1 5 81,-1 0 1,-4 2 0,-2 3 366,-2 4 1,-1 4 0,-5 1 101,0 1 1,0-6 0,-2-1 124,-3-1 1,2-4 0,-5-8-328,2-4 1,1-4 0,5-3-1,0-2-183,0-1 0,0-2 0,2 4 0,2-2-413,6 1 1,3 2 0,3 2 0,1 1-1615,3 3 0,7 4 1852,2 6 0,44 0 0,-27 0 0,-1 0 0</inkml:trace>
  <inkml:trace contextRef="#ctx0" brushRef="#br0">14761 9913 7871,'1'-14'0,"2"0"53,2-1 0,6 6 0,-1-1 0,4 1 130,6 1 0,2 1-183,7 7 0,32-13 0,7-3 0</inkml:trace>
  <inkml:trace contextRef="#ctx0" brushRef="#br0">15365 9324 7794,'13'-23'0,"-2"4"216,-1 3 1,-6 3 0,6 4 228,1 4 1,0 11 0,-1 10 0,-5 11-196,-4 10 1,-1 6-1,-1 5 1,-4 3-221,-5 1 0,-3 2 0,-2-6 0,-3-2 52,-1-1 1,0-10 0,6-6 0,3-8 87,5-5 0,5-10-56,5-6 0,5-8 0,7-9 0,4-3-23,2 3 0,2 1 0,7 1 0,2 1-132,-2 0 0,3 6 0,-2 3 1,-2 3-74,-6 2 0,1 7 0,-9 4 0,-2 5-213,-4 3 0,-9 5 1,-2-3-1,-10 1 190,-8 4 0,1-1 0,-9-1 0,-2-5 108,-4-3 0,-2-1 1,4-1-1,-1 1-24,2-1 0,-1-1 1,11-4-1,1-4-1081,2-3 1,4-4 1133,2-3 0,33-17 0,18-8 0,3-6 0,0 1 0</inkml:trace>
  <inkml:trace contextRef="#ctx0" brushRef="#br0">15854 9669 7889,'-13'9'-96,"2"-1"173,2-1 1,-1 4 0,-3-1 228,4 2 1,-3 3 0,8-1 0,0 1 1,3-1-1,1 0-56,0 1 1,6-7 0,4-3-140,3-4 1,1-1-1,0 0 1,1-1 79,-1-4 0,0 3 0,1-4-100,-1-1 0,1 6-251,-1-4 0,-4 5 0,-2 5 0,0 3-544,0 0 1,-4 5 0,6-4-1,1 4 703,2 1 0,40 1 0,9-1 0</inkml:trace>
  <inkml:trace contextRef="#ctx0" brushRef="#br0">16386 9252 7889,'0'14'259,"0"0"0,0 2 0,0 5 252,0 8 0,0 0 0,0 6 0,0 0-354,0 3 1,0 2 0,0 0 0,0-3-267,0-2 0,0-8 0,0-6 160,0 0 190,7-5 1,-6-3-1,4-13-174,-3-8 1,-9 0 0,-2 0-1,-6 1 84,-4 4 1,2 3 0,-7 5 0,-2 5 279,-1 2 0,-2 4 0,2 2 1,5 1 62,7-1 1,7-2 0,10-2 0,4 1-585,9-1 1,7-4 0,12-2 0,2-2-1262,1-3 1351,5-1 0,-6-23 0,3-9 0,6-2 0,1 0 0</inkml:trace>
  <inkml:trace contextRef="#ctx0" brushRef="#br0">647 14906 7772,'-9'0'748,"-1"0"-588,7 0 0,-4-1-24,7-4 0,2 3 0,3-4-54,4-1 1,-1 6 0,2-4 23,1 3 0,-3 1 1,2-2-68,1-2 0,2 0 1,1 5 16,1 0 1,-1 0-1,0 0-91,1 0 1,-6 0-1,1 0 1,1 0-1,2 0 58,1 0 0,1-5 0,-1 0 0,0 2 2,1 2 1,-6 1 0,1 0 35,1 0 0,2 0-13,1 0 0,-4 0 0,-1 0 12,3 0 1,-4 0-40,1 0 0,1 0 0,4 0-2,1 0 0,-6 0 1,1 0 15,1 0 1,2 0 0,1 0 0,1 0 50,-1 0 1,2 0-1,2 0 1,2 0 31,3 0 0,1-5 0,6 0 0,4 2 3,4 1 1,7-3-1,6-1 1,6-2-19,3-3 1,5-2 0,2-3 0,5-1-93,5-3 0,-4 1 0,4 5 0,-3-1 16,-2 1 0,1 0 0,2-1 1,2 2-24,-2 4 1,-6-2 0,-2 6 0,3 2 1,6 1 0,-1-3 0,5 0 0,-2 2 31,-3 2 0,5 1 1,0 0-1,1-2-6,-40 0 0,0-1 0,40 2 1,-38-2-1,1-1 0,-1 2 0,0-1-2,0 1 0,0 0 0,0-3 1,-1 0-1,0 2 0,-1 0 0,39-5-1,-1-3 1,-37 4-1,0 1 1,1-1-1,-1-1 1,2 1-1,0 0-37,-2 0 1,1 0-1,0-3 1,0-1-1,-2 0 1,-1-1-1,3 0 1,1-1 15,1-2 1,1 1-1,-4 2 1,-1-2-1,2-2 1,-1-1-1,-2 1 1,0 0 16,-2-1 0,-1 0 1,0-1-1,-1 0 0,0-3 1,0 0-1,35-19 31,-4 2 0,-3-1 1,-7-5-1,2-3-10,4-1 0,-11-6 0,1 1 1,-6-3-26,-4-1 1,2-3 0,1 0-1,2-4-34,-2-2 1,1 1-1,-24 30 1,0 1 0,1 0-1,1-1-24,1-1 0,0-1 0,-3 1 0,0 0 0,1-3 0,0-1 0,-1 2 0,-1 0-12,-1-1 1,1 1 0,0-4-1,1 1 1,-1 1 0,0 0 0,1-1-1,-1 0 24,-1 0 0,0 1 0,-1 1 1,0 1-1,1-2 0,1 0 0,-1 0 1,1 0 27,-1 0 0,1 0 1,0 5-1,-1 0 0,1-1 1,-1 0-1,21-33 63,-4 4 1,4-4 0,-4 7-1,2 1 38,-1 2 0,4 6 0,-2 2 0,6 1-93,-1 4 1,-1 3 0,0 4 0,1 6-15,2 2 0,-5 9 0,-6 3 0,-2 4-6,-3 6 0,-2 2 0,-1 7 1,-2 0 16,-3 0 0,3 0 1,-4 0-1,1 2 48,0 3 0,0-2 0,3 5 0,-2 0 17,-1 0 0,2 0 0,6 2 0,3-4 45,2 0 1,-3-2-1,2 4 1,1-2-63,0-3 1,1-1-1,4-2 1,-2 0-1,-2 0 0,0 0 1,6 0-1,0 0 36,4 0 0,-3 0 0,5 0 1,-1 0 0,4 0 1,4-5-1,4-1 1,3-2-7,2-4 0,-4 0 0,5-3 0,5 1-23,8-1 0,-5 1 0,-34 7 1,0 0-1,35-8 8,1 1 1,-3 4 0,2 1-1,-2-1-24,-2 2 0,0 0 0,0 5 0,1-2-29,4 2 0,-8 1 1,3 2-1,-2 0-1,0 0 1,4-1 0,1-3-1,2 0 29,-2 0 0,-2 1 0,-1 0 0,0-2-2,0 2 1,0 1-1,0 1 1,-2-2 39,-2-2 0,2 0 1,-5 5-1,3 0 16,-1 0 0,-7 2 1,3 1-1,-1 2 20,5-2 1,-6 0 0,8 0 0,-5 2 23,-2-2 1,2-1 0,-5-2 0,0 0 41,-3 0 0,-1 0 1,1 0-1,-2 0-43,-1 0 0,-7 0 0,2 0 0,-5 0-26,-5 0 0,2 1 1,-6 3-1,-2 2-33,-2 2 0,-2-5 0,-3 4 0,-1-3-20,2 1 0,1 0 1,2-5-1,-2 0 42,-3 0 0,3-2 1,-3-1-1,3-3-53,2-2 1,-7 5-1,-3-4 1,-1 2-42,1 1 1,-8-1-1,4 3 75,-2-3 303,-7 4-20,0-6-65,-6 7-5866,0 0 4114,0 7 1,0-4 0,0 7 1446,0 1 0,-12-30 0,-4-7 0</inkml:trace>
  <inkml:trace contextRef="#ctx0" brushRef="#br0">14128 10906 8030,'-15'0'0,"1"0"152,0 0 1,-1-1-1,-1-3 183,-3 0 0,3-1 0,-3 5 0,3 0-44,1 0 1,-4 1 0,-2 4-150,-1 5 1,4 4 0,-2 5 0,1 7 0,-1 4 17,3 4 0,2 11 1,6-2-40,4 2 1,3-2 0,6-5 0,5-6 0,10-6-21,7-7 0,9-5 0,5-6 0,5-9 18,3-12 0,-2-3 0,-7-8 0,-6-2 224,-3-1 1,-7-2 0,-6 1 0,-5-1-184,-8 0 0,-2 0 0,-2 2 0,-2 2-154,-2 1 0,-6 6 0,-8-1 0,-1 3-51,2 1 0,-4 7 0,2 2 0,1 1-582,2 0 0,8 2 275,3 8 0,10 3 0,6 5 0,9 0-104,8 1 1,6-3 0,7 8-1,1-3-642,3-1 1,6 4 1097,-3 0 0,-13-6 0,-8-7 0</inkml:trace>
  <inkml:trace contextRef="#ctx0" brushRef="#br0">15106 10604 7811,'0'-27'0,"0"1"-13,0 2 1,0 2 0,0-2 0,-2 3 280,-2 0 1,0 5 0,-5-1-1,-2 6 78,-2 6 0,2 5 0,-2 6 1,-3 9-59,0 7 0,-5 18 0,0 8 0,1 8 121,-1 6 0,2 9 0,4 5 0,2 0-361,4-3 1,-2 5 0,8-37-1,1 0 1,0 0 0,1 1-145,-1 40 0,10-10 0,6-12 0,9-5-1403,4-7 1,11-13 1498,1-11 0,6-25 0,6-9 0,-1-6 0,0 0 0</inkml:trace>
  <inkml:trace contextRef="#ctx0" brushRef="#br0">14041 11007 8272,'-14'0'-27,"4"0"1,1 0 0,-2 0 71,-2 0 0,-2 0 1,1 0 726,0 0 0,-1 0 528,1 0-1136,6 0 0,8 0 0,9 0 0,4-2 60,2-2 0,5 2 1,4-4-1,5 1-122,5 0 0,3-1 1,7 2-1,4 0-1075,5 0 0,9 3 973,5 1 0,-28 0 0,-7 0 0</inkml:trace>
  <inkml:trace contextRef="#ctx0" brushRef="#br0">15264 10949 7694,'-14'0'752,"6"0"0,1-1 1,9-4-344,3-5 1,8 2 0,7 0-253,3 2 0,-4-4 0,5 4 0,0 0 0,0-1-122,0 4 0,-5 1 0,3 2 0,-2 2-69,-8 3 0,-4 4 1,-8 11-1,-1 4-58,-4 3 1,-9 3 0,-10 4-1,-4 3-41,0-1 1,-1 4 0,2-6 0,3-2 272,5-2 1,9-7-1,5-4 1,5-5 5,5-4 1,6-4-1,12-6 1,7-1-364,5-4 0,10-3 1,6-7-1,2 1-1202,0 0 1419,-7-1 0,-3-14 0,2-7 0,0-4 0,1 1 0</inkml:trace>
  <inkml:trace contextRef="#ctx0" brushRef="#br0">15969 10503 8442,'10'-8'1051,"-1"4"0,3 5 0,5 10 0,4 15-126,1 14 0,-4 17 0,1 15 0,-10-31 0,-2 2-729,1 3 0,-2 2 0,-1 1 0,-2 1 0,0 5 0,-1 0 0,-2-1 0,-1-1-538,-4-3 0,0-2 1,0-3-1,-1-1 1,-5-2-1,-1-2 342,-8 37 0,-26-41 0,-11-5 0,-2 1 0,0 0 0</inkml:trace>
  <inkml:trace contextRef="#ctx0" brushRef="#br0">17480 10475 8357,'0'-20'0,"0"1"0,0 2 1,0-4 0,0 0 0,0 0 179,0 1 1,5-6 0,1 4-1,2-1 230,3 4 1,7 3 0,1 3 0,-1 4 83,-2 4 1,-4 18-1,-2 12 1,-5 17-35,-4 14 0,-4 16 0,0-31 0,-2 2-410,-1 2 1,-2 0 0,-4 3 0,0 0-1,0-2 1,0-1 0,-1 0 0,0 0-1,0-2 1,1 0-298,0-2 1,0-1 0,-11 32 0,-2-11 0,2-7-1134,3-6 1240,0-16 1,12-17-1,5-20 1,6-8 239,7-6 1,4-5-1,5-8 1,5-3 23,4-2 0,0 5 1,3-1 2,2 2 0,-1 4 1,7 3-1,-1 5 1,-1 4-73,-4 6 0,-4 2 0,-5 11 0,-5 4-181,-3 6 0,-9 10 0,-7 0 1,-8 5 187,-5 4 0,-9-2 0,-6 2 1,-4-4-29,0-5 1,-3 2 0,0-7 0,0-2-45,0-1 1,-4-3-1,7-2-99,5-1 0,0-7 0,8 2 0,1-5 0,4-5-414,4-4 0,4-6 0,6-2 0,3-4-1762,7-2 2285,6 6 0,27-14 0,13-4 0,2 0 0,1 0 0</inkml:trace>
  <inkml:trace contextRef="#ctx0" brushRef="#br0">18271 10834 8175,'-27'-6'-40,"3"-4"0,-3-1 0,4 2 0,1 2 230,3 1 0,3 4 0,1-1 0,1 8 554,0 9 1,-1 7 0,1 9-1,0 2-409,-1 2 0,2 1 1,4-3-1,4 3-302,3 2 1,2-7 0,2-1 0,3-8-58,4-5 1,11-8 0,3-3 0,5-5-145,0-5 1,-4-8-1,0-9 1,0-4 48,-1-4 0,-2-2 1,-7 3-1,0 0 255,1 0 0,-1 1 0,-1 0 0,-2 4-48,-1 5 0,-6 10 1,4 6-216,-1 6 1,-2 11 0,-5 13 0,1 8-486,4 9 0,-2 8 0,7 0 0,1-1 612,2-3 0,20 9 0,6 2 0</inkml:trace>
  <inkml:trace contextRef="#ctx0" brushRef="#br0">18933 10446 8175,'-13'6'576,"4"4"1,-3 6 0,8 8 0,0 13 66,3 12 1,-4 12 0,-1 16 0,2-37 0,1 1-445,0 2 1,0-1 0,-7 36 0,5-7 0,2-12-267,2-10 0,1-6 0,0-6-473,0-8 0,6-8 225,4-12 1,-4-4-1,-1-10 1,-4-4 220,-1-4 1,-1-1 0,-4 1-1,-6 2 122,-7 1 1,1 7 0,-9-2-1,-3 3 78,-3 2 0,-1 7 0,4 4 0,2 5 202,3 3 1,5 5 0,9-5 0,5-1-217,4-2 1,9-2 0,6-1 0,8-2-928,6-1 1,-4-7 0,-2 2 0,-1-4 834,-4-1 0,-20-57 0,-7-15 0</inkml:trace>
  <inkml:trace contextRef="#ctx0" brushRef="#br0">16746 10964 8401,'6'-15'439,"2"7"1,10 4-1,6 2 1232,10 2-1671,12 0 0,6-10 0,14-7 0,1-1 0,9 0 0,-1-1 0,0 0 0</inkml:trace>
  <inkml:trace contextRef="#ctx0" brushRef="#br0">1165 13136 8079,'-14'0'-26,"-1"0"0,1 0 50,0 0 1,-1 0 0,1 0 307,-1 0 1,6 0 0,-1 0 46,-1 0 0,3 0 0,-2 0 196,-1 0 0,3 5 884,-1 0-68,5 0-87,-2 1-684,6 2 0,2 5-37,2-3 1,0-4 53,5-6 1,1 0-249,4 0 1,-4 0-1,-2-2 81,-2-2 1,5 2-232,-1-3 1,3 2-1,1 0-125,1-2 0,-1 0 1,0 5-1,1-1-36,-1-4 0,0 3 0,2-3 0,2 2-88,1-2 0,5 4 1,-3-6-1,1 3-15,4-1 0,1-5 0,2 5 0,0 1-3,-1-3 0,3 6 0,1-4 0,1 2-14,-1-2 1,4 3-1,-1-4 1,1 1 16,4 0 0,2-4 0,1 2 0,0-1-87,0-3 1,-3-2 0,0-1 0,0 0-18,-4-1 0,-5 7 1,-2 2-1,0 1 33,0 0 0,-7 0 0,-3 5 1,-1 0 78,1 0 1,-3 0 0,3 0 0,-3 0 33,-1 0 1,1 0 0,1 0 0,2 0-92,-1 0 1,0 0 0,-1 0 0,4 0 200,1 0 1,-4 0 0,1 0 0,-1 0-44,1 0 0,-3 0 0,3 0 0,-1 0-36,1 0 0,-3 0 0,3 0 0,-3 0 34,-2 0 0,2 0 1,2 0-1,1 0 60,-1 0 0,-2 0 0,0 0 0,1 0 31,2 0 1,5-4 0,-3-1 0,2 0-111,2-1 1,-2 4 0,0-4 0,3 1-82,1 0 1,-3 0 0,-1 5 0,-1 0 19,0 0 1,-4 0-1,1 0 1,-3 0 35,-2 0 0,1 2 0,-1 1 0,1 2 36,-1-2 0,0-1 1,1-2-1,-1 0-38,1 0 0,4 0 0,0 0 0,-1 0-47,-2 0 0,-2 0 0,0 0 0,1 0 83,-1 0 1,0 0 0,1 0-44,-1 0 1,1 0-1,-1 0 41,0 0 1,1 0 0,-1 0 4,1 0 0,-6 0 1,1 0-47,1 0 0,2 0 1,1 0-46,0 0 0,1 0 1,-1 0-1,1 0-17,-1 0 1,0 0-1,1 0-48,-1 0 1,1 4 0,-1 1 0,0-2 29,1-1 1,-1-2 0,1 2-1,-1 1 6,0 2 1,1-1 0,-1-4-1,0 2 34,1 3 0,-1-4 1,1 4-1,-1-3 17,0-2 1,2 0 0,2 0-1,0 1 10,-6 4 1,8-3 0,-6 3 0,2-4-21,0-1 1,-2 0 0,1 0 0,-1 0 7,0 0 1,1 0-1,-1 0 1,1 0 50,-1 0 1,0 0-1,1 0 1,-1 0 0,1 0 0,-1 0-12,0 0 0,1 0 0,-1 0 29,0 0 0,-4 0 0,0 0-21,1 0 0,2 0 0,1 0-45,0 0 0,-4 0 0,0 0-23,1 0 0,0-1 0,0-3 1,-1 0 33,1 0 1,-3 3-30,1 1 0,1 0-20,4 0 1,-4 0-1,0 0 0,-6 0 47,6 0 1,-5 0 8,4 0 0,-4 0-46,5 0 1,-5 0 13,4 0 0,-4 0 58,5 0 0,-1 0-258,6 0 0,-6 0 0,1 0 251,1 0 1,-3 0 0,2 0 55,1 0 0,-3 0 1,1 0 41,2 0 1,-3 0-1,2 0 13,1 0 1,2-2 0,1-1-181,1-2 1,-1 0 0,1 5 0,-1 0-18,0 0 1,1 0 0,-1 0 0,1 0 32,-1 0 0,5 0 0,2 0 0,0 0 168,-1 0 1,4 0 0,-3 0 0,2 0-15,2 0 0,-2 0 1,-1 0-1,0 0-9,1 0 1,-4 0 0,3 0 0,-1 0-94,-3 0 0,2 0 1,0 0-1,-3 0-70,-1 0 1,-1 0-1,-1 0 1,0 0-44,1 0 1,-1 2 0,0 1 0,1 2-5,-1-2 1,1-1 0,-1-2 112,0 0 0,1 0 0,-1 0 0,1 0 92,-1 0 1,0 0-1,1 0 1,-1-2-45,0-3 1,-4 4 0,0-6 0,1 3-196,2-1 0,-4 0 0,1 5-201,1 0 1,2 0-185,1 0 323,1 0 1,-1 0 138,0 0 1,-4 0 91,0 0 1,-6 0-131,6 0-15,-7 0 91,10 0 0,-10 0-50,7 0 0,-6 0-181,6 0 0,-5 0 0,3 2 168,-2 2 0,1-2-73,-3 3 0,0-4 24,5-1 0,-4 0 85,5 0 1,-6 5 345,6 0-18,-7 0-252,10-5 0,-10 0 87,7 0 275,-7 0-272,10 0 0,-10 0-21,7 0 0,-6 0-160,6 0 0,-7-2 1,4-1-55,-1-2 0,-3 0 46,7 5 1,-5 0 76,4 0 0,-4 0 64,5 0 1,-6 0 0,4-1 97,-1-4 0,-1 3-141,-1-2 0,-2 2 0,7 2 264,1 0 1,-3 0-458,1 0 1,1 0-259,4 0 0,-1-2 0,-2-1 305,-1-2 383,-7 1-167,10 4 286,-11 0-213,4 0 1,-6-2 37,0-3-481,0 4-799,-6-6-642,4 7 0,-4 2 0,4 1-875,-3 2 1,2 4 2560,-7-4 0,-31 6 0,-14-3 0</inkml:trace>
  <inkml:trace contextRef="#ctx0" brushRef="#br0">6186 12892 7902,'-9'0'-465,"-1"0"614,7 0-109,-4 0 1,9 0-107,3 0 0,-2 0 0,5 1 0,0 3 91,0 0 0,2 1-14,4-5 1,-5 0 80,1 0 1,-5 0 256,4 0 291,-5 0-456,2 0 0,-8 0-245,-2 0 1,0 0 122,-5 0 0,4 0 0,-3 2 84,2 3 1,-4-2-1,4 5 193,-2-2 1,-2 5 6,-4-1 1,1-2 0,2 0 16,1-2 0,5 4 119,-4-5 1,4 4-55,-5-4 0,6 0 341,-6-5-451,7 0 1,-5 0 224,3 0-290,3 0 0,-4-2 136,6-2 0,2 0 4,2-5 0,0-1-217,5-4 0,-4 1 0,3 2-110,-2 1 1,4 5 0,-4-3-1,1 0 14,-1 0 1,1 5-1,-4-3 1,3 1 11,2 0 0,-3-4 0,3 2-120,-2-1 1,1 5 0,-4-3 69,2-1-286,6 6 417,-9-6 598,10 7 314,-10 0-622,4 0 1,-6-1-234,0-4 1,7-1 0,2-7-1,4 0-21,1-3 0,9-8 0,6-3 0,9-8-141,8-9 1,-14 15-1,2-2 1,6-2 0,3-1-1,4-5 1,2-1-73,2-2 0,2-1 0,3-2 0,0-1 0,-1 1 0,0-1 0,1 1 0,0-1-133,-1 0 1,0-1-1,1 3 1,-2 0-1,-3 0 1,-1-1 0,-2 3-1,-1 1 106,-2 2 1,-1 1 0,-3 1 0,0 1-1,-1-1 1,-1 2 0,1-1 0,-1 1-24,-1 2 0,-1-1 0,-3 2 0,-1 0 0,-2 4 0,0 0 0,29-26 163,-3 1 0,-6 7 0,-4-2 0,-6 3 135,-2 2 1,-6 1-1,5 2 0,2 2-117,2-2 0,-4 0 0,1 0 0,1 2-55,1-2 0,2 3 0,1 0 0,-1 2-53,0 3 1,0 0 0,-1 0 0,-4-2-82,-4 3 1,-4 5 0,-1 2 0,-1 0 243,1 2 1,-6-4 0,-4 7-1,-2 1-117,3 2 0,-6 7 1,2-1-1,-5 0-76,0 2 0,-3-3 0,0 5-5,-1-2 0,4 3-261,-1-4 578,-4 5 0,0-4 124,-6 4 0,-6 2-299,-4-3 1,2 4 0,-1 1-52,-2 0 1,-2 0 0,-2 0-60,1 0 1,0 0-1,-1 1-64,1 4 1,4-3 0,1 4-1,-3-1 23,0 0 0,2 1 0,0-3 1,1 3-87,1 2 1,-5-3 0,4 5 106,-4 1 1,-2 2 0,1 1-1,-2 1-53,-3-1 0,3 0 1,-5 2-1,0 4-270,-3 4 1,-3 3 0,-2 3 0,-1 4-295,-4 4 0,-1 4 1,-6 2-1,-1 4 6,-3 5 0,-7 1 0,-1 1 1,-3-2 367,-2 1 1,27-24-1,-2 1 1,0 0-1,-1 0 1,-1 0-1,0-1 85,-1-1 0,0 1 1,0 1-1,0 0 0,-1 1 1,0 0-1,0 1 0,-1 0 103,0 1 0,0 1 0,0-3 0,1-1 0,2 1 0,2-1 1,2-2-1,0 1 143,1-1 0,1 0 0,-1-1 1,-1-1-1,-26 26 0,4-5 86,2-3 0,6 3 1,-5 0-1,2-2-64,0-1 0,5-7 0,5-1 1,-2 0-145,-2 0 0,-1 1 1,2 4-1,1-2 40,1-2 1,1-4 0,-5 4 0,0 2 5,0 1 1,1-2-1,2-2 1,2-1 21,-2 1 1,-2 0 0,1 1 0,2-4 107,6-4 0,-1-6 0,4-1 0,2-3-102,1-2 0,7-2 0,2-2 0,5 1-16,4-1 1,-1-4 0,-3-1-1,2 1-4,1-2 1,1 5 0,-6-5-69,1 0 1,4 3 0,2-5-1,0 1-73,0-1 0,4 4 1,-4-4-4,1 2-40,2-5 109,5 4 1,2-7 38,3 0 0,-2-5-78,7 0 0,-1-6 42,6 1 0,-6 4 0,-1-1 60,-1 1 1,4-2-1,-3-6-24,0-1 1,5 1 35,-4-1 0,4 1 0,3-2 0,2-2 0,2-2-109,3-3 1,9-7 0,12-10 0,12-8-74,-24 20 1,2-2 0,7-2 0,3-1 0,3-5 0,2-1 0,3-1 0,3-1-15,1-2 1,1 1 0,2-1 0,0 1-1,0 1 1,-1 1 0,-2 1 0,0 1 33,-1 1 1,-1 0-1,-3 2 1,-2 0-1,-1 1 1,-1-1 0,-1 2-1,-1 1 126,-2 0 1,-1 0 0,-5 1 0,-1 1-1,-4 3 1,-2 0 0,28-26 263,-5-1 1,1-1-1,-6 1 1,0 3 22,2 1 0,-6-3 0,4 4 1,-5-1-226,-4 1 0,-2 1 1,-5 5-1,1 1-68,-1 4 1,-2-2-1,-2 6 1,-3 2 163,-1 2 1,0-4 0,7 1 0,1-1 103,1-1 0,2 9 0,-3-2 0,2 0-139,-2 1 1,0-2-1,0 1 1,1-1 104,-1 0 1,-6 5 0,-1 0 0,4 0-171,3 2 0,2-4 0,-6 7 1,1 1-38,0 2 1,-5 0 0,-2 0 0,-1 0 147,-3 4 0,-2 0 1,-3-2-1,-2 0-36,-2-1 1,1 3 0,4 0-1,1 3-58,-1-2 1,-4 3 0,-1-2 20,2-1 0,-3 0 0,0-1 0,0 4-20,0 2 0,-4 0 0,2 2-65,0 0 1,-4-3 0,4 4-61,1-2 332,-6 0 0,4 5 59,-10 0 1,-3 2 0,-6 1 0,0 4-28,-1 1 1,-4-4 0,0 6 0,0 0-104,-2-2 0,0 4 0,-4-2 0,1 4-177,-2 6 1,-3-3 0,-4 9 0,-6 4-424,-2 7 1,-10 8 0,-7 7-1,24-20 1,-1 0 140,-4 4 0,-2 2 0,1 2 1,-1 1-1,-4 4 0,0 0 1,3 0-1,1 1 65,2-1 1,1 0-1,2-4 1,1-1 0,1-1-1,2-1 1,3-3-1,0 0-34,-20 28 0,4-1 0,2-9 0,-2 4-142,-3 6 1,-3-9 0,-6 3 0,-1-1 182,0 0 0,29-26 1,-1 0-1,0 0 1,0 0-1,-2 2 1,0 0 152,-1 1 1,0 0 0,0 0 0,-1 1 0,-2 1 0,0 0 0,-1 0 0,0 1 232,-1 0 1,0 0-1,4-5 1,1 0 0,-2 2-1,1 1 1,2-3-1,0-1 126,1-1 0,0-1 1,-2 1-1,2 0 1,1 0-1,0-1 1,-27 28-15,6-3 1,0-5 0,4-8 0,4-2-158,3 2 1,3-9-1,-1-2 1,4-4-275,4-2 0,6-1 1,2-6-1,1 0-76,3-3 1,7-7 0,2 2 0,-3 0 38,0 0 1,2-3 0,2 4 0,0 3 90,0 0 1,-2 0 0,-2 0 0,0 4 66,3 0 1,-1 0-1,-4-1 1,0-1 144,-1 1 0,2-6 0,2-1 463,2-2-375,-1-1 0,2-6-604,3-4 1,5-3 0,5-6 0,5-1-430,2 1 0,3-1 0,-1 1 0,2 1-593,3 4 1,-3-4 1399,3 3 0,-3-3 0,-1-1 0</inkml:trace>
  <inkml:trace contextRef="#ctx0" brushRef="#br0">6244 12906 8005,'-2'8'670,"-3"-3"32,4-3 0,-7-2 1,4-2 242,0-3 0,-1 2-371,5-7 1,-5 6 0,-1-4 38,-2 1 1,-2-2 0,-4 4 75,-1 2 0,-1-4 0,-1 2-247,-2 2 0,-7 2 0,2 1 0,-5 0 54,-4 0 1,-1 0-1,-6 1 1,-1 2-233,1 2 1,0 6-1,-5-3 1,-1 2-91,-2 0 0,0-2 0,4 3 0,1-3 37,0-2 0,0 4 1,0-5-1,0-1 39,0 3 1,1-6-1,4 4 1,2-3-50,1-2 0,3 0 0,-4 0 0,0 0-29,4 0 0,2 0 0,1 0 0,0 0-125,1 0 0,-1 5 0,0-1 0,0 0-74,1-3 0,0-1 0,3 0 1,1 0 99,-2 0 1,-1 0 0,0 0-1,1 0 25,2 0 1,7 0-1,-4 0 1,2-1 57,0-4 0,-1 2 0,4-5 0,-1 1-125,-2 4 1,-2-3 0,3 1 0,-1 0-32,2-1 0,-4 4 0,0-3 0,-1 4 0,-4 1 0,4-5 0,-1 0 0,1 2 0,0 1 0,2 2 0,-4 2 0,-1 1 0,-2 2 0,3 4 0,1-2 0,1-1-224,0 1 1,4 2-1,-1-4 1,3-2-1642,1-1 1,6-2-220,-1 0 1,9 0 0,1-2 2083,8-3 0,35-42 0,16-22 0,-17 19 0,0 0 0,0-1 0</inkml:trace>
  <inkml:trace contextRef="#ctx0" brushRef="#br0">9438 9396 7970,'-10'-13'0,"2"2"-336,2 1 1,-4 0-1,4-4 1332,-2 0 1,3 1-1,-3 2-197,1 1 1,-2 8-1,4 2-549,2 8 0,1 13 0,2 8 0,-1 8-159,-4 4 1,2 4-1,-5 3 1,1 3-64,4 0 0,-3-1 0,1-7 0,2-1-200,1-4 0,2-9 1,0-10 350,0-3 0,0-14 1,0-9-1,0-10 120,0-12 0,0-6 1,0-9-1,0 1 45,0 0 1,0-2-1,2-1 1,1-4-217,2-1 1,11-1 0,0-6 0,6-1-285,8-4 1,6 9-1,8 0 1,3 7-82,1 11 1,-2 10 0,-8 8 0,-6 9-16,-6 9 1,-7 13 0,-9 11 0,-6 4 66,-2 6 0,-8 3 0,-4 4 0,-4-1 3,-5-1 1,3-3 0,-4 4 0,4-4 36,2-6 0,-5 2 0,0-10 0,1 1 63,2-4 1,2-8 0,-1-3 261,1-2 1,-1-1-1,1-5 843,0 0-675,6-6 1,1 7-1,7 3-193,0 8 1,7 12 0,2 2 0,4 4-515,1 4 1,1 6-1,-1-2 1,2 4-962,3 1 1320,-3 0 0,44 0 0,2 0 0</inkml:trace>
  <inkml:trace contextRef="#ctx0" brushRef="#br0">9812 9626 8596,'-8'-15'545,"3"1"0,3 4 0,2 1 0,0-2 255,0-2 1,0-2 0,2 1 0,3 0 86,4-1 0,4-1 0,1-1-503,1-3 0,-1 1 1,1 5-123,-1 0 1,-6 4-16,-3 0 1,-4 9 0,-2-1-264,-4 5 1,-5 13 0,-7 0 0,-4 5 12,-1 5 1,-1 1 0,-1 2 0,3 1 48,1 4 1,8-2 0,-2 4 0,3-1-587,3-3 1,3-1 0,10-4 0,5-1-501,2-2 1,11-8-1,4-2 1040,5-8 0,24-32 0,11-16 0,-20 12 0,0 1 0,0 0 0</inkml:trace>
  <inkml:trace contextRef="#ctx0" brushRef="#br0">10301 9122 8198,'0'-14'0,"0"-1"358,0 1 1,0 0 0,0-1 1324,0 1 0,1 1-765,4 3 1,3 4 0,5 9-389,-3 7 0,-4 1 0,-6 15 0,0 4-341,0 7 0,0 4 0,-2 4 0,-2 3-103,-6 5 1,-3-2 0,-1 0 0,-1-1 53,1-4 1,0 2 0,1-5 0,3-6-260,5-5 0,4-15-84,1-2 0,11-12 0,3-3 0,4-8-710,3-5 0,1 0 0,5 2 1,-1 2-4687,-2-2 5599,0 4 0,37-6 0,7 5 0</inkml:trace>
  <inkml:trace contextRef="#ctx0" brushRef="#br0">10675 9208 6916,'-7'-8'680,"4"2"0,-6 8 1,-1 4-242,2 8 0,-3 7 0,4 10 0,1 2-178,0 6 0,1 2 1,5 1-1,1-2-105,4-2 0,5-6 0,9 0-56,5-6 1,3-12 0,4-9 0,1-4 0,1-4 481,-1-6 0,-2-7 1,-2-15-1,-3-1 194,-1-1 0,-6-6 1,1 4-1,-3 0-89,-2 0 1,-4-4-1,-2 4 1,-2 0-795,-2 0 1,-3 1-1,-1 7 1,0 2-1119,0 1 1,-5 6 0,-1 0-5050,-2 7 6274,5 5 0,-10 51 0,5 11 0</inkml:trace>
  <inkml:trace contextRef="#ctx0" brushRef="#br0">9438 10000 8547,'-13'-2'1689,"3"-3"-1088,4 4 1,9-6 0,7 7 0,10-1 183,11-4 0,13 2 0,17-7 0,16-1-276,-31 5 1,2-1-1,8-2 1,2-1-1,7 0 1,2 1-1,5 0 1,0 0-386,4 1 0,0 0 0,-2 2 1,-1 0-1,-6 0 0,-1 2 1,-3 1-1,-1 1-124,-6 3 0,3-3 0,-1-11 0,5-6 0,1-1 0,2-1 0,-1 0 0,1-1 0</inkml:trace>
  <inkml:trace contextRef="#ctx0" brushRef="#br0">1050 12906 8058,'-14'7'-26,"-1"-6"1,1 6 529,-1-1 215,1-4 0,8 4-255,6-6 1,6 0 0,8 0-1,1 0-33,-1 0 0,1 0 0,-1 0 0,0 2-54,1 2 0,-1-2 0,1 4 0,-1-1-92,0 0 1,6 1-1,-1-2 1,-2 0 32,-1 0 1,3 2 0,2-1-118,2-2 1,-4-1 0,5-2 0,1 0 0,4 0-3,5 0 1,-2 0 0,6 0-1,0 1-236,-1 4 0,0-3 0,-5 2 0,3-2-16,2-2 0,-5 5 0,1 1 0,-2 1 79,-2-1 0,-6 4 0,0-4 0,-1 0-76,1 1 1,-6 2-1,4-4 142,0-2 0,-5 4 1,3-3-1,-3 0-20,-2-3 0,1-6 0,-1 1 0,2 0-70,3 3 0,-3-4 0,3 0 1,-3 2-2,-1 2 0,-1 1 0,1 0 0,-1 0 2,0 0 1,1 0-1,-1 0-29,1 0 1,-1 0 0,2 0 2,3 0 1,-3 0 0,3 0-1,-1 0-48,1 0 1,2 0-1,4 0 1,-1 0 226,2 0 0,-4-5 0,1-2 0,-1-1-30,0-3 0,2 3 0,5-1 0,-2-1-46,-3 2 1,4-5-1,-5 4 1,5-4-80,0-2 0,1 6 1,0-1-1,0 1-28,0 1 0,-1-5 0,1 5 0,0 0 5,0 3 0,-5 3 0,0 2 0,1 0 9,2 0 1,-4 0-1,-3 0 1,0 2 124,-1 3 1,0-4-1,-5 4 1,1-3 86,-1-2 0,1 0 1,-1 0-1,0 0 66,1 0 0,-1 0 0,1 0-111,-1 0 0,0-5 0,1 0 0,-1 2-161,0 1 0,1 2 0,-1 0 0,1 0 110,-1 0 1,0 0 0,1 0-8,-1 0 1,2 0-1,2 0-53,1 0 1,0 0 0,-5 0 0,1 0-57,-1 0 1,1 0 0,-1 0 0,0 0 68,1 0 0,-1 0 0,1 0 0,-1 0 33,0 0 0,1 0 0,-1 0 0,1 0-32,-1 0 0,0 0 1,1 0-1,-1 0-50,0 0 1,1 5 0,-1 0 0,1-2-4,-1-1 1,0-2 0,2 0 0,2 0 14,1 0 1,0 0-1,-4 0 1,-1 0 5,0 0 0,7 0 0,2 0 0,1 0 24,0 0 0,0 0 0,4 0 0,1 0-72,0 0 1,1 0 0,2-2 0,2-1 185,-2-2 1,5 0 0,-1 5 0,1 0-124,-3 0 0,1 0 0,0 0 0,0 0 163,0 0 1,4 0 0,-6 0 0,1 0-269,1 0 1,-5 0 0,4 0 0,-4 0-60,-1 0 1,-2 0 0,-1 0 0,-2 0 55,1 0 1,3 0 0,-1 0 0,-2 0-18,-1 0 1,0 0 0,3 2 0,-1 1 5,-2 2 1,0 0 0,5-5 0,0 0 74,-1 0 1,1 0 0,0 0-1,0 0 29,-1 0 0,1 0 0,0 0 1,0-2 85,-1-3 1,3 4 0,1-4-1,3 3-153,2 2 0,-5 0 0,3 2 0,-2 1 90,1 2 1,6 1 0,-3-2 0,1 0-69,1 0 1,-6-3-1,4-1 1,1 0-19,4 0 1,-7 0-1,6 0 1,-4 0 54,-5 0 1,-1 0 0,-3-1 0,0-3 52,-4 0 1,-4-3 0,-5 4 55,-1-2 120,0 0 0,-4 1 411,0-1-467,-7 0-244,10 5-239,-5 0-56,6 0-15,0 0 1,-7 0-2,-7 0 0,-7 0 0,-7 0-506,0 0 1,-1 0 0,1 0-779,-1 0 1,1 0-1,0 0-1134,-1 0 1,6 0 2782,-1 0 0,7 0 0,-3 0 0</inkml:trace>
  <inkml:trace contextRef="#ctx0" brushRef="#br0">6258 12906 8001,'0'8'-728,"0"-1"0,0-6 1343,0 4 79,0-3-80,0 4-394,0-12 1,0 2 104,0-5-573,0 6-320,0-4-492,0 7-158,0 0 1218,6 0 0,-4 0 0,6 0 0,-3 0 0,-4 0-386,12 0 406,-11 0-19,11 0-1,-12 0 0,7 0 221,-3 0 188,-3 0 457,4 0 104,-6 0 320,0 0-1238,-6 0 1,2 5-26,-5 0-390,6 0 154,-4-5 0,7 1-472,0 4 151,0-3 0,2 4 17,3-6 0,-2 0 513,6 0 0,1 0 0,-2 0 0,5 6 0,-5 2 0</inkml:trace>
  <inkml:trace contextRef="#ctx0" brushRef="#br0">6344 12949 6274,'-8'0'946,"0"0"-1034,4 0-274,2 0 60,-4 0 0,6 2 302,0 3 0,0-4 0,0 6 0,0-7 0</inkml:trace>
  <inkml:trace contextRef="#ctx0" brushRef="#br0">6229 12978 8103,'-14'-8'-420,"0"3"455,-1-3-796,1 7 761,6-6 0,33 20 0,15 3 0</inkml:trace>
  <inkml:trace contextRef="#ctx0" brushRef="#br0">6316 12935 8103,'0'14'-601,"0"1"1,0-6 571,0 1 0,1-5-117,4 4 0,1-4 118,4 5 0,3-7-140,-4 2 0,-1-4-141,2-1 691,-7 0 1,2-1-5,-10-4 0,2 2 0,-7-5 30,-1 1 1,-2-2-1,-1 2-168,0-1 0,4 5 0,2-3 1,0 1-55,0 0 0,3-1 0,-4 3 19,-3-2 0,4 0-47,-1 5 1,4-5-350,-5 0-114,7 1 1,-2 4-1,10 0-278,5 0 1,-2 0 0,1 0 0,3 0 582,0 0 0,22 0 0,4 0 0</inkml:trace>
  <inkml:trace contextRef="#ctx0" brushRef="#br0">6359 12863 6869,'-8'0'955,"1"0"-383,7 0 99,0 0 59,-6 0-131,4 0-255,-4 0 1,6-2 170,0-2-469,0 2 1,6-11-1,4 4-146,3-4 0,1 3 1,2-1-1,2-3 49,1-4 1,6-3-1,-2 2 1,1-3 33,0-1 1,0-4 0,6 3 0,2-3 3,2-2 0,1 1 0,-3-1 0,3-2-74,2-2 1,1 1-1,7-5 1,1 0-64,2 1 1,5 2 0,-3-4 0,-1-1 57,1 2 1,-4 7-1,-6 8 1,-3 1 19,-2 3 0,-3-1 0,-8 3 0,-5 5-30,-3 3 0,-2-3 1,1 3 89,-1 0 1,-4-3-1,-1 4 1,3-1 26,0-3 1,3 3-1,-1-2 1,0-1-130,1-2 1,-1 4-1,1-1 1,-1-1 62,0-2 0,1-1 0,-1 0 1,1-1 61,-1 1 0,0-1 0,1 1 1,-1 1-6,1 4 1,-6-4 0,1 3 0,1-1 12,2 1 1,-4-2 0,1 4 0,-1-2-44,-1 0 1,5 2-1,-3-3 21,3 2 0,1 1 1,-1-4-1,-2 4 172,-1 2 0,-6-4 511,6 6-332,-7-7 0,8 7 141,-6-5 1,0 4-228,-5-5 1,5 6-131,0-6 0,-1 5-46,-4-4 0,5 4 1,2-5-16,1-1 0,-4 3 0,4-2 0,0-1-20,0-2 1,-3-1-1,5 0 1,1-2-12,2-4 0,6 3 0,2-7 0,1-3-102,4-5 1,2-5 0,4-8 0,3-1-18,2-2 1,2-6 0,5 1-1,3-3 38,1-2 0,6 2 0,-3 2 0,2 1 22,0-1 0,-2 4 1,0 2-1,-6 4-9,-5 0 0,-7 6 0,6 1 0,-1 2-51,-1 3 0,-2 2 1,-6 1-1,1 0 0,4 0 0,1-1 0,5-2 0,-3-2 64,-2 3 1,3-1 0,-3 0 0,0-2 7,1 2 0,-3 2 0,-4 2 0,-2 3-250,-3 1 0,0 6 1,-8 1-1729,-3 6 1985,-8 4 0,-44 7 0,-17 0 0</inkml:trace>
  <inkml:trace contextRef="#ctx0" brushRef="#br0">8229 11122 8402,'-10'0'-368,"1"2"80,-2 2 0,-2-2 261,-1 3 0,4-5 0,2-5 60,2-5 0,1 2 0,6 1 1,3-1-24,0 0 1,8 3 0,-4-5 0,1 1-67,1 1 1,-1-5 0,6 5 0,-1-2-15,0 1 1,6 1-1,-1-4 1,-2 3 23,-1-2 0,4-2 0,0-3 0,3-2 48,2-1 0,-2-7 1,1 3-1,3-5 87,5 0 1,0-3 0,5-2 0,-1-6 82,1-2 1,1-2-1,4 1 1,-2 2-44,-2 2 1,1-1 0,2-2 0,-4 2-52,-8 6 1,-2 2 0,-8 4-1,-3 3-29,-5 5 0,-1 9 51,-10 6 1,2 2 0,-12 4-1,-1 2-107,-2 6 1,-1 8 0,-2 2 0,-2 4-20,-1 7 1,-7-1-1,2 7 1,-5 1-19,-4 4 1,-4-1 0,-6 12 0,0 1-87,0 2 0,16-23 0,-2 0 0,-3 2 0,0 2 0,-5 4 0,-1 1 17,-5 5 1,-1 0-1,1-2 1,-2 0 0,-1 3-1,-2 0 1,2-4-1,-1 0 79,2-3 0,1-1 0,3-3 0,0-2 0,5-4 0,0-3 0,-23 20 152,16-14 1,21-10-9,7-10 0,19-12 0,4-9 0,9-8-170,5-9 0,9-10 0,7-3 0,5-3-13,5-3 1,0 1 0,8-10-1,5-3 29,-29 28 1,0-2-1,-1 1 1,0-1-1,3-1 1,-1 1-1,2-2 1,-1 1-34,1-1 0,0 0 1,2-4-1,0-1 0,0 2 1,1 0-1,0-2 1,-1 1 169,-1 2 1,-1 1 0,-4 2-1,-2 0 1,23-24 0,-3 3 183,-3 1 1,-9 10 0,-8 12-1,-8 7-8,-5 5 0,-8 10 0,-5 7 1,-8 12-182,-9 9 0,-13 20 0,-15 12 0,17-20 0,-1 1-234,-5 4 0,-1 2 1,-1 2-1,-2 0 0,-2 2 1,0 0-1,-1 1 0,-2 0-71,-3 1 0,0 1 0,-5 3 0,0 2 0,-6 3 1,-1 1-1,17-17 0,-1-1 0,-1 1 152,0-1 1,0 1 0,-1-1 0,0 0 0,-1 0 0,0 0 0,0-1 0,-1-1 0,0 1 0,2-1 0,0 0 0,0-1 314,-18 18 1,3-2 0,10-10 0,3-3 0,7-4-1,3-2 1,-20 18 233,15-11 1,12-16-1,10-15-303,10-10 0,10-17 0,20-22 0,13-9-245,13-14 0,-23 30 0,2-1 0,6-7 0,2-1 0,1-2 0,2 0-122,1-3 1,1 0 0,5-4 0,0 1 0,3-2 0,0 0 0,2-1 0,1-1-62,1 0 1,1-1 0,3-1 0,2 0 0,-18 17 0,1 0 0,0-1 0,1 0 0,1-1 0,0 0 220,1 0 0,0 0 1,0 0-1,-5 4 0,0 0 1,0 1-1,17-16 0,-3 2 1,-7 6-1,-3 3 165,-6 6 1,-3 1 0,17-18 135,-15 8 1,-20 24-1,-18 20 1,-21 20-128,-21 20 0,-13 10 1,21-15-1,-1 3 1,-5 3-1,-2 0-166,-3 2 0,-2 2 0,-6 6 1,-2 2-1,0-1 0,-1 0 1,-2 1-1,0 1 0,2-2 0,-1 1 0,0 2 0,0-1 0,18-17 0,-2 0 0,0 1 0,-2 1 1,0 0-1,-1 1 64,-1 2 0,-2 0 0,2-1 0,3-2 0,1-1 0,1 0 0,-18 16 0,2-1 0,7-5 0,1-2 36,6-4 1,2-2 0,4-8 0,2-2 0,-15 22 0,10-14 17,14-14 0,13-11-361,8-18 1,10-11-1,10-13 1,11-9-42,10-9 1,8-5-1,6-9 1,-22 29 0,1 0 301,2 0 0,0-2 0,-2-2 0,1-1 0,1-3 0,0 0 0</inkml:trace>
  <inkml:trace contextRef="#ctx0" brushRef="#br0">8747 10561 8440,'-29'14'0,"2"-1"-392,3-3 0,-3 3 0,5-4 0,-2 4 543,0 1 0,1-1 1,-1-2-1,3-1 29,1 1 0,4 2 0,-4 1 0,4 1-75,2-1 1,0 0-183,-1 1 1,9-2-19,6-4 0,13-10 0,11-14 1,4-7-132,6-5 1,4-9-1,9 0 1,4-4-12,5-3 1,-7 3 0,9-8-1,-2 3 237,0 2 0,1-5 0,1 0 0,-2 3 0,-3 5 0,-12 8 71,-12 13 1,-32 16 0,-23 22 0,-19 14 111,-17 12 1,28-16 0,-1 1 0,-6 5 0,-2 1 0,-1 1 0,0 1-77,0-1 0,0 1 1,-3 2-1,-1 0 1,1 0-1,0 1 1,-1 2-1,-1 1-94,-2 1 0,1 1 0,7-6 0,1 0 0,0-1 1,1-1-1,7-6 0,1-2 120,-20 19 1,15-7-213,9-13 0,21-15 1,16-9-1,10-11-310,4-7 0,4-6 0,6-2 0,3-3 389,2-7 0,-1 8 0,3-6 0,-4 3 0</inkml:trace>
  <inkml:trace contextRef="#ctx0" brushRef="#br0">6272 12949 8608,'0'-8'2076,"0"0"-1269,0 4-343,0 2 0,-1-4-160,-4 6 0,2 0 0,-5-2 164,1-3 1,-4 4-197,2-4 1,-4 3 0,-1 2-155,-1 0 1,1-5 0,-1 1-1,1 0 65,0 3 1,-2 1 0,-2 0 0,-3-2-7,-1-3 0,-2 4 0,-5-4 0,2 3 9,3 2 1,-5 0-1,2 0 1,-5 0-26,0 0 0,6 0 1,2 0-1,-1 0-36,-2 0 0,0 0 0,1 0 0,2 0 48,-2 0 1,4 0 0,0 0 0,-1 0-22,1 0 0,0-4 0,-4-1 1,0 2-3,-4 1 1,1 2 0,-4 0 0,2 0 63,3 0 0,-8 0 0,0 0 0,-1 2-19,3 2 1,2 0 0,2 4 0,-2 0-161,0 0 1,10-4 0,-7 4 0,3-1-57,4-4 0,-4 3 1,6-1-1,-1-2 46,0-1 1,-3-2 0,5 0 0,0 0-70,-2 0 0,5 0 0,-5 0 1,3-2-9,4-2 1,-5 2-1,6-3-387,-4 4 0,-1 2-532,8 4 1,4-2-1,6 7 1,2-5 0,2 3 585,6-2 0,4-1 1,4-5-1,1 0 196,-1 0 0,4 0 0,0 0 0,2 0 52,0 0 1,2 0 0,6-2-1,2-1 58,-3-2 1,5-1-1,-1 3 1,2-2-2,3 2 0,1-4 1,2 1-1,2-1-163,3 1 0,-2 0 0,7 2 1,1 0-79,2 0 1,-3-2 0,0 1 0,1 2-246,2 1 1,0-2 0,-2-1 0,-2 2 106,-3 1 0,1 2 1,-5 2-1,-1 1 459,-2 2 0,-9-1 0,28 9 0,0 3 0</inkml:trace>
  <inkml:trace contextRef="#ctx0" brushRef="#br0">6459 12863 8265,'7'-10'-134,"2"1"0,3 4 0,-1-3 0,-3 0 38,-2 0 0,4 3 0,-4-3 248,2 2-325,-5 1 1,4 7 0,-7 3-166,0 4 1,0-1 0,-2 2 337,-3 1 0,-1 2 0,-5-1 0,3 0 0,1-3 0,-4-4 0,2 5 0,-4 1 0,-2-5 0,1 1 0,0-3 3,-1 1 1,1 5 0,-2-5 0,-2-1 98,-1 3 1,-6-6 0,1 6-1,-4-2-79,0-1 1,-7 1 0,-2-5 0,-3 0-58,-3 0 0,3 0 1,-8 0-1,3 2-9,2 3 0,-5-4 0,0 4 0,2-2 43,1 2 0,8 3 0,2 6 0</inkml:trace>
  <inkml:trace contextRef="#ctx0" brushRef="#br0">9898 9985 8057,'-14'-14'138,"-1"0"1,6 4-1,-1 0 1,-1 1 147,-2 1 1,-1 1 0,-1 7 0,1 0 43,-1 0 1,-4 2 0,0 3-1,2 3-72,1 0 0,1 5 0,1-5 0,1 1 24,3 1 1,-1-5 0,6 4-86,2 2 1,8-4-1,6-2 1,7-4-49,6-1 1,9 0 0,7 0 0,7 0-550,5 0 1,11-6-1,4-4 400,3-3 0,-15 2 0,11-3 0,0-1 0,6 0 0,0 0 0,0-1 0</inkml:trace>
  <inkml:trace contextRef="#ctx0" brushRef="#br0">23522 14144 8214,'-9'0'-1053,"-1"0"1132,-1 0 0,-2-5 0,-1 0 0,-1 0 386,1-1 0,-2 4 0,-2-4 1,-2 1-125,-3 0 0,-1-1 0,-5 3 0,1-2-33,-1 2 1,-6-4 0,-4 1 0,-2-1-38,-2 1 0,-2 1 1,-1 5-1,-4-1-39,-1-4 1,0 3-1,-4-3 1,4 4-118,2 1 1,1 0-1,5 0 1,1 0-131,4 0 0,1 0 1,5 0-1,-2 0-37,2 0 1,2 5-1,1-1 1,0 1 35,1 2 1,4-4 0,1 5 0,2-2 171,4-3 1,1 4 4,2-2 0,4-1 296,0-4-141,7 0-337,-3 0 1,6 2 0,-2 3 31,-3 4 1,2 6 0,-6 4 0,-3 5 99,0 3 1,-8 8-1,0 5 1,-1 8 115,0 10 1,-4 6 0,1 9-1,-4 4-117,14-36 1,0 0-1,0 1 1,0 0-1,1 1 1,1-1-1,0 0 1,1-1-101,1 0 1,0 0 0,-11 34 0,3 0 0,-2-5-86,-3-3 1,6-6 0,-3 0 0,4-7 10,2-6 0,0-3 1,1-3-1,3-4-12,5-4 0,4-4 1,2-3-1,4-3-190,5-5 0,3-4 0,1-4 132,0-2 0,1-4 1,-1 3-1,1-1 111,-1-4 1,0-2 0,2-1 37,3 0 1,-7-4 0,2-1 0,-1 2-2,0 1 1,3 0 0,1-1 0,2-2-102,-1 2 1,4-3 0,2 1 0,4 2-17,0 1 1,3 1 0,2-3 0,6 0-2,2 0 1,9 3 0,6 1 0,8 0 44,8 0 1,4 0 0,1 1 0,-36 1 0,0 0 71,1 0 1,0 0-1,1 1 1,1-1-1,-1-2 1,0 0-1,-1 1 1,1 0-4,-3 1 1,1 1-1,1-3 1,-1 1 0,38 4-1,-1-2-35,0 2 0,-6-2 1,-6 5-1,-1 0-32,1 0 1,7 0 0,7 2 0,-38-7 0,-1 0 202,2 1 1,1-1 0,0-2 0,1-1 0,6 3 0,2-1-252,2-1 1,0 0 0,-2-1 0,0 0 0,5 0 0,1 0 0,0 0 0,0 0 0,2 0 0,-1 0 74,2 0 1,-1 0 0,7 0 0,0 0 0,-2 0 0,-1 0-1,0 0 1,0 0 15,0 0 1,-1 0 0,0 0 0,-1 0 0,0 0 0,0 0 0,-2 0 0,-1 0-111,-1-1 1,-1 2-1,1-1 1,-1 1-1,-6 0 1,0 1 0,-2 1-1,0 1 137,-1 0 1,0 0 0,-3 0-1,1 0 1,-1 1 0,0 1-1,-2-1 1,-1 0 66,-1 0 0,0 1 0,0-2 0,0 0 0,0 0 0,0 1 0,0 1 0,-1 0-49,1 0 1,0 0 0,-1-1 0,1 0 0,34 4 0,4 1-12,0-2 1,-36-2 0,0-1-1,-2-1 1,-1-1 0,1 0 0,1 0-97,2 0 1,0 0 0,-2 2-1,0 0 1,4-2 0,0-1-1,0 0 1,0-1-33,1 0 1,0 0-1,4-1 1,-1 0-1,-4 0 1,0 0-1,1 0 1,0 0 68,0 0 0,0 0 0,0-1 1,0 0-1,2 0 0,0-1 0,1-1 1,-1-1 40,1 0 1,-1 0 0,0 3-1,1-1 1,-1-1 0,0 0-1,1 0 1,-1 1-39,1 0 0,-1-1 0,-2-2 0,0 1 0,0 1 1,0 1-1,0 0 0,1 1 76,1 0 0,-1 0 0,1-1 0,-1-1 0,0 0 0,0 0 0,-1 0 0,0 0-72,0 0 0,1-1 0,0-1 1,0-1-1,0 2 0,-1 0 1,0-1-1,-1 0-20,-1 0 0,0 1 1,2 2-1,0 1 0,-3-2 1,0 1-1,-2 0 1,0 1-40,-1-2 1,-1 1 0,33 0 0,-4-3 0,-11 4 14,-9 1 0,-7 0 1,-5 0-1,-6 0-6,-6 0 1,-5 5 0,-7-1 182,0 0 1,-4-3 0,0-1-78,1 0 1,-3 0 0,1 0 0,2 0 26,2 0 0,2 0 0,-1 0 0,0 0-84,1 0 0,-6-1 489,1-4-307,-7 3 0,5-4-86,-3 6 0,-3-2 0,4-1-159,0-2 0,-2 0 0,5 5 1,2 0-93,2 0 1,2-4-1,-1-1 149,0 2 1,1-4 0,-1 2 0,0 2 37,1 2 1,-6 1-1,1-2 142,1-3 0,-3 4-46,2-4 0,-5 3-153,4 2 1,-4 0 0,5-1 47,1-4 1,2 3 0,1-3 44,0 4 1,1-1-1,-1-1 26,0-2 0,2 0 1,2 4-1,1-2-52,-1-2 1,-2 0 0,-2 3-1,1-1-14,-1-2 0,0 1 0,1 4 0,-2-2-8,-4-3 0,-1 4-17,-3-4 33,-3 3 1,4 4 0,-8 1-68,-2 2 1,2 1-58,-3-1 1,5-3 28,5 2 0,-2-2 70,7-2 1,-1 0 70,6 0 1,-7-2-62,-4-2 1,0 0 0,-1-5-32,2-2 0,1-1 0,-3 1 1,2 2-30,-2-2 0,4-2 1,-1-2-1,2 1 11,3 0 1,2-6 0,1 0 0,2-1 41,4 0 1,-4-3 0,4 3-1,-1 0 31,1 1 1,-1-4 0,-5 3 0,-1 0 8,-3 0 0,2-4 1,-4 2-1,2-1-7,0 0 1,-1 5 0,6-5-78,-1-1 1,0-2-1,1-2 1,-1 0-1,0 0 46,1 0 0,-1-4 0,1-1 1,-1 2 7,0 2 1,-4 1 0,-2 0 0,-2 1 32,-2-1 0,-3 0 0,-2 2 0,-4 1 109,-5 2 1,-3 2 0,-1-4 0,0 4 62,-1 1 0,2 2 0,2 3-169,2-3 1,6 3 0,-2-3 0,3 3 0,2 1 18,0 1 1,2-5 0,1 0 0,3 1-70,2 2 0,2 2 1,4-1-1,-1 1-13,-3-1 1,1 1-1,-5 0 85,2-1 1,-5 1 15,2-1 0,-8 6 0,-3 1 0,-1 0-49,1 0 1,-1 5 0,4-4 0,-3 2-22,-2 1 0,3-8-27,-5 3 1,6-2-1,-4 0 0,1 1 15,4-1 0,-3 3 0,-1-2 12,-1-1 0,4 5 0,-4-1 0,0 2-37,0 1 1,-2-3 0,-4 4 0,-2-2 49,-4 2 0,-2 1 0,-8 2 0,-4 0 63,-4 0 1,-5-1 0,-5-2 0,-5-2-27,-3 2 0,-3 1 0,-4 2 1,-2 0 9,-1 0 1,2-5 0,7 0-1,-1 1 5,1-3 0,-4 4 0,2-5 1,3 2-46,0 2 0,0-2 0,-3 0 0,0-1-19,1 1 0,4-1 1,11 4-1,-1-3-11,1-2 1,-5 5 0,-1-2 0,-2 2-89,-4-2 1,-1 3 0,-3-3 0,-3 2 16,-5-1 0,-4 2 0,-2-3 0,-5 4 59,35 0 1,-1 2 0,-3-1 0,-2 0 0,-2 0 0,-2 0 0,2 0 0,0 0-53,0 0 1,-2 0 0,-5 0 0,-1 0 0,-1 0 0,-1 0 0,-3 0 0,0 0 127,0 0 1,-1 0-1,-2 0 1,-1 0-1,4 0 1,-1 0-1,-3 0 1,-2 0-2,0 0 0,-2 0 0,-2 0 1,-1 0-1,0-1 0,-1 0 1,-2 0-1,1-1 35,-3 0 0,0-1 0,24 0 0,-1-1 0,0 1 0,-1 1 1,0 0-1,-2 0 0,-1-1 0,-1 1 0,0-1-241,-1-1 1,0 1 0,-1-1 0,-2 0 0,-1 0 0,2 1 0,1-1 0,1 0 0,-1 0 0,-2 1 0,-2 0 0,1 0 96,-2-1 0,0 0 1,-1 1-1,-3-2 1,-1 1-1,0 0 1,0-1-1,-2 1 0,1 0 1,0 0-1,1 1 1,-1 0-148,1 1 0,-1 1 1,1 0-1,-3 0 1,1 0-1,-2 1 0,-1 0 1,-1 0-1,0 0-211,-1 0 1,-1 0 0,2 0 0,1 2-1,1 0 1,0 0 0,0 2 0,1-1 0,0 2 418,1 0 0,0 1 0,-1 0 0,-1 0 0,0 0 0,1 1 0</inkml:trace>
  <inkml:trace contextRef="#ctx0" brushRef="#br0">16746 4892 8264,'-10'0'-441,"1"0"229,-2 0 0,-2 0 0,-1 0 363,-1 0 0,1 0 0,-1 0 0,1 0 55,0 0 0,1-2 0,2-1 0,1-2 98,-1 2 1,-2 2 0,-1-1 131,-1-3 0,6 4 4,-1-4-289,7 3 1,3 2 0,11 0 0,8 0 44,10 0 1,16 0 0,17 0-1,13 0-114,-34 0 1,1 0 0,9 0 0,1 0 0,4 0 0,3 0 0,7 0 0,2 0-16,7 0 0,0 0 0,2 0 0,0 0 1,4 0-1,-1-1 0,-2-1 0,-2 0-107,-4 0 0,0 0 0,-5 0 0,-2 0 0,-5 4 0,-1 0 0,-6 0 0,-1 0-2,-8 0 0,-3 0 0,23-1 1,-18-1-1,-6 0-274,-6 0 1,-15 0 0,-6-1-20,-5-4 0,-10 2 0,-9-5 1,-5 0-220,-3 0 1,-7 4-1,2 0 1,-2 2-1306,3 2 1859,2 6 0,-26-10 0,-7 2 0</inkml:trace>
  <inkml:trace contextRef="#ctx0" brushRef="#br0">18170 4518 8335,'15'0'179,"-6"0"0,1 0 160,1 0 0,4 1 1,4 3-1,5 4 44,3 4 0,10 1 0,6 13 0,8 3-65,5 3 0,6 3 0,2-3-177,2 1 0,-7 6 1,-3-6-1,-13-1 0,-14-1-6,-13-3 1,-11 6 0,-17 1 0,-13 0-17,-15 0 0,-10 4 0,-6-6 0,2 1-197,1 1 1,7-6 0,-1 1 0,8-4-464,5-1 0,8-2 0,6-1 0,4-1-832,8-3 1373,4-2 0,56-28 0,12-5 0</inkml:trace>
  <inkml:trace contextRef="#ctx0" brushRef="#br0">5510 4849 8213,'10'-5'-255,"-1"0"0,-4-1 0,5 1-222,1-5 1,-3 2 0,1-1 506,2-2 1,-3 3-1,2 0 1,1 0-41,2 0 0,-3 0 0,-1-3 0,2 1 27,2-1 0,-3 0 0,-1-1 143,3 3 1,0 1-1,1-3 222,-3 1 1,3 7 57,-4-2 1,-1-1 323,2 1-414,-7-6 1,3 7-1,-9-4-172,-6 2 1,-3 1 0,-13 5 0,-6 0 58,-5 0 1,-9 0-1,-8 0 1,-11 0-43,-9 0 0,30 1 0,-2 0 0,-5 1 0,-1 1 1,-3 1-1,-1 1-95,-1 2 0,-1-1 1,-1 0-1,-1-1 0,0 1 1,0-1-1,-1 2 0,0 1-167,0 0 1,2 0-1,3-4 1,3 0-1,3 2 1,2 1-1,5-3 1,2 0-81,-30-1 1,12-2 0,12-1 0,7 0-234,11 0 1,7-1-604,11-4 1,17 2-1,14-7 1,9 1 982,8 1 0,4-5 0,1 5 0</inkml:trace>
  <inkml:trace contextRef="#ctx0" brushRef="#br0">4676 4259 8370,'14'0'-312,"0"0"-173,1 0 0,-1 0 0,0 0 0,1 0 446,-1 0 0,1-2 0,-1-1 0,0-2 40,1 2 0,-1 2 0,1-1 0,-1-1 13,0-2 1,-4-1 0,-1 2 84,3 0 1,-1-8 0,0 4 211,-1 0 0,-7-4-180,2 2 1,-10-1 0,-5 0 0,-3 3 209,-1 1 1,-7 2-1,-4 5 1,-7 2 33,-7 3 0,-4 4 0,-6 11 0,-7 5-177,-5 7 0,-9 7 0,35-16 0,-1 1 1,-2 3-1,0-1-107,-3 2 1,2 0 0,1 1-1,1 0 1,-2 0 0,1 1-1,2-1 1,1 1 20,3-1 0,2 0 0,-18 19 1,21-15-1,11-4-85,10-5 1,6 0 0,4-8 0,8-3-111,5-1 0,7 1 0,10 2 0,4-1 146,4 0 1,6 2 0,1 4 0,2 5-148,4 7 1,-1 5 0,-1 6 0,-5 0-709,-4 0 0,0 2 0,0 3 792,4 5 0,11-24 0,10-2 0,-18-8 0,1 0 0,-1 0 0</inkml:trace>
  <inkml:trace contextRef="#ctx0" brushRef="#br0">29032 14777 7187,'0'-15'185,"2"1"0,4 1 68,9 4 1,1 1-1,9 4 1,6 0-69,6 0 0,7 3 0,7 1 1,10 1-65,8 4 0,3 5 0,-30-2 1,1 1-1,2 1 0,1 0-40,2-2 1,1 1 0,1 2-1,1 0 1,5 1 0,1-1-252,0 0 1,3 0 0,-1-3 0,6-1 0,0-1 0,2-1 0,1 0-1,0-1 1</inkml:trace>
  <inkml:trace contextRef="#ctx0" brushRef="#br0">32859 12187 8424,'-32'5'-12,"4"-1"0,-4 3 0,8-4 0,-4 2 31,0-2 0,1-1 0,3-2 1,4 0 409,4 0 0,2 0-147,0 0 0,7 0 1,7-2-182,8-3 1,13-1 0,6-5 0,7 3-176,3 1 1,6-4-1,6 1 1,2-1 19,4 2 1,-4-3 0,0 6 0,-1 0-16,-4-1 0,2-2 0,-5 2 1,-6 1 715,-5 0-353,-10 1 1,-22 6 0,-19 3 0,-16 2-226,-12 2 1,-8 1 0,-9 4 0,0-2-13,0-1 0,-3 0 1,4 4-1,4 0-4,5 1 1,11-6 0,12 1-274,10 1 0,9-3 0,15 0 1,6-1-1,14-4-1103,12-2 1323,10-1 0,1-11 0,16-9 0,6-3 0,-1 1 0,5-2 0,0 0 0,1 0 0,-1 0 0</inkml:trace>
  <inkml:trace contextRef="#ctx0" brushRef="#br0">23033 2302 8345,'-14'0'-335,"-1"-1"1,1-3 0,0 0 546,-1 0 1,1-2 868,-1 1-780,1-6 1,8 9-224,6-2 1,6 2-1,10 0 1,3-1-139,5-2 1,10 1 0,6 4 0,6 0-287,7 0 1,1 0 0,1 1 0,-1 2 20,5 2 1,-3 0 0,3-5 0,-8 2 207,-6 2 0,-5-2 0,-13 3 256,-3-4 0,-11-1 1,-15 0-1,-12 0 111,-13 0 0,-5 0 1,-10 0-1,-4 0 165,-4 0 1,-2 0 0,-4 0-1,1 0-105,3 0 1,5 2-1,-1 1 1,3 2-167,2-2 1,2 0-1,4 1 1,8 0-36,8 0 1,9 4-198,7 1 0,13-3 1,19-1-1,10-2-248,11 2 0,11-3 0,5 3 1,1-4-99,4-1 0,-3-1 1,-1-3-1,-2 0 223,-8 0 0,-5 3 1,-13 1 220,-8 0 0,-18 1 0,-21 4 0,-19 5 83,-14 3 0,-10 3 0,-9 1 1,-5 4-178,-3 1 0,3-2 0,1 2 84,2-1 0,27-6 0,-1 2 0,-36 13 0</inkml:trace>
  <inkml:trace contextRef="#ctx0" brushRef="#br0">16430 5079 8220,'-15'2'-86,"1"2"1,-1-2-1,1 4 1,0-1 163,-1 0 1,-1 5 0,-3-4 0,-5 2-34,-3 3 1,-2-3 0,2 2 0,3-1 103,5-1 0,3-1-181,1-7 1,9 0 0,8 0 0,9-2-30,6-3 0,11 2 0,-1-6 0,5-3 8,0 0 1,-2-1 0,-1 2-1,-2 3 54,-3 1 1,-2 1-1,-4 3 1,1-2 6,-1 2 1,-9 3 0,-4 4 57,-3 6 1,-4 3-1,-3 1 1,-4 2-150,-4 3 0,-3-3 0,-2 5 0,1-2-889,4 1 972,-1-1 0,6-5 0,-7 0 0</inkml:trace>
  <inkml:trace contextRef="#ctx0" brushRef="#br0">14243 2101 8287,'-21'0'-432,"-1"0"1,-2 0 602,0 0 1,0 0 0,-5 1 0,0 2 190,0 2 1,1 0-1,0-3 1,3 1 8,1 2 0,5-1 1,-4-4 189,3 0-680,7 7 0,8-6 0,10 4 0,4-3-106,4-2 0,8-5 0,3-1 0,3-2-21,2-4 1,4 4-1,3 0 1,-1 0 80,0 0 0,-2 4 1,-5-4-1,-3 1 0,-1 4 1,-11 2 218,1 1 0,-17 6 0,-6 4-54,-12 2 0,-39 5 0,-16 0 0,21-4 0,0-1 0,0 1 0</inkml:trace>
  <inkml:trace contextRef="#ctx0" brushRef="#br1">5999 5352 8470,'-14'-8'-285,"-5"-3"0,-1 5 0,1-1-100,-2 1 0,4-5 0,-6 3 1,3-2 343,2 1 1,2 4 0,0-5 0,-2 1 53,-1 1 1,0-3 0,5 4 0,1-1 30,3-3 1,-2 3 0,2-2-30,-3-1 0,4-2 0,1-1 0,1 0-8,4-1 1,1-1-1,2-1 1,0-3 0,0 3 1,0-4 0,0 2 0,0 0-11,0-2 1,0 5-1,2-3 1,1 3 0,2 1 1,0-4 0,-5 0 0,0 1 82,0 2 0,0 2 0,0 0 294,0-1 0,0 6 0,0-1 224,0-1 1,0 3-109,0-2 1,1 6 0,4-4 89,5 1 0,-2-2-63,1 4 1,-4-5 121,5 5 1,-2-1-271,1 1 1,-1 4-1,-4-3-50,0 8 1,1 5-1,-5 10 1,-1 5 49,-4 4 1,2 8 0,-7 7-1,-1 9-150,-2 4 1,-1 7 0,-1 5-1,1 2-84,-1 2 0,3-5 1,0-1-1,4-2-228,2-4 1,1-4 0,5-6-1,0-10 13,0-8 0,0-7 0,0-10 285,0-1 1,7-6-20,2-3 1,4-3-1,3-2 1,2 0-69,1 0 0,2 0 1,-2 0-1,3-2-84,1-3 0,4 4 0,-2-4 1,6 3-138,2 2 0,6 0 1,-4 0-1,2 0-23,2 0 0,3 0 0,3 0 0,1 0 36,2 0 0,6 0 1,-1 0-1,3 0 32,2 0 1,4 0-1,-1 0 1,-4 2-64,-2 3 1,-4-4-1,3 6 1,-3-3 101,-1 1 0,-2 1 0,-7-2 0,-1 0-102,-1 0 1,-2 2-1,2 0 1,-2 1-72,-2-1 1,1 4-1,-3-5 1,4-1 61,0 3 1,-1-6-1,-2 6 1,4-2 9,4-1 1,1 3 0,0-4 0,0 2 88,1-2 0,0 3 0,4-1 0,5-2 33,3-1 1,3-2 0,3 0 0,6 0 68,2 0 1,8 0-1,4-2 1,-40 0 0,1 0-35,-1-3 1,2 0 0,3-1 0,0-1 0,3 0 0,1 0 0,2 0-1,1-1-80,0 1 1,1 0-1,-1 0 1,0 0-1,-1-1 1,0 1-1,1 0 1,1 0 79,-1 0 0,0 0 0,5-1 0,-1 1 0,-3 1 0,-1-1 1,-2 2-1,0-1-14,-3 1 0,1 1 1,-2 2-1,0 0 1,3-1-1,0 0 1,0 0-1,0 1-14,0 0 0,-1-1 0,0 0 0,-1 0 0,-3 1 1,-1 1-1,2-2 0,0 1-11,0 0 1,1 1-1,3 0 1,0 0-1,-3 1 1,0 0-1,-1 0 1,-1 0-24,-1 0 1,-1 0-1,2 0 1,-1 0-1,2 0 1,-1 0 0,0 0-1,1 0 11,-1 0 1,1 0-1,-2 0 1,1 0 0,-2 0-1,0 0 1,0 0-1,1 0 1,0 0 0,1 0 1,2 0-1,0 0 1,-3 0-1,0 0 0,-2 0 1,0 0 15,-1 0 0,-1 0 0,39 0 0,-39 0 0,1 0 1,0 0-1,-1 0 18,3 0 0,0 0 0,36 0 1,2 0-1,-6 0-11,1 0 0,3 5 1,-38-3-1,1 1 0,-2-1 1,1-1 2,39 1 1,-4-2 0,5 0 0,-41 0 0,1 0-13,0 0 0,0 0 0,40-2 0,-2-1 0,0-2-17,0 2 0,-4 1 0,3 2 0,-6 0-19,-7 0 0,-4-1 1,-1-3-1,1 0 19,-1 0 1,-3 3 0,-4 1 0,-1 0 11,1 0 1,2 0 0,2 0-1,-1 0-35,1 0 0,-6-5 1,1 0-1,2 2-59,0 1 1,1 2-1,-1 0 1,-4 0 170,-2 0 0,6 0 0,-4 0 1,0-1-51,-3-4 1,2 2 0,-2-5 0,0 0 134,1 0 0,-4 3 0,4-5 1,-1 1-36,0 1 1,0-3-1,-5 4 1,-1 1-35,-4-1 1,-2-2-1,-6 2 1,2 1-8,1 0 1,1 1 0,-7 3-89,-3-2 0,2 2 0,-5-3 1,-1 4-1,1 1-8,-3 0 1,-2 0-1,-2 0-14,0 0 1,1 0 5,-1 0 0,-4 1-38,-1 4 0,-4-2 22,5 7 27,-7-7 1,3 5 14,-6-3 0,0-2-1,0 6 1,2-5-3,3 0 1,-2-2-233,7-2 1,-6 0-1,6 0-19,1 0 0,-3 5 1,2 0 154,1-2 1,2-2 0,1-1 163,0 0 1,1 0 0,-1 0-1,1 0-19,-1 0 1,0-1 0,1-2 0,-1-2 111,1 2 0,-1-1 0,0 1 0,1-2 30,-1 2 0,1-3 0,-1 1-162,0 2 1,1-3 0,-1-1-63,0-1 1,-4 3 0,0-3 116,1 2 1,-5 0 0,1 2 330,-1 0-329,-4-8 1,4 9-152,-6-6 1,0 4-38,0-5 0,0 5 0,0-4 80,0-2 0,-2-2 0,-1-2 1,-2 1 131,2 0 1,2-1 0,1-1 0,0-3 90,0-5 0,0-3 0,0-2 0,0 0 21,0 1 1,0-8-1,0 0 1,0-3-106,0 1 0,0 6 0,0-3 0,1 1-98,4 1 1,-3-1 0,4 5 0,-1 2-93,0 3 1,4 2 0,-4 4-1,0 1-1144,1 4 292,-4-2 1,4 15 102,-6 0 0,0 7 0,-1 7 0,-3 1-212,0-1 1,-6 0 0,4 2 0,-1 2 212,1 1 0,-1 5 1,4-3 817,-2 1 0,7 2 0,6 5 0</inkml:trace>
  <inkml:trace contextRef="#ctx0" brushRef="#br1">5639 5021 11313,'-4'-14'0,"-1"0"-299,2-1 1,1 1 0,2 0 1534,0-1 0,0 1 284,0-1-1012,0 1 1,0 8-286,0 6 0,0 6 0,0 10 0,0 5-39,0 8 0,0 6 1,-2 8-1,-2 2-111,-6 3 1,2 3 0,-2 6 0,-1 1-92,-2-1 0,4-5 1,1-4-1,2-5-37,2-5 0,3-3 0,1-8 0,1-4-108,4-9 1,3-6 0,8-8 0,5-1 259,8-4 1,1-2 0,8-4 0,4 2 24,4-3 1,5 1 0,7 2 0,1 4-119,3 3 1,-2 2 0,4 0 0,0 2-139,3 3 0,-3 3 1,-2 4-1,-1 0-107,1-3 0,5-4 0,8 5 1,2-1-53,-2-1 1,0 5 0,0-5 0,4 0 85,1-3 1,-4 1-1,-35-3 1,0-1-1,0 0 1,1-1 174,0 0 0,1 0 1,-2 1-1,1 1 1,-1-1-1,1 0 1,0 1-1,1-1-121,-2 2 0,1-1 0,-1-3 1,1 1-1,1 2 0,0 1 1,1-2-1,0 0 13,2 1 1,-1-1-1,0 1 1,0-1 0,2-2-1,0 0 1,0 0-1,1 0 60,-1 0 0,0 0 0,1-2 1,1-1-1,2 0 0,1 0 1,-2 0-1,0-1 44,-2 1 0,-1 0 0,-5 1 0,-1 1 0,37 6 0,0 3-41,-37-5 1,0 2 0,32 7 76,-1-2 0,-4 1 0,2 2 0,2 1 0,3 4 0</inkml:trace>
  <inkml:trace contextRef="#ctx0" brushRef="#br1">24472 14863 8446,'-15'0'-273,"1"0"57,0 0 1,-1 0 418,1 0-34,6 0 0,3 0 13,10 0 0,3 0 0,6 0 0,1 0 58,-1 0 0,7 2 0,3 1-128,3 2 0,8 6 0,5-3 0,5 1 0,6 1-1,5 1 0,2 0 0,13 1 1,8-3-143,-38-3 1,1-1 0,1 0 0,0-2 0,0 1-1,1 0 1,-1 0 0,0-1-1,0-1 0,0-1 0,0 0 0,-1 0 0,38-1 0,-8 0 25,-8 0 1,-2 0 0,-1 0 0,-4-2-12,-1-3 1,-5 4 0,-11-4 0,-3 3 32,-2 2 0,-1-5 1,-7 1 131,-3 0 0,-11 3-77,-13 1 1,-7 0 0,-9 0-1,-3 0-7,-5 0 0,-4 0 0,-6 0 1,-4 0 50,-4 0 0,-3 0 1,-3 0-1,-4 0 9,-4 0 1,-2 0 0,1 0 0,-3 0-19,-2 0 1,-8 0-1,-9 0 1,-1-2-39,39 0 0,-1-1 0,-2 2 0,-1-1 1,-2-2-1,0-1 0,-1 0 0,0 0-4,-1 1 0,0 0 0,1-2 0,2 1 0,4 1 0,1 1 0,-39-3 69,1 0 0,4 1 0,8 3 0,6-1-135,7-2 1,11 0 0,9 5 15,4 0 0,11 0-191,9 0 0,5 2 0,17 1 0,4 2-134,6-2 1,7 0-1,4 1 1,6 2 22,2 2 1,9-3 0,2 4-1,6 1 41,4-2 0,4 5 0,7-5 1,3 1 134,0 1 1,-34-6 0,1 2 0,1 1 0,0 0 0,4 0 0,1-1 33,3-1 0,0-1 0,-1 3 0,-1-1 0,-2-2 1,0 0-1,0 1 0,0 0 93,-1 0 0,0-1 1,-1-2-1,-1-1 1,35 4-1,-9-3 112,-12-2 0,-8 0 0,-10 0 0,-2 0 152,-6 0 1,-13 0 0,-6-2 63,-1-3 0,-7 2 0,-3-5-174,-6 2 1,-10-4 0,-7 5-1,-3 2-247,-2 2 0,-9 1 0,-6-2 1,-6-1 99,-7-2 1,-9 0 0,-7 5-1,-5 0 55,-2 0 1,32 0 0,0 0 0,-1 0-1,0 0 1,-3 0 0,-1 0 31,-4 0 0,-1 0 1,-2 0-1,0 0 1,-2 0-1,1 0 0,0 0 1,0 0 46,2 0 1,0 0 0,0 0 0,1 0 0,5 0-1,2-1 1,6-1 0,1 1 27,-27-4 0,19-2 0,19 4-226,8-2 1,19 1 0,14 4 0,13 0-460,12 0 1,6-2 0,5-1 0,6-2 6,7 2 1,5 1-1,7 2 1,4 0 317,4 0 0,-39 1 0,0 0 0,0 0 0,0 1 0,1 0 0,-1 1 17,2-2 0,0 1 0,6 2 1,1 0-1,-1 0 0,0 0 1,1 1-1,1 0 76,-1 0 1,0-1 0,-3-1 0,0-1 0,0 2 0,0 0 0,-1-1 0,0 0 1,-2-1 1,0-1 0,-3 3-1,-1-1 1,26 2 132,-5-2 0,-4-2 1,-7-1-1,-8 0 3,-8 0 0,-12 2 0,-12 1-377,-14 2 322,-5 0 0,-13-5 0,7 0 0</inkml:trace>
  <inkml:trace contextRef="#ctx0" brushRef="#br1">23882 15942 7880,'2'-8'-476,"4"2"1,10 1 692,11 0 0,11 0 1,18 5-1,16 0-173,-29 0 0,2 0 0,11 0 1,2 0-1,4 0 0,2 0 0,5 0 1,1 0-77,3 0 1,0 0 0,-2 1 0,1 2-106,2 0 1,6 3 0,-14 1-1,8 1 1,3 2 0,0 0 0,-10 1-1,0-1 1,0 1 0,-1 0-1,1-1 1</inkml:trace>
  <inkml:trace contextRef="#ctx0" brushRef="#br1">2187 5079 8531,'-31'-2'-402,"-2"-2"0,2 2 1,-2-4-1,2 1 391,3 0 1,-1 0 0,0 5 0,0 0 196,0 0 1,1 0 0,-1 0 0,0 0 109,0 0 0,1 2 1,0 1-1,3 3 103,1 2 0,6-4 0,-1 2 438,3 0-680,2-4 0,7 9 0,9-6 0,11-2-49,9-1 0,8-2 1,7 0-1,8 0 82,5 0 1,9 0-1,9 0 1,9 0-136,-34 0 0,0 0 0,6 0 0,0 0 0,4 0 0,1 0 1,2 0-1,0 0-77,4 0 1,1 0-1,2 0 1,1 0-1,6 0 1,0 1-1,1 1 1,-1 0-90,-2-1 0,0 2 0,-2 3 1,-1 0-1,-2-2 0,-1 0 0,-2 0 1,0 1 115,-2 0 1,0 0 0,-4-1 0,-1 1 0,-2 2 0,-1-1 0,-4 0 0,-1-1-52,-3 0 0,-1 0 0,36 5 0,-11 4 1,-9-1-102,-7-4 0,-12 4 0,-4-5 0,-6 2-191,-4-1 1,-8-6 0,-8 4-1870,-1-1 2207,-2 9 0,-5-7 0</inkml:trace>
  <inkml:trace contextRef="#ctx0" brushRef="#br1">5395 3899 8724,'0'-29'0,"0"2"0,0 3 0,0-3 0,0 5 0,0-1 491,0 4 0,0 8 0,1 3-163,4 2 0,-2 2 1,7 11-1,1 7-130,2 9 0,1 5 1,1 6-1,-2 6-48,-4 6 0,4 5 0,-5 9 0,0 3-80,-3 9 1,-5 0 0,-7 8-1,1-39 1,-2 0 40,-2 2 1,-2 0 0,-4 6 0,-2 0-1,-1 0 1,0 1 0,-2 1 0,0 0 0,0-1 0,-1-1 1,0-1-1,1-1 1,0-5-1,0 0 1,2-1-1,0 0 4,2-2 0,0-1 0,-12 27 0,7-7 0,6-9-206,5-4 0,3-2 1,-3-1-1,3-2-155,1-2 0,3-6 0,4 2 0,0-2-36,0 1 0,1-7 0,4 1 1,6-5 64,7-4 0,1-4 0,8-3 0,5-3 182,3-1 1,10-2 0,8-5 0,4 0 196,6 0 0,2 0 0,7 0 0,2 0 52,2 0 0,6-2 1,-37 1-1,1-1 1,1-1-1,0 1-96,0 1 0,1-1 0,2-2 1,0 0-1,0 0 0,-1 0 0,5-1 1,0 0-73,2 0 0,1 1 1,-1-1-1,2 0 1,3-2-1,2 0 1,1-1-1,0 0-139,2-2 0,1 1 0,0 0 0,2 0 1,3-2-1,1 0 0,2-1 0,-1 1 58,-2 0 0,0 0 1,3 1-1,0 1 1,-2-3-1,-1 1 1,3 0-1,1 1-37,1 1 0,1 1 1,-6 2-1,0 2 1,-2 1-1,0 1 1,-2 1-1,0 1-8,-1 0 1,0 0 0,1 0 0,0 0 0,-1 0 0,-1 1 0,1 1 0,0 0 52,0 0 0,-1 0 0,0 3 0,-1 0 1,0-2-1,1 0 0,2 1 0,0-1-7,4 0 0,0 0 0,-3 2 0,-1 0 0,3-2 0,-1-1 0,-1-1 0,1 1-25,2-1 1,0-1 0,1 1 0,1-2 0,3 1 0,-1 0 0,1 1 0,-2 0-29,-2 1 0,0 1 1,-2-3-1,0 1 1,1 2-1,0 1 1,0-2-1,1 1 39,2-1 1,-1 0 0,-2 3 0,0 0 0,1-2 0,-1 0 0,-2 1 0,-1-1 35,-1 0 0,0 0 0,1 3 0,0-1 0,-1-1 0,0 0 1,1 1-1,-1 0 33,-2 0 0,-1 0 0,1-4 0,-1 1 0,-2 0 1,-1 1-1,2-2 0,1-1 24,3 0 1,-1 0-1,-5 0 1,0 0 0,1 0-1,-1 0-17,-3 0 0,0 0 0,2-2 0,0-1 0,0 1 1,1 0-1,0-1 0,-1 1 0,-1-1 0,-2-1 55,-2 0 1,0-1 0,1-1 0,0-1 0,-3 0 0,0 0 0,2-1 0,-1 1-115,0 0 1,0 0-1,-6 0 1,0-1-1,-1 1 1,1 0 0,-2 0-1,-1 0 9,-1-1 0,1 1 0,0 0 1,-1 0-1,-3 0 0,-1-1 0,37-6-100,-6 0 1,-9-1-1,-1 1 1,-3 0 25,-1-1 0,-7 2 0,-3 2 0,-3 2 165,-2-3 0,-6 4 0,-4-1 0,-2-1-63,-3 2 0,-5 2 0,-4 4 0,-3-1 841,-2-2-909,1 0 0,-7 7 438,-4 3-295,-2-4 0,-7 7 0,-1-3-2,-2 5 1,0-2-1,-3 1 1,1 1-33,-1-2 1,-2 0-11,-1-3-39,-1 3 1,6 0-1,-1-2-43,-1 1 1,-2-6-57,-1 4 0,4-3 87,1-2 0,4 0 29,-5 0 0,7-2-589,-2-3 61,4 4 1,5-7 246,1 3 1,2 3 192,-3-3 0,3 2 0,4 0 0,-1-2 141,1 2 0,-3-5 1,3 0-1,3-2-106,4 1 0,3-1 0,-2-4 0,5 1-46,3 3 0,3-2 0,2 2 0,4-1-58,0 1 0,-2 4 1,4 6-1,2 0 16,2 0 0,-1 0 0,-2 0 1,-6 1 126,-2 4 0,-3-3 1,0 3 274,-4-4 1,-4-2-1,-5-4-29,-1-5 0,-4-3 0,-1-1 0,2-2-120,2-3 0,6 1 0,1-4 0,-1 0-200,2-1 1,-7-1 0,2-5 0,-5 1-186,0-1 0,-4-1 0,-2-2 1,-4-4 249,-1 0 0,0-3 0,0-4 0,-1 0 170,-4 0 0,3 0 0,-3-1 0,2 0 31,-2-4 0,4 3 0,-4-3 1,3 3-145,2 2 1,0-2-1,0 0 1,0 1-46,0 2 1,0 4 0,2-2 0,1 1-64,2-1 0,0 5 0,-5 3 1,0 5-135,0 3 0,-8 5 0,-7-3 0,-7 1 44,-5 3 0,-10 4 0,-5 3 0,-7 1 118,-7-1 0,-5-2 0,-11-1 0,0 1 126,0 3 0,-6-7 1,-2 2-1,39 7 0,1 0-56,-1 1 0,0-2 0,1 0 0,-1-1 0,-3 0 0,0-1 0,-2 1 0,-1 0-101,-3-1 0,-1 1 1,1 0-1,0 1 1,-4 1-1,-1 1 1,-1 0-1,0 0 26,-3-1 0,-2 2 0,-6 0 0,-2 2 1,-3 0-1,-1 0 0,-4 0 0,-1 2-122,-2 0 0,0 0 0,25 0 0,1 0 0,-2 0 0,-3 0 1,-2 1-1,1-1 0,-4 1 0,0 0 0,0 0 149,-4 0 1,0 1 0,-1-1 0,-3 1 0,0 0 0,-1 0 0,-1 0 0,0 0 0,-1 0 0,1 1 0,-1-1 0,1 1-115,-2 0 0,1 1 0,-1 0 0,-4 0 0,0 1 0,-2 0 1,19 0-1,0 0 0,-1 1 0,0 0 0,-2 0 0,0 0 0,0 0 1,-1 0 133,-1 1 1,0 0 0,-1 0-1,0-1 1,-1 1 0,0-1 0,-1 0-1,1 1 1,1 0 0,1 1-1,-1 1 1,0-1 0,-2 0 0,0 0-1,-1 1 1,0-1-106,-1 1 0,-1 0 0,0 0 1,-1 0-1,-1 0 0,-2 0 0,1 0 1,0 0-1,0 1 0,-1-1 0,1 0 1,0 0-1,1 0 0,0 1 0,-1-1 1,1 0 80,-1 0 1,0 0 0,1 0 0,-1 1 0,1-1 0,0 1-1,-1-1 1,1 1 0,-3 0 0,0 0 0,0 0 0,-1 0 0,0 0-1,0 1 1,0-1 0,0 1-27,1-1 1,-1 0 0,1 0 0,-1 0 0,2-2 0,0 1 0,0-1 0,1 0 0,1 0 0,2 0 0,-1 0 0,1 0-1,-1 0 1,-1 0 0,1 0 0,0 0-73,0 0 0,0 0 1,1-1-1,-1 1 1,2-1-1,0 0 1,0 1-1,0-2 1,1 0-1,1 0 1,0-1-1,0 1 11,3-1 0,1 1 0,0-1 0,1 1 0,1 0 0,1-1 0,-1 1 0,1-1 0,1 1 0,-1 0 0,0-1 0,1 1 99,1-1 0,-1 1 0,1 0 0,0-1 0,0 1 0,1 0 0,0 0 0,0 0 0</inkml:trace>
  <inkml:trace contextRef="#ctx0" brushRef="#br1">6819 4144 7310,'0'-15'0,"-1"1"-171,-4 0 0,-2-1 0,-5 2 1,-1 2 620,-3 2 0,-3 1 1,-1-2-1,-4 5-201,-3 4 0,-1-4 1,-3 0-1,-1 2-148,-1 1 0,-6 7 0,4 2 0,0 0-159,0 5 1,1 2-1,4 5 1,-4 5 68,-4 3 0,-4 10 0,-2 8 0,-4 11 35,21-24 0,1 1 0,-2 6 0,1 1 0,0 3 0,0 2 1,1 3-1,1 1 48,-1 3 0,2 0 0,6-1 1,3-1-1,4-3 0,3 0 0,3 0 1,3-1 30,2-1 1,3-1-1,6-3 1,5-2-1,4-2 1,5-3-1,5-3 1,4-3-68,4-2 0,3-3 1,2-2-1,2-3 1,3-1-1,1-2 1,2-2-1,1-1-45,2-1 0,0-2 1,1-4-1,0-1 0,-3-1 1,0-3-1,1-1 0,-1-2 125,1-4 0,-1-1 0,-3-1 0,-2-3 1,-1-2-1,-1-2 0,-5 0 0,-1-2 430,27-20 0,-5-8 0,-14-4 0,-5 1-431,-3-1 1,-12-4 0,-9 1-1,-6-5-422,-4-4 1,-14-5 0,-13-8-1,7 35 1,-2 0-99,-2-3 1,-2 1 0,-6 0 0,-1 1 0,-3-5 0,-1 1 0,-2 2 0,-1 1 120,-2 2 1,-2 3-1,-1 5 1,-3 4-1,2 6 1,-2 5-1,0 4 1,-2 2 260,-1 4 1,-1 1 0,0 3 0,-1 2 0,0 2 0,0 2 0,3 2-1,2 2 156,-37 10 1,14 7 0,9 8 0,13 2-110,12-2 0,10-2 0,13-1 1,8 0-590,8-1 1,12 1 542,4 0 0,8 5 0,1-1 0,1 1 0</inkml:trace>
  <inkml:trace contextRef="#ctx0" brushRef="#br1">6272 5194 7990,'-14'0'352,"4"0"795,1 0-786,6 0 0,-2 7 1,10 1-53,4 0 1,10 0-1,5-5 1,7 2 33,7-2 0,2-2 1,16-1-1,8 0-258,11 0 1,-33 1 0,1 0 0,2 1 0,1 1-1,1 1 1,0 0-193,0-1 0,1 2 0,1 1 0,1 0 0,-4-1 1,0 0 106,-1 4 0,0-5 0,10-18 0,0-9 0,-3-2 0,0 1 0</inkml:trace>
  <inkml:trace contextRef="#ctx0" brushRef="#br1">8718 5093 8152,'0'-14'586,"0"0"1,0 4 0,-1 2-119,-4 2 0,-3-4 0,-7 5-340,1 2 0,4 1 0,1 4 0,-2 1-126,-2 2 0,0 6 0,2-3 0,3 2-179,2-1 1,4 1-1,10 3 1,10-2-80,7-1 0,9-1 0,15 4 1,10-2 63,12-1 0,-29-6 1,2 1-1,6 2 1,2 1-1,4-1 0,2-1 192,-1-2 0,9 1 0,2 0 0,10 0 0,6 0 0,-1-1 0,-11 0 0,1-1 0,-1 0 0,0 0 0,0 0 0</inkml:trace>
  <inkml:trace contextRef="#ctx0" brushRef="#br1">10862 5180 8199,'-15'0'68,"1"0"1,0 0 967,-1 0-761,7 0 0,8 0 1,12 0-1,7 0-145,9 0 1,8 0 0,8 0 0,6 0-326,7 0 1,9 0 0,11 0 194,4 0 0,-17-2 0,15-1 0,8-1 0,-2 0 0,-10 1 0,0 0 0,0-1 0,-1 1 0,1 0 0</inkml:trace>
  <inkml:trace contextRef="#ctx0" brushRef="#br1">13279 5137 8116,'-15'-15'-217,"1"1"1,0-1-1,-1 1 73,1 0 1,0 4 0,-1 2 0,-1 0 304,-3 0 1,3 0 0,-3-2 0,3 4 120,1 0 1,1 4 0,0-3 179,-1 4 1,6 1 0,1 1-213,1 4 0,4-2 0,8 5 1,6 0-114,7 0 1,4 2 0,10 3 0,5-2-285,6-2 1,16-1 0,3 4 0,10-4 146,-34-4 0,6-2 0,9-3 0,11-3 0,4-1 0,1 1 0,8-2 0,0 0 0,0 0 0,1 0 0</inkml:trace>
  <inkml:trace contextRef="#ctx0" brushRef="#br1">15667 5093 8057,'10'0'645,"-1"0"0,-4 0 1,5 0-37,1 0 1,3 5 0,5 2 0,7 1-217,6 3 0,13 2 0,15-1 1,16 0-394,-35-6 0,7-3 0,8-10 0,10-7 0,5-3 0,0 1 0,6-1 0,0 1 0,0 0 0,0-1 0</inkml:trace>
  <inkml:trace contextRef="#ctx0" brushRef="#br1">4575 3036 8350,'-29'-5'-42,"0"0"0,0-6 0,1 2 1,1-3 50,3 3 0,-4-2 1,4 4-1,-1 1 203,1-1 0,-2 3 0,5 5 0,-1 6 151,-3 7 0,-1 8 1,2 12-1,5 6 94,3 6 0,3 1 0,3 7 0,6 2-262,2 0 0,15-2 1,8-12-1,11-5-188,11-9 1,5-7 0,6-13 0,-1-9-30,1-12 1,0-14 0,-1-12-1,-6-2 152,-7-3 1,-5 1 0,-10-1-1,-4-3-46,-7-1 1,-9-3-1,-2 6 1,-7 4-121,-11-1 1,-7 2-1,-12 2 1,-6 4-341,-6 4 0,-5 3 0,-5 1 0,2 5-394,1 5 1,6 0-1,3 13 1,9 5-266,11 6 1,8 13 1034,6 7 0,55 39 0,-13-25 0,0 0 0</inkml:trace>
  <inkml:trace contextRef="#ctx0" brushRef="#br1">6013 2993 8273,'-36'1'0,"2"4"1,4 5 217,1 3 1,7 4-1,2 7 1,6 10 102,4 6 1,6 9-1,10 2 1,8 1-148,9-5 0,6-7 0,4-3 0,7-2-180,6-3 1,-1-8-1,5-6 1,-1-7 57,4-6 1,0-11 0,1-9 0,1-9-139,-6-8 0,-4-5 1,-7-6-1,-3 0 23,1 0 0,-14 0 0,-1 0 0,-10 1 48,-5 4 0,-2 1 0,-11 5 0,-7-2-147,-9 2 1,-12 7 0,-6 2 0,-7 3-90,-3 2 0,4 8 0,1 6 0,4 2-158,4 2 0,11 6 1,0 6-1,6 5-695,8 7 1104,5 3 0,38 5 0,17 4 0,1 2 0,0 0 0</inkml:trace>
  <inkml:trace contextRef="#ctx0" brushRef="#br1">7826 3209 8349,'-14'-10'0,"-1"2"-449,1 2 1,0 1-1,1 6 1,2 6 874,1 7 1,5 9 0,-3 10 0,2 6 49,3 2 1,1 2-1,4 2 1,4 1-342,9 2 1,7-6 0,11-9 0,6-5-174,2-9 1,4-6 0,2-15 0,2-3 81,2-4 1,-6-17 0,-2-8 0,-8-5 28,-4-5 0,-3-5 0,0-2 0,-4-2-75,-5 0 1,-10 7 0,-4-2 0,-6 3 10,-9 2 0,-8 6 1,-15 5-1,-7 7-242,-6 5 1,-10 11 0,-7 4 0,2 7-154,2 7 0,8 7 1,3 13-1,5 3-121,5 6 0,11 1 0,12 9 507,9-4 0,31-12 0,12-1 0,3 2 0,0 1 0</inkml:trace>
  <inkml:trace contextRef="#ctx0" brushRef="#br1">9711 3165 8349,'-43'0'0,"6"2"0,2 1 0,1 4 154,1 1 1,4 8-1,7 8 1,1 4 205,3 6 0,9 4 1,4 9-1,5 1-198,5-2 0,11-8 0,14-6 0,11-6-64,11-7 0,7-9 0,6-6 0,7-4-209,2-4 1,-2-6 0,-5-9 0,-5-5 9,-3-3 0,-14-7 0,-8 1 1,-12 1 287,-10 1 0,-7-2 0,-8 1 1,-2 3-34,-3 3 1,-11 9 0,-12-2-1,-9 4-152,-5 6 0,-7 2 0,-4 7 1,-5 0-406,-4 0 0,8 7 0,-2 2 0,5 4-171,4 1 0,15 6 0,8 0 0,8 3-1031,7 2 1605,2 2 0,61-9 0,27-7 0,-25-1 0,0-1 0,0 1 0</inkml:trace>
  <inkml:trace contextRef="#ctx0" brushRef="#br1">11351 3252 8349,'-29'-15'0,"5"1"0,2 0 0,-1-1 231,1 1 0,5 6 0,-4 3 1,2 5 123,-1 5 1,1 8 0,5 7 0,1 3-85,3 2 0,4 3 0,6 0 0,0 1-230,0 0 1,2-2 0,2-1 0,8-2-203,5 1 1,6-4 0,7-2 0,4-3 58,4-1 0,5-8 0,5-3 0,6-8-7,7-5 0,-2-5 1,5-7-1,-1-6 178,-1-5 1,0-8 0,-7 3-1,-7 0 12,-10 4 1,-14-1-1,-10 4 1,-9 2-102,-8 1 1,-13 2 0,-13 1-1,-9 6 71,-9 7 1,-5 0 0,-9 6 0,-1 2-469,1 1 0,2 4 0,3 1 1,1 5 39,3 5 0,13-2 0,6 10 0,12-2-128,10 0 1,6 2 504,10-2 0,-4-9 0,6 2 0</inkml:trace>
  <inkml:trace contextRef="#ctx0" brushRef="#br1">13567 3338 8335,'-52'-13'0,"4"4"0,2-3 0,0 6 0,-2 0-217,1-1 1,-2 3-1,-1 4 1,-1 1 401,-3 4 1,-1 3 0,3 8 0,4 1 98,3 3 1,7 10 0,4-1 0,9 1 18,12 1 1,10-3 0,9 1-1,10-2-126,11-3 1,16-5 0,15-9 0,7-5-197,6-4 0,2-4 0,1-5 0,-1-8 44,-2-5 0,-9-1 0,0-3 0,-1-1 26,1-4 0,-9 1 0,-2-5 0,-11 4-7,-11 1 0,-8-5 1,-12 3-1,-7 3-110,-10 8 1,-10 4 0,-15 3-1,-6 3-356,-2 5 1,-2 4-1,0 1 1,1 1-36,4 4 0,2 3 0,9 8 0,5 2 457,8 1 0,38 32 0,15 3 0</inkml:trace>
  <inkml:trace contextRef="#ctx0" brushRef="#br1">15494 3180 8293,'-51'0'-349,"3"0"1,2 0 224,-2 0 1,3 0 0,-3 0-1,4 1 607,0 4 0,0 3 0,-1 8 0,2 3 38,6 5 1,7 5 0,6 5 0,4 4-63,4 4 1,8-6 0,7-2 0,9-4-334,11-1 0,19-7 0,10-4 0,7-8-280,2-10 0,7-8 1,3-12-1,5-3-156,5-5 0,-8 0 0,-1-1 0,-5-2 82,-7-2 1,-4 1-1,0-7 1,-9 0 133,-8-3 0,-11 5 0,-6 2 0,-7 1-98,-7 1 1,-5 1 0,-9 8 0,-9 5-368,-6 3 1,-3 8 0,3 3 0,2 3 558,3 2 0,13 58 0,9 14 0</inkml:trace>
  <inkml:trace contextRef="#ctx0" brushRef="#br1">16717 3252 8293,'0'-29'-239,"0"0"0,0 2 0,-1 1-70,-4 2 1,-3 7 0,-8-1 0,-3 5 396,-5 4 0,-5 6 0,-5-2 1,-6 5-33,-6 5 0,0 9 0,-5 10 0,1 3 160,4 2 0,-4 0 0,4 0 1,3-1 24,3 1 1,9-5 0,4-2-1,11-1 208,10-3 1,6-2 0,6-3-250,9-4 0,5-2 1,9-7-1,0 0-114,0 0 1,-1 0 0,0 0 0,-4 0-173,-5 0 1,-3 0-1,-2 0-210,0 0 0,1 0 0,-1 0-840,1 0 1,-6 0 1135,1 0 0,-20-45 0,1-11 0</inkml:trace>
  <inkml:trace contextRef="#ctx0" brushRef="#br1">17494 3338 8185,'-24'0'0,"2"0"-1,1 0 0,-3 2 1,3 2-1,1 6 543,-1 3 0,-5 8 1,4 3-1,-1 4-208,4 6 0,5-2 0,6 5 1,9-2-186,12-3 0,11-10 1,13-7-1,8-9 18,4-4 0,4-9 1,5-6-1,-2-7 62,-4-9 0,3-10 0,-7 0 0,-4-8-7,-4-6 0,-1-3 0,-9-1 0,-4-1-87,-4 1 0,-11 6 1,-12 4-1,-12 9-391,-10 9 0,-12 4 0,-6 10 1,-7 7-480,-3 5 0,-1 11 1,-2 6-1,1 9 735,-1 4 0,8-1 0,-10 7 0,0 1 0,-6 2 0,0 0 0,0 0 0</inkml:trace>
  <inkml:trace contextRef="#ctx0" brushRef="#br1">5740 4417 8222,'-35'-24'110,"-3"0"0,1 5 0,-2-3 1,0-1 419,-3 1 1,-6-4 0,-2-6 0,-1-3-133,-3-2 1,3-3 0,-4-9 0,-1-7-336,29 26 0,-1-1 1,-2 0-1,0 0 1,-19-27-1,-2 2-127,-4 4 0,-4-3 0,0 9 1,5 4-161,3 7 1,9 11 0,10 3-123,6 1 0,14 5 0,13 1-239,12 7 1,9 7 0,12 5 0,6 5 584,6 3 0,31 14 0,-32-12 0,0 0 0</inkml:trace>
  <inkml:trace contextRef="#ctx0" brushRef="#br1">6575 4446 8222,'-20'0'0,"0"0"0,-1 0 179,0 0 0,-3-2 0,6-4 1,4-8 222,3-9 0,3-6 1,-2-6-1,6-8-204,2-8 0,4-5 0,2-3 0,6-4-237,3-4 0,-4 3 1,1 2-1,-1 3-293,-1 1 0,0 2 1,-3 4-1,3 5 61,0 7 0,11 5 0,1 8 271,5 3 0,23 27 0,10 12 0,4 1 0,0 1 0</inkml:trace>
  <inkml:trace contextRef="#ctx0" brushRef="#br1">8733 4273 8222,'-20'0'-103,"0"-1"0,-1-2 239,0-2 1,-3-6 0,5 1 0,0-3 478,-2-1 1,5-1-1,-5-1 1,2-1-344,0-2 1,0-7-1,4 2 1,1-5-181,-1-4 0,1-2 0,0-5 0,-1 1-258,1-1 1,4 3 0,1-1-1,-2-2-407,-2-1 1,-2 4 0,1 3-1,0 4-711,-1 1 1,-4-3 1283,0 3 0,-20-9 0,1 8 0</inkml:trace>
  <inkml:trace contextRef="#ctx0" brushRef="#br1">6834 2950 8258,'-15'0'-64,"1"0"1,-1 0 0,3-2 268,2-3 0,4 2 0,9-7 19,6-1 1,7-2 0,16-3 0,8-4 34,13-9 0,16-6 1,-28 12-1,3-1 0,2-1 1,2-2-122,4-4 0,1-1 1,9-3-1,3 0 1,2-3-1,1 1 1,3-1-1,1 1-455,-1 1 1,0 1 0,-4 5-1,-1 3 1,-2 4 0,0 4 316,-6 3 0,0 2 0,3 2 0,0 1 0,-3 4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8977 5957 8309,'-9'-7'-221,"1"-2"373,1-4 0,2 3 0,9 2 0,4 2 369,6 3 1,16 3 0,7 5 0,11 3-225,10 0 0,18 4 1,-33-6-1,2 0 1,9 1-1,3 2-332,7 0 0,3 1 0,7 0 0,2-1 1,-21-4-1,2-1 0,0 0-32,-2 0 0,0 1 0,11-5 0,-2-3 0,9-4 0,7-2 0,6-2 1,2 0-1,0-1 0,-3 1 0,-10 2 0,-1-1 0,0 0 0,0 0 0,0 0 1,0 1-1,0-1 0,0 0 0,0 0 0</inkml:trace>
  <inkml:trace contextRef="#ctx0" brushRef="#br0">29191 7770 10447,'-15'0'-419,"1"0"0,0-2-81,-1-3 1,1 4-1,-2-4 1,-2 3 676,-1 2 1,-5 0-1,3 0 1,-3 2 28,-6 3 0,1-2 1,-6 6-1,1 3-143,1 0 0,-6 1 0,4-2 0,0-1 255,0 1 1,8-4 0,8-1-121,3 0 1,9-4 0,9 3-201,11-4 1,15-2 0,16-4 0,7-3-87,5 0 0,1-5 1,1 4-1,-1-3 74,1 3 1,3-4 0,-4 5 0,-6-2 106,-4 1 1,-12 6-1,-6-2-11,-9 3 1,-18 2 0,-15 2-1,-16 3-33,-12 4 1,-17 2 0,1 1 0,-4-3-46,-3 2 0,3 2 0,-4 2 0,1-3-3,3-2 0,4 3 0,5-5 1,9 1-89,8 1 1,1-7-1,7 4-182,10-1 1,9-4-1,13 2 1,6-2-754,6-2 1022,12 0 0,17-12 0,16-7 0,1-1 0,7-2 0,1 1 0,-1 0 0</inkml:trace>
  <inkml:trace contextRef="#ctx0" brushRef="#br0">29363 7899 11251,'-24'0'0,"-1"2"-209,-6 3 0,7-4 0,-4 4 0,1-3 43,-1-2 1,0 0-1,-1 0 1,2 0 116,3 0 0,-4 0 0,4 0 0,-3 0-4,-1 0 1,-1 0 0,0 0 0,2 0-2,3 0 0,-2 0 0,7 0 0,1 0-118,2 0 79,8-7 1,4 6-1,9-6 1,4 2 65,4 1 0,8-3-1,4 4 1,6-3 42,2-2 0,9 3 0,-1-3 0,7 0 105,3 0 0,1 3 0,0-3 1,-4 0 6,-3 0 0,3 5 0,0-4 0,-2 3 51,-1-1 1,-3-5 0,-2 5 0,-4 1 76,0-3 1,-9 6 0,-10-6 70,-6 1 0,-6 3 0,-10-5-33,-4 1 0,-6 2 1,-5 5-1,-7 0-263,-5 0 1,-8 0 0,0 0-1,-7 0 18,-5 0 0,-6 5 1,-3 2-1,-3-1 56,-1 0 0,-7 6 0,-8-3 0,38-3 0,-1 1 5,-3 0 0,-1 0 1,2 1-1,-1-1 1,1 0-1,-1 0 1,3 0-1,0 1 27,2-1 1,0 0 0,-39 7 0,9 1 0,3-2-61,12-4 1,15 2 0,10-4-1,9-1-99,8 1 1,11-3 0,4-4 0,14 0-326,12 0 1,9 0 0,12 0 0,7 0 57,6 0 0,10 0 0,11 0 0,-39 0 0,2 0 221,3 0 0,0 0 0,-3 0 0,-1 0 0,5 0 0,0-1 0,-2-1 0,0 1 4,1-2 0,0 1 0,2-3 0,-1 0 0,1 2 0,-1 0 0,-1 0 0,0-1 137,-2 1 1,-1 0 0,35-7 0,-8 6 0,-8-1 220,-5-2 1,-14 6 0,-8-4 0,-12 2 122,-10-2 1,-9 3-251,-11-2 1,-4 2 0,-12 2 0,-8 2-93,-8 2 0,-6 0 1,-5 4-1,-6-2-100,-7-3 0,-6 4 0,-8-1 0,-2 0 4,2 1 1,-5-1 0,40-4 0,-1-1 0,-2 2 0,-1-1 50,-1 0 0,-1-1 0,5 2 0,1 1 0,-1-2 0,0 1 0,-32 0-43,5-2 0,6-1 0,9 2 0,9 1 85,8 2 1,9 0-202,13-5 1,7 0 0,9 0 0,11 0-59,9 0 0,13 0 1,10-2-1,11-1 24,10-2 1,-26 2 0,3 0 0,2 0 0,1 1 0,4-2 0,1 0 57,4 0 1,0 0-1,-2-2 1,-1 1-1,6 1 1,0 1 0,-2 0-1,1 0 18,0 0 0,0 0 0,0-2 0,1 0 1,-2 2-1,0 0 0,-4-1 0,-1 1 150,-4 0 0,-2 0 1,30-2-1,-15 5 0,-4-2 349,-3-2 1,-19 2 0,-6-3-118,-8 4 1,-14 2-1,-8 2 1,-12 2-56,-13-2 1,-10 4 0,-11-2 0,-6-1-120,-7 3 1,-6-4 0,-11 5 0,36-4 0,-1 0-72,-1 0 1,-2 0 0,-4-2 0,0 1-1,-1 1 1,-1 0 0,-3 0 0,0 0-69,-1 0 1,0 0 0,-3-2 0,0 1 0,-3 0 0,-1 1 0,-1 1 0,-1-2 33,-3 2 0,1-2 0,6 0 0,1-1 0,2 2 0,1 0 1,7 0-1,2-1-11,5-2 1,2 1 0,-31 1 0,12 0 0,11 2 54,11-2 1,7-1 0,7-1 0,5 3-223,3 0 4,8 1 0,3 0 0,12 1-123,7 2 0,2-4 0,8 0 0,3 0 7,5 0 0,3-2 0,5 3 0,-1-4-396,1-1 0,8 2 1,4 1 670,4 2 0,7 5 0,-1-6 0,0 1 0</inkml:trace>
  <inkml:trace contextRef="#ctx0" brushRef="#br0">29968 8446 9678,'-8'-7'-184,"-4"-5"1,8-7 0,0 1 249,3 2 0,1-3 0,0 0 0,0 1 171,0 2 1,1 2 0,4-2 0,5 0 98,3 1 1,1-2 0,0 9-62,1 0 0,-1 1 0,-1 9-135,-3 3 1,-2 4 0,-5 10-1,2 5 102,-2 4 0,-8 7 0,-5 5 0,-2 5-94,-3 2 1,1 8 0,-1-4-1,1 2-174,0 0 1,-1-7 0,1 3 0,-1-1-198,1 0 0,4-6 1,2-10-1,2-7-772,3-5 708,1-4 1,7-16-1,1-8 1,1-10-54,-1-4 1,1-2-1,-4-5 1,0-1-16,-5-4 1,-4 4 0,-10-2 0,-3 4 133,-5 4 1,-5 7 0,-4-1 0,-6 7 556,-2 6 1,2 7 0,1 7 0,0 11 132,1 5 0,-2 9 0,12 1 0,10 0-276,9 0 0,6 4 0,5-6 0,7-1-272,9-1 0,13-9 1,6-3-1,4-3-663,1-1 1,5-7-1,0-4 742,-2-2 0,22-31 0,11-12 0,-22 11 0,0 1 0,0 0 0</inkml:trace>
  <inkml:trace contextRef="#ctx0" brushRef="#br0">30227 8849 8404,'-13'1'0,"2"3"29,1 0 0,5 6 0,-3-4 0,2 2-120,3 4 0,-4 2 1,1 5-1,-1 5-324,1 3 0,-4 0 0,6-1 415,0-2 0,16-19 0,4 0 0</inkml:trace>
  <inkml:trace contextRef="#ctx0" brushRef="#br0">30385 8475 8184,'-15'-2'0,"1"-1"-706,0-2 1,1 2 495,3 8 210,4 3 0,31 44 0,7 11 0</inkml:trace>
  <inkml:trace contextRef="#ctx0" brushRef="#br0">30428 9036 8126,'-10'0'1650,"1"0"-1439,-2 0 0,-2 6 0,-2 2-112,1 0 1,4 3-1,2-4 285,2 1-332,-5-5 1,9 2 0,-3-10-35,4-5 0,2-2 1,4-3-1,5-1 117,3-3 0,6 3 0,2-3 1,1 4-88,4 6 0,-1-2 0,1 6 0,-2 3-238,1 5 0,-2 7 0,-1 9 0,-1 5-219,-4 3 1,-7 9-1,-5 0 1,-4 3-1529,-1-1 1937,-6 0 0,-2 25 0,-6 4 0</inkml:trace>
  <inkml:trace contextRef="#ctx0" brushRef="#br0">31147 7525 8341,'8'-21'16,"4"4"1,-6-6 0,2 3 195,3 2 0,2 8 0,1 6 0,1 5 133,-1 9 0,0 7 0,1 18 1,-1 9 20,1 7 0,-6 6 0,-1 6-360,-1 4 1,2 10 0,-6-37-1,-1 1 1,0 2 0,-1 0-1,0 3 1,0 0-422,-1 2 1,0-1-1,-2-2 1,-1-2 0,0-1-1,0 0 1,-4 31 414,1-12 0,7-47 0,7-19 0</inkml:trace>
  <inkml:trace contextRef="#ctx0" brushRef="#br0">31694 7626 8344,'-26'-2'0,"-6"-1"312,-7-2 1,-5 13-1,-13 11 1,-6 10-81,0 9 0,27-18 0,0 0 0,0 6 0,1 1 0,-3 1 0,-2 0-398,-3 2 1,1 1 0,4-2 0,1 1-1,-2 1 1,0-1 0,3-2 0,1-2-1955,1-1 1,0-2 2119,-24 16 0,18-24 0,-1-2 0,-35 8 0</inkml:trace>
  <inkml:trace contextRef="#ctx0" brushRef="#br0">26198 6590 8344,'-14'-2'113,"-1"-3"1,3 2 78,2-6 0,12 1 0,14-4 0,12 4-189,14 2 1,4-5 0,12 1 0,7-1-28,9 1 1,-34 4 0,2 0-1,3 1 1,2 2 0,4-2-1,1 0-48,4 0 1,1 1 0,1 1-1,1 1 1,3-2 0,0 0-1,2 0 1,0 0-90,2 0 1,1 0 0,3 1 0,1 1 0,4-2 0,2-2 0,1 1-1,2-1 252,0 0 1,0-1-1,-26 3 1,0-1 0,1 0-1,0 0 1,0 0-1,1 1 1,2-1 0,2 0-1,-1 0-74,4 0 1,0 0 0,0 1 0,-3 0-1,0 1 1,1 0 0,3 0 0,0 0 0,1 0-1,-1-1 1,0 1 0,0 0 103,1 0 1,0 1 0,0-1-1,0 0 1,1 0 0,0 1 0,-1 1-1,1 0 1,-1 0 0,0-1-1,-1 1 1,1-1-53,-4 1 0,1 0 1,-2 0-1,-1 0 1,0 0-1,-1 1 0,-1 1 1,-2-1-1,1 1 1,26 0-1,-1 1-294,0 0 1,-2 1 0,-6 0 0,-1 0 0,-2-1 0,-2-1 0,-4 2 0,0 1-274,-4 0 1,0 0 0,-4-2 0,0-1-1,-3 2 1,1-1 497,-3-1 0,0-1 0,0 3 0,-1-1 0,-5 1 0,-1-1 0,0 0 0,-1-1 0,36 1 0</inkml:trace>
  <inkml:trace contextRef="#ctx0" brushRef="#br0">32759 5727 8583,'6'-15'-37,"-4"1"1,2-1 0,-2 1 165,-2 0 0,0-1 0,2 1 349,2-1 0,-2 9-233,3 6 1,1 13-1,-1 11 1,-2 5-23,-1 4 1,-4 5 0,-3 10 0,-4 7-174,-4 6 0,-8-2 0,-1 3 1,-2-1-136,0 1 0,0-3 0,-5 4 1,0-6 9,1-4 0,4-10 1,1-9-1,2-6 19,4-4-39,7-3 1,6-19-1,10-7 1,8-8 16,9-6 0,5 1 1,6-4-1,4 0 48,4-1 1,1 1 0,0-2-1,0 5 113,1 3 0,-3 8 1,-2 3-1,-8 5-109,-5 5 1,-7 4 0,-9 11 0,-5 5-38,-4 7 1,-7 5-1,-5 6 1,-7 0-372,-6 0 0,-1 5 0,-1 0 0,4-1-1167,1-3 1601,2-7 0,23 11 0,6-3 0</inkml:trace>
  <inkml:trace contextRef="#ctx0" brushRef="#br0">33305 6748 8450,'-14'0'6,"0"0"1,-1 0 0,1 2-1,-1 4 494,1 8 0,0 7 0,-1 8 0,1 1-530,-1 4 0,7-2 1,4 6-1,2 2 30,2 2 0,19 33 0,-7-33 0,0-1 0</inkml:trace>
  <inkml:trace contextRef="#ctx0" brushRef="#br0">25234 5655 8293,'48'0'-210,"0"0"0,7-2 0,-3-1 0,6-4-142,4-1 1,5-1 0,9-6 0,2 1 444,2 0 1,-37 6 0,2 1-1,2 0 1,2 0 0,0 0-1,1-1-155,0 1 1,0 0 0,1 0 0,-1 1-1,1 0 1,0 1 0,2 0 0,0 1 89,2-2 1,0 0 0,1 0 0,0-2-1,0-1 1,0 0 0,-1 0 0,0-1 2,1 1 1,0 1-1,1-1 1,0 0-1,2 0 1,0-1 0,2-1-1,-1-1 17,3 1 0,-1 0 0,4-2 1,-1 0-1,-2 3 0,1 0 1,1-1-1,2-1-106,2-1 0,1 1 1,3 0-1,0 1 0,0 0 1,-1 0-1,-1 0 0,1 1 49,-1 1 0,0 1 1,0-3-1,2 1 0,1 0 1,2 1-1,1 0 0,-1 0-23,0 1 1,0 0-1,4 1 1,-2 0 0,-5-1-1,0 1 1,2 0 0,0 0-8,3 0 1,-1-1-1,1 1 1,-1 0-1,0 1 1,0-1-1,-3 2 1,0-1 10,-1 1 0,0 1 0,-1 0 0,0 0 0,0-2 0,1 0 1,0 2-1,0 0 52,-1 1 0,0 0 1,-2 0-1,0 0 1,-5 1-1,0 0 1,0 0-1,1 0 77,1 0 1,0 0 0,1 1 0,0-1 0,1 1-1,-1-1 1,-2 0 0,0-1-11,-3 1 1,0 1 0,-1 1 0,0 0 0,3 1 0,0 1-1,-2 1 1,0-1-60,-3 0 0,0-1 0,0 1 0,0-1 0,-5 1 0,0 0-32,2 0 0,0 0 0,1 3 0,1 0 0,-2-2 0,-1-1 0,-2 0 0,1-1 0,0 0 0</inkml:trace>
  <inkml:trace contextRef="#ctx0" brushRef="#br0">33420 4345 18291,'7'-14'-441,"-4"-5"0,5-1 1,-2 3 189,-2 1 1,-1 6 822,2 1 0,3 4-605,6 5 1,-6 5 0,-2 19 0,-1 1 61,0 2 1,0 9 0,-7 4-1,-3 6 23,-4 7 1,-4 1 0,-1 0 0,-2-1-38,-4 2 0,3-4 0,-7 1 0,0 1-207,2-2 0,-4-1 1,7-8-1,1-4 45,2-5 1,3-4 0,4-5-14,4-5 0,5-9 0,5-5 142,4-4 1,4-7 0,2-4 0,-1-2 183,0-3 0,1 1 1,-1-1-1,1 3 261,-1 2 0,0-3 1,2 4-1,2-3 67,1 3 1,0 2-1,-4 7-401,-1 0 1,0 4-1,1 4 1,-2 8-254,-4 4 0,-2 6 1,-6 6-1,2 3-161,2 2 1,0 1-1,-7 5 1,-1 1-2179,-2-1 2369,-6 0 1,-10 0-1,-9 0 1</inkml:trace>
  <inkml:trace contextRef="#ctx0" brushRef="#br0">33665 5453 18291,'-14'0'0,"-1"0"-337,1 0 0,4-5 0,2-1 91,2-2 0,3 0 1,7-3-1,6 1 864,3-1 1,3 3 0,1 0 0,3 2-152,-3 2 0,4 3 1,-2 1-1,-1 0-151,-2 0 1,-3 1 0,-4 4 0,-2 6-787,-1 7 0,-6 3 0,0 4 0,-8-1-86,-5 2 1,-8 6-1,-3 1 1,-3-1 132,-2-1 0,1-4 1,-1-1-1,2-4 304,3-1 0,3-4 1,8-6-1,5-3 254,8-1 1,13-2-1,14-5 1,10-2-203,11-3 0,-19 4 1,-4-6-1</inkml:trace>
  <inkml:trace contextRef="#ctx0" brushRef="#br0">28457 3971 8408,'14'0'-18,"1"-1"6,-1-4 0,5 3 0,2-4 0,1 1 242,4 0 1,1-1 0,2 3 0,1-4-334,4-1 1,-2 3 0,6-3 0,2 0-38,2 0 1,1 0 0,2-3 0,3 2 182,4-3 1,4 4-1,2 0 1,-1 0-31,1 0 0,6 4 0,2-4 0,1 0-14,0 0 0,0 4 1,3-2-1,1 1 17,1 1 0,-4-1 0,9 3 1,-3-1-4,-3-2 0,1-4 1,0 2-1,-1 1 22,-4-1 0,2 1 1,-7 3-1,-1-4-30,-2-1 1,-6 5 0,-2-3 0,-2 1-29,-2 0 0,-3-4 0,-2 2 0,-2 1 10,-2-1 0,-4-2 0,3 2 0,-1 1 77,1 0 1,-5-4 0,0 5-1,-5 2 52,-3 1 1,-5 1 0,4-2-1,-2-2-37,-4 2 1,-1 1-1,-1 2-125,-1 0 1,-6 2 0,-2 1-445,1 2 0,-6 6 229,4-2 0,1-1 0,-1 2-33,-2 1 1,4-3 0,-1 0-308,2-1 601,-5-3 0,10 3 0,-5 1 0</inkml:trace>
  <inkml:trace contextRef="#ctx0" brushRef="#br0">32600 3468 8146,'0'-15'-572,"-1"6"0,-2-1 400,-2-1 1,0-2 0,5-3 0,0-2 437,0-1 0,-2-2 0,-1 2 0,-2-3-222,2 0 1,-5-6 0,-1 4 0,-6-3-95,-4-2 0,1 1 0,-5 0 1,-3 4 120,-1 5 1,3 5 0,1 4 0,3 6 26,2 2 0,-3 4 0,2 4 0,1 8-34,3 9 0,0 10 1,2 6-1,2 4 74,2 5 0,1 1 1,-2 6-1,5-1-93,4 5 1,1 0 0,0 7-1,1-1-331,4 1 0,1-5 1,6-1-1,-4-4-710,-2-3 996,5-13 0,-16-5 0,4-14 0</inkml:trace>
  <inkml:trace contextRef="#ctx0" brushRef="#br0">31838 3712 8350,'14'0'82,"1"0"0,1-1 124,3-4 0,13 3 1,16-3-1,16 4-206,14 1 0,-14 0 0,5 0 0,9 0 0,0 0 0</inkml:trace>
  <inkml:trace contextRef="#ctx0" brushRef="#br1">32054 12719 24575,'0'0'0</inkml:trace>
  <inkml:trace contextRef="#ctx0" brushRef="#br1">30629 11654 24575,'0'0'0</inkml:trace>
  <inkml:trace contextRef="#ctx0" brushRef="#br1">29680 12475 24575,'0'0'0</inkml:trace>
  <inkml:trace contextRef="#ctx0" brushRef="#br1">15825 13381 24575,'0'0'0</inkml:trace>
  <inkml:trace contextRef="#ctx0" brushRef="#br1">30227 13424 24575,'0'0'0</inkml:trace>
  <inkml:trace contextRef="#ctx0" brushRef="#br1">2129 1698 24575,'0'0'0</inkml:trace>
  <inkml:trace contextRef="#ctx0" brushRef="#br1">17494 5007 24575,'0'0'0</inkml:trace>
  <inkml:trace contextRef="#ctx0" brushRef="#br1">16674 5554 24575,'0'0'0</inkml:trace>
  <inkml:trace contextRef="#ctx0" brushRef="#br1">32500 10388 24575,'0'0'0</inkml:trace>
  <inkml:trace contextRef="#ctx0" brushRef="#br1">31895 13007 24575,'0'0'0</inkml:trace>
  <inkml:trace contextRef="#ctx0" brushRef="#br1">7078 7568 8360,'-21'-6'-79,"1"-2"0,-6-7 1,4 3 56,1 2 0,0-3 1,3 5-1,-1-1 193,2-1 0,1 2 1,3-3 78,3 1 0,4 6 1,9-4 23,7 1 0,2 2 0,17 5 1,6 0 57,5 0 0,16 8 0,8 5 1,11 6-261,-32-8 1,1 1 0,6 0 0,4 0-1,7 1 1,2 1 0,9-1 0,2-1-686,-21-3 0,1-1 0,2-1 1,5 0-1,2-2 0,1-1 613,6 1 0,1 0 0,-1 0 0,2 1 0,-1 2 0,1-1 0,2-2 0</inkml:trace>
  <inkml:trace contextRef="#ctx0" brushRef="#br1">11236 7496 8507,'-14'-5'-520,"-2"-1"0,0-2 512,1-3 0,-2 3 1,7-2 361,-3-1 1,5 3 273,3-1-409,4-1 1,1 0-1,1 2-107,4 2 0,3 1 0,8 5 0,2 0 11,1 0 0,7 0 1,-2 0-1,3 0-9,1 0 0,9 0 0,6 0 0,9 0-31,3 0 0,16 0 1,7 0-1,-33 0 0,1 0-60,7 0 0,0 0 0,-2 0 0,0 0 0,4 0 0,0 0 1,-3 0-1,-1 0-33,-3 0 1,0 0 0,-2 0 0,0 0 0,-3 0 0,-1 0 0,36 0 2,-10 0 1,-6 0 0,-16 0-1,-3 0-18,-3 0 0,-9 0 0,-1 0 0,-6 0-41,-3 0 0,-7 0 130,-4 0 0,-9 0-17,-1 0 1,-6 0 0,-10 0 0,-2 0-10,-1 0 0,-6 0 0,1 0 0,-3 0 50,-2 0 0,-6 0 0,-4 0 1,-4 0 19,-5 0 0,2 0 0,-5 0 0,-1 0-26,1 0 1,-1 0-1,-6 0 1,0 0-15,1 0 1,4 0-1,2 0 1,1-1-44,4-4 0,3 3 1,6-3-1,8 4 88,9 1 1,4 0-91,1 0 1,7 1 0,5 3-137,6 0 1,5 3 0,8-4-1,3 2 9,5-2 0,5 3 0,5 1 0,4-1-161,4 1 1,9-3-1,5-4 1,8 0 43,6 0 0,-1 0 0,7 0 1,-2 0 196,-2 0 1,-2-1 0,-4-4-1,-10-3 118,-11 0 1,-17 0-30,-13 3 0,-11 4 0,-13-4 0,-10 3 69,-7 2 0,-11 2 0,-4 1 0,-7 3-62,-3 2 1,-2 2 0,-5 3 0,-1-2 33,-3-1 1,1-6 0,-4 4 0,1 0 1,3 0 1,2-5 0,3 2 0,5-3-26,8-2 1,6 0 0,10 0 0,1 0 20,2 0-553,13 0 0,0-5-18,15 0 0,4 2 1,8 8-1,2 4-339,1 4 1,7-3-1,-2-1 806,3 3 0,26-8 0,12-2 0,6 1 0,-1 0 0</inkml:trace>
  <inkml:trace contextRef="#ctx0" brushRef="#br1">29881 9698 8104,'-14'0'-283,"0"0"1,1-2-1,2-1 1,3-4 494,1-1 0,2 4 0,5-6-15,0-1 1,2 3-1,3 0 1,6 0-133,7 0 0,4 3 0,8-3 0,4 2-85,4 3 0,5 1 1,5 2-1,5 0-194,3 0 1,2 0 0,-1 0 0,1 0 99,-1 0 1,-7 2-1,-7 1 1,-10 2 252,-7-2 0,-10 3 0,-11 1-73,-8 1 1,-15-5-1,-20 3 1,-5-1 6,-5 0 1,-4-1-1,-5-4 1,-2 0 81,-4 0 1,3 0 0,-6 0 0,2 0 71,3 0 0,4 0 1,4 0-1,5-1 135,3-4 1,10 4 0,8-6-281,11 1 0,16 4 0,14-4 1,12 1-186,11 0 1,4-4 0,17 2 0,6 1-92,5-1 0,3 1 0,1 3 0,2-2 9,2 2 0,-36 1 0,1 1 0,36-3 1,-2 0 84,-9 0 1,-15 3 0,-8 1 402,-9 0 1,-19 0 0,-15 0-36,-17 0 0,-14 0 0,-18 0 0,-6 1-205,-7 4 0,-9 3 0,-10 7 1,38-8-1,1 0-104,-3 0 1,0 0 0,-1 1 0,0-1-1,2 0 1,0 0 0,0 0 0,1 0-20,1 1 1,1-1-1,-32 7 1,12-1 0,12-2-131,15-1 0,17-5 0,18 3-72,10-2 1,9-1 0,8-5 0,1 0 86,4 0 0,3-5 0,6-1 0,1-2 32,4-4 0,-1 4 1,4 0-1,0 0-284,0 0 427,2 5 0,7-11 0,8-4 0,5 2 0,-1 0 0</inkml:trace>
  <inkml:trace contextRef="#ctx0" brushRef="#br1">13696 7467 8346,'-14'0'-457,"-6"0"0,1 0-55,2 0 685,7 0 1,10 5-1,11 2 1,7-1 114,6 0 0,9-1 0,7-3 0,7 1 3,6 2 0,9 0 0,7-5 0,7 0-202,-33 0 1,1 0 0,5 0-1,2 0 1,7 0 0,1 0-1,5 0 1,2 0-32,4 0 1,2 0 0,3 0-1,2 0 1,3 0 0,1 0-1,0 0 1,0 0-194,-3-1 1,0 2-1,-1 1 1,-2 0-1,-3 1 1,-2-1-1,0 1 1,-1-1 71,-1 1 1,-1 0-1,-7-2 1,-2 0-1,-4 1 1,-1 1 0,-5-2-1,-2-1-23,36 0 1,-9 0-1,-9-1 1,-12-2 111,-17-2 0,-11 0 0,-10 5 5,1 0 0,-9 0 1,-6 0-1,-10 0 88,-7 0 0,-2 5 0,-10 1 0,-6 1-33,-5-1 1,-5 4-1,-1-4 1,-6 2-103,-4 3 1,7-3-1,-7 0 1,5-1-307,4-4 1,3 3-1,0 1 1,3-1 166,3 0 0,-1 4 155,10-5 0,4 6 0,10-3 0</inkml:trace>
  <inkml:trace contextRef="#ctx0" brushRef="#br1">32644 7208 7784,'14'0'-380,"0"0"1,1-1 0,-1-2 691,0-2 0,-7 0-204,-7 5 0,-10 0 0,-12 0 0,-8 0-107,-6 0 1,-8 0-1,-9 0 1,-3 2-6,-2 3 1,1-4 0,-1 4 0,1-2 6,-1 2 1,2-4 0,3 6 0,7-2-34,6-1 1,7 1-1,7-5-23,2 0 0,14 0 0,6 0 1,13 0-64,14 0 0,7 0 0,15 0 0,4 0 67,9 0 1,6 0-1,8 0 1,0 0 116,0 0 0,0 0 0,-2 0 0,-3 0 120,-5 0 0,-6-5 0,-8 1 0,-11 0 158,-10 3 0,-14-4 1,-15 0-51,-10 2 1,-11-3 0,-12 1-1,-8 2-295,-8 1 1,-10 2 0,-3 0 0,0 2-1041,0 3 1039,2-4 0,4-14 0,1-11 0</inkml:trace>
  <inkml:trace contextRef="#ctx0" brushRef="#br1">18127 7338 8242,'-37'0'0,"4"0"-293,3 0 1,1 0-1,2 0 1,3 0 742,4 0 1,4 0-18,2 0 1,8 2 0,6 1-285,8 2 0,11 1 1,5-3-1,5 4 95,4 1 1,10 0 0,12 3-1,5-2-183,8 3 0,5 5 0,-33-7 1,2-1-1,4 0 0,2 0-86,5-1 1,1 0 0,2 0 0,1 0 0,7 0-1,2 0 1,2 0 0,1 0-156,4-1 1,0-1 0,0-3-1,1 0 1,1 1 0,-1 0 0,-3-1-1,-2 0-150,-4 0 1,-2-2 0,-6-3-1,-2 0 330,-4 0 0,-1 0 0,0 0 0,-1 0 0,-3 1 0,-1-2 0,1-3 0,-1 0 0</inkml:trace>
  <inkml:trace contextRef="#ctx0" brushRef="#br1">32140 4273 8380,'14'0'-1029,"1"0"1033,-7 0 0,-3 0 0,-10 0 1,-5 0 45,-3 0 0,-7 0 0,-3 0 0,-1 0-4,0 0 1,-4 2 0,-8 1-1,0 2-10,-4-2 0,-2-1 0,-1-1 0,-2 2-46,-3 2 1,-3 0 0,-7-3 0,3 1-19,2 2 1,3-1 0,7-2 0,1 1-3,4 2 1,9 0 0,12-4-66,6 4 1,11-3 0,11 3-1,8-4 38,10-1 1,6 0-1,10-1 1,4-3 42,9 0 0,1-8 0,8 4 0,0-1 42,-1-1 0,6 5 0,-4-4 0,3-1 119,-6 2 0,-4-4 1,-7 4-1,-4-2 130,-7 0 1,-13 6-53,-6-6 1,-22 7-1,-23-2 1,-9 5-165,-8 5 0,-12 3 0,-8 5 1,-7-2-82,-5-2 0,29-4 1,0 0-1,0 2 1,0 0-1,-38 6 42,-1-3 1,0 2 0,37-7 0,-1 0 0,2 1 0,0-1-10,1 0 1,0 0 0,-36 6-1,12-5 1,7 1-225,9-1 0,12 5-35,8-1 0,21 1 0,18-1 0,12-5 46,10-4 0,7-1 0,8 0 0,8 0 133,6 0 1,7-5-1,6-1 1,-4 0 90,1-1 1,-1-2 0,3 2-1,1 1 126,-2-1 0,-3-2 0,-13 4 0,-5 0 668,-8-1-787,-13 4 0,-28-4 0,-18 7 1,-11 3-294,-7 0 0,-11 8 0,1-3 1,-8 4-326,-7 1 0,-5-4 587,-8 0 0,-1-3 0,-9 2 0,24-2 0,-1 0 0,1 1 0</inkml:trace>
  <inkml:trace contextRef="#ctx0" brushRef="#br1">7999 8187 8513,'-23'0'0,"4"-2"-369,3-2 0,10 2 1,6-3 417,8 4 1,13 1-1,9 0 1,10 0 5,6 0 1,15 0 0,3 0 0,10-2-8,-34 0 0,1-1 1,8 0-1,1-2 0,6-2 1,2-2-1,6 0 0,3-1 3,5-1 1,3-2 0,-19 3 0,1-1 0,1 0 0,1 0 0,1-1-1,0 1 1,1 1 0,1-1 0,0 0-254,3 1 1,0 0 0,0 0-1,2 2 1,0 0 0,1 2-1,4-1 1,1 1 0,1 1-1,0 1 1,0 0 0,0 1-288,1 1 1,0 0 0,0 1 488,1 0 0,-1 1 0,0 0 0,-2 0 0,-1 1 0,0 1 0</inkml:trace>
  <inkml:trace contextRef="#ctx0" brushRef="#br1">11423 9165 13601,'-14'0'-907,"-1"0"1,6-5-1,-1-1 599,-1-2 1,4 3-118,3-4 243,-4 6 0,6-5 40,-3 3 0,5 2 236,5-7 1,-2 7 0,7-2 0,-1 2 93,-1-2 0,10 3 0,-4-2 0,4 0-71,3 0 1,1 2-1,7-3 1,1 4-46,4 1 0,3-2 0,7-1 0,4-2 3,5 2 0,6 0 0,5-1 0,5-2 41,0-2 1,4 3 0,4-3 0,0 0-15,1 0 1,0 0-1,-36 3 1,-1-1 0,39-4-17,-1-1 1,-37 7-1,0 0 1,1 0-1,-1-1 1,3 0 0,0 0-26,-1 1 1,1 0-1,1-2 1,1-1 0,-2 3-1,1 0 1,-1 0-1,1-1-66,1 0 1,-1 0 0,-4 3 0,-1-1 0,1 0-1,-1-2 1,36-3-7,-7 0 1,-6 5 0,0-3 0,-5 1 2,-8 0 0,-4 0 0,-4 5 1,0 0-78,0 0 1,-6 0 0,-2 0-1,-1 2-740,-1 3 825,1-4 0,-5 14 0,3-4 0,6 2 0,7-2 0</inkml:trace>
  <inkml:trace contextRef="#ctx0" brushRef="#br1">14818 9093 10394,'-14'0'-982,"-1"0"1,1 0 1069,0 0 1,-1 0 158,1 0-180,0-6 0,7 4 31,7-2 0,7 2 0,7 0 0,0-1 16,1-2 1,1 1 0,3 4 0,3 0-57,1 0 1,9 0 0,-4-2 0,4-1-3,4-2 1,-5 0 0,8 4 0,2-3-48,6 0 1,-1-1-1,7 5 1,1-2 24,2-3 1,8 4 0,2-4-1,-1 3 8,-2 2 0,0 0 0,1 0 0,0-1 15,0-4 1,3 3 0,-3-2 0,0 0 8,0 0 0,10 0 0,-1-4 1,4 0-19,1 0 1,-37 7-1,0-1 1,39-4-35,-38 2 1,1 1 0,35 2-1,-35-2 1,0 1 0,-1 1 0,-1 0-1,41 1-2,-1 0 0,-1 0 1,2 0-1,-7 0 70,-6 0 1,-1 0 0,-4 0 0,2 0 70,3 0 1,-5 0 0,-2 0 0,-1 0 1,1 0 0,2-4 0,3-3 0,-5-1-28,-2-3 0,0-2 1,1-1-1,-3 0-87,-2-1 1,-5 1 0,-13-1-1,-3 3-38,0 2 1,-6-1 0,0 6 0,-8 2 77,-5 1 0,-2 2 43,1 0-112,-1 0 1,-1 2-1,-2 1 1,-3 3 6,-2 2 1,5-4 0,-1 2 0,3-1-121,1 0 0,1-1 0,-1-2 0,0 1-203,1 2 0,-1 0 0,1-5 0,-3 1-651,-2 4 0,3-3 0,-4 4 154,4 1 1,-5-4 694,-3 6 113,-4-5 1,-26-4-1,-7-8 1</inkml:trace>
  <inkml:trace contextRef="#ctx0" brushRef="#br1">21436 9266 8553,'72'8'-46,"2"-2"0,4-6 0,-35 0 0,2 0 45,4 0 1,1 0 0,4 0-1,2 0 1,7 0 0,1-1-1,5-1 1,2 1-204,6-1 0,1-1 1,1-2-1,1-1 0,-26 2 1,1 1-1,0 0 0,0-1 1,0 1-1,0-1 223,1 1 1,0 0 0,0-1 0,1 0-1,0-1 1,0 0 0,-1 1 0,1 0 0,-1-1-1,-1 0 1,0-1 0,0-1-18,24-1 1,0-1 0,-2 1 0,0 0 0,-1 1 0,1 0 0,-2-1 0,-1 1-32,-1 0 1,-1 0-1,-6 0 1,-2-1-1,-4 2 1,0 0 0,-6 0-1,-1 0-64,-4 1 0,-1 1 0,-4 1 0,-2 1 0,32-6 0,-8 2-60,-9 2 0,-9 3 0,-2 1 0,-4 0 153,-4 0 0,-7 0 0,4 0 0,2 0 0,-1 0 0</inkml:trace>
  <inkml:trace contextRef="#ctx0" brushRef="#br1">9351 9885 14122,'-14'8'-240,"-1"-4"1,6 3 0,-1-2 329,-1-2 1,0 0 0,0 0-18,1 2 1,1 0-1,-6-5-174,1 0 1,4 0 0,1 0 32,-3 0 1,4 0 0,-1 0-112,-2 0 0,-2-5 0,-2-1 117,1-2 0,4 0 0,1-3-25,-2 1 0,4 5 1,1-3-1,1 0-156,0 0 1,0 3-1,5-4-94,0-2 1,0 3 92,0-2 0,2 7 0,3-2 302,4 3 0,4-2 0,2-1 1,1 2-40,3 1 1,3 2 0,7 0 0,1 0 45,4 0 0,3 0 0,6 0 0,2 0 81,3 0 1,3 0-1,8 2 1,5 1-17,8 2 0,1-1 0,9-4 0,-40 0 0,1 0-26,1 0 1,1 0 0,2 0 0,0 0-1,3 0 1,1 0 0,-1 0 0,1 0-63,-1 1 0,0-2 0,0-1 0,0-2 0,-2-1 0,1 0 0,0 0 0,0-1 46,2 2 0,0-1 0,-3-2 0,0 1 1,1 2-1,1 0 0,-2-1 0,0 0-84,-1 0 0,0 1 1,1 2-1,0 0 0,2 0 1,1 0-1,-2 1 0,1 0 19,-2 1 0,0 0 1,-1 0-1,0 0 0,-2 0 1,0 0-1,1 0 0,2 0-15,2 0 0,-1 0 0,-3 0 0,-1 0 0,3 0 1,0 0-1,-3 0 0,0 0-33,-2 0 0,0 0 0,1 0 0,0 0 1,-1 0-1,0 0 0,-1 1 0,-1 0-46,34 3 0,-9 4 1,0 5-1,-3-2-119,-2-1 0,-2 0 1,-3 4-1,-3 0-456,-5 1 646,-3-1 0,-5-3 0,0 1 0,0-1 0,-2-2 0</inkml:trace>
  <inkml:trace contextRef="#ctx0" brushRef="#br1">18962 10676 12987,'14'-8'134,"2"3"0,2 2-452,1-2 1,0 4 0,-5-6-1,1 2 16,-1 1 1,1-1 0,-1 5 0,-1-2 290,-4-3 1,4 4 29,-3-4 1,-2 4-23,1 1-25,-6 0 1,2 0-1,-10 0 26,-4 0 0,-4 0 1,-1 0-18,-1 0 1,1 0-1,0 0 1,-1 1 16,1 4 0,-1-4 1,1 4-1,0-3-22,-1-2 1,-1 0 0,-1 0 0,-3 1 18,3 4 0,-1-3 1,1 3-1,-2-4-4,1-1 0,-4 0 1,-1 2-1,-1 1 57,0 2 1,0 0-1,-5-5 1,1 0 0,-1 0 1,0 4 0,2 1 0,1-2-5,2-1 1,0 0-1,-4 1 1,-1 2-4,0-2 1,5 0 0,2 0 0,1 2-22,3-2 1,2-1 0,4-1 233,2 4-259,4-3 1,7 4 0,4-6 0,5 0 44,2 0 0,3 0 0,1 0 0,3-1-11,5-4 1,3 3-1,3-3 1,2 4-31,2 1 0,11 0 1,-2 0-1,3-2 40,4-3 1,6 4 0,8-4-1,1 3 7,4 2 1,1-6-1,4-4 1,1-2 21,2-3 0,-7 1 0,-8 0 0,-2-1 39,-3 1 1,-1-5 0,-5-1 0,-6 4-4,-5 5 1,-8-2-1,3 5 1,-3-1-109,-3-1 0,1 7 0,-11-2 0,-1 4-234,-2 1 0,-2-5 128,1 0 0,-7 2 0,-3 8-85,-4 4 1,-2-1-1,-4 0 1,-5 0 101,-3 0 1,-3 2 0,-1 3-1,-4-2-59,-1-2 1,4 1 0,-3 4 0,2-1-110,0-3 1,0 3 215,4-4 0,-5 10 0,-3 4 0</inkml:trace>
  <inkml:trace contextRef="#ctx0" brushRef="#br1">19436 10762 13188,'44'-6'-404,"-1"-4"0,1 2 0,4 0 0,4 0 406,-1 0 1,0 5 0,-5-3 0,2 1 12,-1 0 1,1-4-1,-5 2 1,-7 1 31,-4-1 1,-9-4 0,-2 3 0,-4-1 43,-2-1 0,-4 5-168,-11-4 0,-7 6 0,-4-2 0,-6 3 111,-7 2 1,-10 2-1,-6 3 1,-6 3-25,-7-1 1,-3 6 0,-3-3-1,-2 3-3,-1 1 0,-10-1 0,5-2 1,1-1 9,1 1 0,-1 2 0,-7-1 0,-3 0 3,0-3 0,-1-4 0,7 3 0,3-2-45,4-2 1,6 2 0,5-1 0,11-2-70,11-1 0,7-2 63,9 0 1,9 0 0,8 0 0,12 0-549,5 0 579,4 0 1,16-8-1,7-4 1,3 0 0,0 0-1</inkml:trace>
  <inkml:trace contextRef="#ctx0" brushRef="#br1">25047 10619 10545,'8'-7'78,"5"4"1,-3-5 0,2 2-297,3 2 1,1-2 0,3 1 0,5 0 160,3-1 1,10 4 0,8-2 0,11 2 123,9 2 1,7 0 0,6 0-1,-36 0 1,1 0-51,1 0 0,2 0 0,4 0 1,0 2-1,-1 0 0,0 0 0,-1 2 1,0 0-146,-1 0 1,0 0 0,2 3-1,0-1 1,-1-1 0,1 0 128,0 3 0,6-3 0,1-13 1,8-6-1,4-3 0,0 0 1,7-2-1,-1 1 0,1-1 0,0 1 1</inkml:trace>
  <inkml:trace contextRef="#ctx0" brushRef="#br1">11668 12431 8582,'-23'-6'-107,"2"3"1,7-5-1,0 0-571,-1 0 1,7 3 0,3-5 529,4-1 0,7-2 148,4-1 0,3 6 0,1 2 0</inkml:trace>
  <inkml:trace contextRef="#ctx0" brushRef="#br1">12185 12014 17807,'15'0'-42,"-1"0"0,-4 0 1,-1 2-1,4 1-274,5 2 1,-1 6 0,7-3-1,2 2 93,1-1 0,2-1 0,1 3 0,4-3 225,4-1 0,4 2 0,2-2 0,4-1 52,5 0 1,3 1 0,3-4-1,5 3-24,8 2 1,2-3 0,-34 0 0,1 0-1,1 0 1,-1 1-34,1 0 1,1 1 0,3-1 0,1 1-1,2-1 1,1-1 0,2-1 0,1 0-97,2-1 1,1 0 0,2 0 0,0-1 0,-2-2 0,0-2 0,2 0 0,1 0 143,1-3 1,0 0 0,4-2 0,1 0 0,-1-2-1,-1 0 1,-1-1 0,0-1 71,0 0 1,-1 0-1,2 2 1,-1 0-1,-1 0 1,0-1-1,-1 2 1,1 0-47,0 1 0,0 0 1,-4 2-1,-1 0 0,-2 1 1,-1 0-1,1 1 1,-1 0-80,2 1 0,1 1 0,-1-2 0,0-1 0,-1 1 1,-1 0-1,-2-1 0,-1 0-92,-1-2 1,1 1 0,-1 0-1,1 2 1,0-2 0,1 0-1,-2 0 1,1-1 102,-2 0 0,0-1 1,-2 1-1,0-1 0,-3 1 1,-1 1-1,0 1 0,-1 0 130,0 1 0,0 0-133,34-2 0,-33 7 0,1 1 0,35 1 0,-3 0 0,-5-3 0</inkml:trace>
  <inkml:trace contextRef="#ctx0" brushRef="#br1">18098 12158 17832,'-9'0'-2519,"-1"0"2573,1 0 1,2 0 0,9 0 0,11 0 29,9 0 1,7-5-1,4 0 1,6 1-31,2-3 1,4 6 0,5-6 0,7 2-80,9 1 0,4-1 0,4 5 0,1 0-4,1 0 1,-34 0 0,0 0-1,37 0 1,1 1-112,-3 4 1,1-2 0,1 5 0,-2-1 90,-4-4 0,-4-1 0,-13-2 0,-3 0 30,-6 0 0,-3 0 0,-8 0 0,-7 0 31,-8 0 0,-7-2 1,-4-3-121,-5-4 1,-5 1 0,-7 0 90,-7 1 1,-2-2-1,-8 4 1,-2 0-7,-1-1 1,-3 4 0,-2-4 0,-3 1-7,-2 0 1,3 0 0,-2 5 0,-1 0 38,0 0 0,-1 0 0,-5 0-9,-1 0 1,6 0 0,0 0 0,-4 0-1,-3 0 37,-3 0 0,0 2 1,5 1-1,0 2 36,0-2 1,-5 4 0,0-1-1,2 0 116,1 1 1,3 2 0,2-2 0,2-1-73,-2 0 1,5 4 0,3-4 0,5 1-107,3-1 1,6 4 0,1-4-61,5 2 0,8-5 1,10 2 23,8-3 1,9-2-1,12 0 1,8-2 13,8-3 0,7 4 0,4-4 1,5 2-89,4-2 1,2 3 0,5-2 0,-36 3 0,1 0 26,2 1 1,0 0 0,1 0 0,0 0 0,-1 0 0,0 0 0,1 0 0,-1 0 55,0 0 1,0 0 0,6 0 0,0 0 0,-5 0 0,-3 2-12,23 2 0,-15-2 1,-19 3-1,-5-4 313,-6-1-4,-11 0 0,-15 0 1,-11 0-1,-5 2-205,-5 3 1,-7-4 0,-7 6 0,-5-2-92,-3-1 0,-6 3 0,1-4 0,-4 2-46,-6-2 1,3 3 0,-8-1-1,0 0 11,-3 1 0,-1-2 0,0 4 1,0 0 28,1 0 1,5-4 0,4 4 0,3 0 23,1 0 0,7-4 0,4 2 0,9-1-15,9 0 1,2 1-47,8-1 0,8-4 0,11 4 0,11-3-63,11-2 0,10 0 1,16-2-1,7-1 24,5-2 1,11-1 0,9 3 0,-39 0 0,1-1 37,1 0 1,2 0 0,2 2 0,0-1 0,-1 0 0,1-2 0,0 1 0,2 0-7,1 0 1,2 0-1,0 2 1,1 0-1,3-2 1,-1 0-1,-2 0 1,-1 1 62,0 1 0,-1 1 0,-6-1 1,-1 1-1,-1-1 0,0 1 1,-1-2-1,-2 1 51,35-1 0,-9-4 1,-15 2-1,-3 2 81,-7 2 1,-6 1 0,-11 0-116,-4 0 0,-11 1 0,-6 2 11,-6 2 0,-11 0 1,-10-5-1,-3 0 27,-2 0 0,-6 0 0,-5 0 0,-5 2-11,-3 2 0,-2-2 0,3 3 1,-5-4-65,1-1 1,2 0 0,4 2 0,-1 1 79,-2 2 1,0 0 0,4-5-1,1 1-241,0 4 0,6-3 1,4 3-1,4-2-220,5 2 0,10-2 379,9 6 0,61-5 0,16 2 0</inkml:trace>
  <inkml:trace contextRef="#ctx0" brushRef="#br1">19652 12374 15622,'23'0'-11,"29"-13"0,3-3 1</inkml:trace>
  <inkml:trace contextRef="#ctx0" brushRef="#br1">19091 12359 15690,'-37'0'0,"4"0"-222,2 0 1,1 0-1,-2 0 1,0 0-211,5 0 1,5-1 0,7-2 0,1-4 234,-1-1 0,7-1 1,7-4 80,9 3 1,3-2 0,15 4 0,4 0 179,7 3 0,11-2 0,4 3 1,6 0-12,4 3 0,4 1 1,6 0-1,0 0-40,0 0 0,3 0 1,5 0-1,-37 0 1,0 0-16,1 0 0,0 0 0,0 0 0,0 0 0,-2 0 0,1 0 0,-2 0 0,1 0 47,39 0 0,-12 0 0,-3 0 0,-12-2 147,-11-3 0,-13 4-53,-10-4 0,-17 3 1,-10 2-1,-10 0-20,-12 0 0,-3 5 0,-10 2 0,-5 1-133,-8 3 0,-1-3 1,-11 1-1,0 1 61,1-2 1,-4 5-1,3-5 1,-5 1-12,-5 1 0,-3-5 1,38-1-1,0 0 0,0-1 1,1 0 3,0-1 0,0-1 1,-36 6-1,-1-3 1,4 0 2,9-3 1,6-1 0,8 0-1,6 0-75,5 0 0,14 0-33,2 0 0,15-5 0,9 1 0,8 0-107,4 3 0,9-4 0,3 0 1,5 2-174,5 1 346,2 2 1,25-7 0,11-5 0,6 0-1,-1 0 1</inkml:trace>
  <inkml:trace contextRef="#ctx0" brushRef="#br1">25939 10561 18208,'27'-14'-786,"1"1"0,-1 2 341,3 1 1,10 5-1,5-3 1,9 2 469,7 3 0,8 1 0,-2 2 0,5-2 40,5-2 0,-6 2 0,3-3 0,-8 4 15,-7 1 1,0 1-1,-13 2 1,-6 4-30,-9 1 0,-11-3 0,-9 3-194,-1-2 1,-13 4 0,-4-6 0,-8 1 232,-9 2 0,-12-6 0,-5 6 1,-7-3 32,-3 1 1,-2 2 0,-6-4 0,-2 2 65,-1-2 1,-1-2-1,6-1 1,-1 2-65,1 3 0,-1-4 0,2 4 1,3-3-79,6-2 1,2 0-1,3 0 1,4 0-97,4 0 1,10 0 30,5 0 0,18 0 0,12 0 0,14-2 174,12-3 1,11 2 0,6-5 0,7 2-204,6 3 1,8-4 0,2 1-1,-2-1-86,-1 1 0,-2 0 0,1 2 0,1-2 129,-2-2 0,-12 5 0,-16-2 1,-11 3 153,-7 2 0,-15 0 1,-17 2-75,-17 3 0,-14-2 1,-15 7-1,-11 1 3,-5 2 0,-11 1 1,39-7-1,-1-1 1,-1 0-1,-1-1 6,0 0 1,0 0-1,-3-1 1,1 1 0,-1 1-1,0 1 1,2-1 0,-1-1 141,1 0 1,0 0 0,-36 3 0,3 3 0,9-2-119,10 3 0,10-6-155,19-1 0,17-4 0,12-1 0,17 0-335,13 0 0,15-6 1,13-4-1,9-1 357,8 2 1,-18-12 0,13-10 0,6-5-1,-1 2 1,-8 5 0,0 1 0,0-1-1,-1 0 1,1 0 0</inkml:trace>
  <inkml:trace contextRef="#ctx0" brushRef="#br1">27694 12288 25815,'-62'0'-562,"0"0"1,-1-5 0,8 0 0,2 2 444,5 1 1,3 1-1,3-3 1,6-2 438,7-2 1,8 3-639,12-4 0,10 4 0,15-3 0,11 1 426,10 4 1,13 2-1,7 1 1,9 0-215,4 0 1,2 0 0,0 0 0,0 0-70,0 0 0,9 0 0,1 0 0,-5 0-38,-7 0 1,-3 0-1,-8 0 1,-6 0 219,-7 0 1,-20 0 0,-25 0 73,-17 0 1,-20 0 0,-23 0 0,-13 0 7,30-1 0,-1 2 1,-4 1-1,0 2 1,-6 0-1,0 0 1,-1 1-1,-1 0 258,1-1 1,0 1 0,2 0 0,1 0-406,5 1 0,-4 2 0,-1 2 0,-6 2 0,-1 0 0,-5 1 0,0-1 0,1 1 0</inkml:trace>
  <inkml:trace contextRef="#ctx0" brushRef="#br1">27392 12288 23712,'10'-2'-374,"0"-1"-604,1-2 0,2-6 0,1 3 806,0 0 1,-4-3 0,-2 4 0,0 1 85,0-1 0,-5 1 0,2 1-207,-4-4 0,-2 1 295,-4-2 1,-5 7 0,-7-2 0,-4 3 208,-1 2 0,-9 0 1,-7 0-1,-4 0-114,-1 0 1,-6 5 0,-4 2 0,-3-1-29,-2 0 0,-2 4 1,1-4-1,4 1-234,4-1 0,11 5 262,11-1 1,7-4 0,8 1 0</inkml:trace>
  <inkml:trace contextRef="#ctx0" brushRef="#br1">13106 14172 11080,'-14'0'-1971,"4"0"1920,1 0 233,5 0 1,0 0 0,8 0-62,6 0 1,3 5-1,3 0 1,3-2-4,5-1 1,3-1 0,2 3 0,1 0-4,4 0 0,3-3 0,7-1 0,4 0-7,5 0 0,5 5 1,2 0-1,4-2-16,2-1 1,1-1 0,5 2 0,-2 4-68,-3 1 1,-3-5 0,-6 3 0,-1-1-14,1 0 1,-7 1 0,-3-2-1,-3 0-18,-2 0 0,-6-3 1,-4-1-1,-2 0 65,-2 0 0,-6 0 0,0 0 0,-1 0 26,1 0 1,-6-5 0,2 1 0,-3 0 8,-1 3 0,4-4 0,0 0 0,0 2-34,2 1 0,-5 2 0,3 0 1,-1 0-45,1 0 0,-8 0 1,4 0-1,-3 0 27,1 0 1,-3-1 0,-1-2 107,3-2 0,-4 0-6,1 5 0,-4 0-219,5 0 1,-1 0-3,5 0 1,-4-2 114,0-2 1,-6 2 107,6-3 0,-5 4 275,4 1-264,-5 0 0,4 0-145,-4 0 1,-2-2-134,3-3 0,-2 4 80,2-4 1,1 2 0,5-1 74,-1 0 1,-5-1 0,4 5-4,3 0 0,0-5 67,3 0 0,-2-1 1,-2 3-51,-2-2 0,-1-2 0,4 4-60,-3-2 1,-4 1-115,4 4 1,-4 0 39,5 0 0,-7-2-147,2-3 112,3 4 225,-7-6-107,6 7 1,-7 2-134,0 3-48,0-4 56,0 6 6,0-7-2136,0 0 677,0 6 1566,0-4 1,-19 17-1,-5-3 1</inkml:trace>
  <inkml:trace contextRef="#ctx0" brushRef="#br1">9581 8878 8307,'-9'0'-1359,"-1"-2"839,-1-3 0,-2 4 511,-1-4 1,4 3 0,2 1 0,0-3 63,0 0 0,4-1 1,-6 5 51,-1 0 1,-2 0-1,-1 0-1,-1 0 0,6 0 1,-1 0-1,0-2 25,2-3 1,-4 4-88,2-4 0,-1 2 1,0 0-8,1-2 1,0 0-23,-4 5 1,4 0 0,1 0 21,-2 0 0,-2 0 0,-1 0 29,-1 0 0,6 0 1,-1 0-1,-1 0 34,-2 0 1,-1 0-1,-1 0 1,1 0 113,-1 0 1,1 0-1,0 0-113,-1 0 0,6 0 0,-1 0-70,-1 0 1,3 0-106,-2 0 87,7 0 34,-3 0 0,7 0-53,4 0 0,3-5 0,6 0 0,2 2 65,4 2 0,-3 1 0,7 0 0,2 0-23,1 0 1,2 0 0,0 0 0,1 0-42,3 0 1,3 1 0,4 2 0,-2 2 9,2-2 1,-2 1 0,2-1-1,2 2-10,-2-2 0,0 3 0,3-1 0,0-2-5,0-1 1,2-1-1,1 3 1,2 0 7,-1 0 0,-1-3 0,0-1 0,2 0-5,-1 0 0,-4 0 1,-3 0-1,-2 0 3,2 0 0,0 0 0,-2 0 0,-4 0 12,-4 0 1,-1 0 0,0 0 0,-2 0-2,-3 0 0,2 0 1,-7 0-1,0 0 14,2 0 1,-5 5 0,3 0 0,-3-2-15,-2-1 1,2 2 0,2 1-1,1-2-8,-1-1 0,2 3 0,0 0 0,-1-2-10,2-2 1,-4-1-1,6 0 1,-1 0-14,0 0 1,-2 0-1,2 0 1,-1 0-19,-4 0 1,1 0-1,-1 2 1,4 1-55,2 2 0,-1 1 0,4-3 0,-1 2-28,6-2 1,-1 4 0,7-2 0,-1-2 27,1-2 1,0-1-1,3 0 1,-2 0 64,2 0 1,7 0 0,-1 0 0,-3 0 116,-3 0 0,-6 0 1,2-1-1,0-2 33,-4-2 0,-2 0 0,-1 5 0,-1 0-60,1 0 0,0-5 0,-2 0 0,-1 2-57,-2 2 1,0 1-1,5 0 1,-1 1-40,1 4 1,-2-3 0,-1 4 0,-2-1-38,1 0 0,1-1 1,-2-2-1,-3 1 29,-1 2 1,-4 0 0,4-5 0,-4 0 6,-2 0 1,-4 0-1,-1 0 1,1-2 96,-2-3 0,5 4 0,-4-6-68,4 1 1,1 0 0,1-4 0,-1 4-9,1-1 0,-1 6 0,0-4 0,1 3-20,-1 2 1,0 0 0,1 0-83,-1 0 0,1 0-25,-1 0 0,-6 2-72,-3 3 1,-2-4-36,2 4 0,-2-2 251,7 2 0,-7-22 0,3-1 0</inkml:trace>
  <inkml:trace contextRef="#ctx0" brushRef="#br1">15437 14029 12782,'-15'6'-2287,"7"-4"2272,2 4 50,6-6 204,0 0 183,-6 0-374,4 0-65,-4 0 0,7 0 0,4 0 0,5 0 13,2 0 0,4 0 0,4 0 1,2 0-9,0 0 0,4-2 1,-7-1-1,-1-2 113,-2 2 0,-2 0 0,1 0 240,-1-2 1,-8 0-224,-6 5 1,-8 0-1,-9 0 1,-4 0 14,-1 0 0,-1 0 0,-2 0 1,2 2-96,2 3 0,2-4 0,5 4 0,1-2 46,3 2-174,4-3 0,8 4 0,2-6-66,6 0 1,3 0 0,1 0 21,1 0 0,-1 0 93,0 0 0,-4 0 166,0 0-30,-7 0 0,-8 1 0,-9 3 101,-2 0 1,0 6 0,1-4 0,1 1-94,-1-1 1,1 4 0,1-4 0,2 1-52,2-1 1,1 0 0,-4-2 32,3 0-176,6 1-164,-4-5 1,14 0 0,2-1 0,4-3 81,1 0 1,1-6 0,-1 4 77,0-2 1,1 4 14,-1 0 106,-6 2 1,-3 2 0,-10 0-23,-4 0 0,-4 5 0,-2 1 0,1 1-59,0-1 1,-1 0 25,1-1 1,44-29-1,12-1 1</inkml:trace>
  <inkml:trace contextRef="#ctx0" brushRef="#br1">13437 14216 20586,'14'0'-26,"-4"0"1,0 0-22,1 0 1,2 0 0,1 0 0,0 0 161,1 0 0,-1 0 1,2 0-1,2 0 11,1 0 1,7 0 0,-2 0 0,3-2 98,1-3 0,0 4 0,-3-4 1,1 3-78,4 2 0,-1-1 0,4-3 0,-4 0 14,-5 0 0,5 1 1,-2 0-1,5-2-77,0 2 0,-3 0 1,-4 0-1,-1-2-24,2 2 1,-4-1 0,1 1 0,-2-2 275,-4 2 0,-1 2-40,-1 1 1,-1-5 98,0 0 0,-4 0-330,-1 5 1,-4 0-1,5 0-112,1 0 1,2 0 7,1 0 1,1 0 342,-1 0 0,0-5 16,1 1 0,-6-1 1,-1 3-1,0-1 27,0-2 1,2-1 0,4 3-206,1-2 1,-6 0-1,1 5 1,1 0-234,2 0 1,-4 0 0,1-2 0,1-1 302,2-2 0,-3 1 0,-1 4-44,2 0 0,2 0 1,2 0 19,-1 0 1,0 0 0,1 0-106,-1 0 0,1 0 1,-1 0-304,0 0 1,-4 0 0,-1 0 33,3 0 1,0 0-1,3 0 1,-1 0 16,1 0 0,-6 0 0,1 0-64,1 0 0,2 0-250,1 0 1,1 0 399,-1 0 0,-4 0-93,-1 0 1,-6 1-1738,2 4 586,3-3 1,-6 6-1625,3-4 1,-2-2 2609,2 3 1,-17-23-1,3-6 1</inkml:trace>
  <inkml:trace contextRef="#ctx0" brushRef="#br1">10718 14187 11250,'-6'-8'-1372,"2"1"1403,-5 7 1065,6-6-877,-4 4 49,7-4 0,5 4 0,1-1 0,2-2 10,4 2 0,0 2 0,3 1 0,-1 0-21,1 0 1,5 0 0,3 0 0,2 0-104,4 0 1,-3 1-1,9 2 1,-2 2 116,1-2 1,6 4 0,-2-1-1,2 1-56,-1-1 1,1-1 0,-5-4-1,0 3-110,0 0 0,3 1 1,-4-5-1,0 0 126,1 0 1,-3 0 0,4 0-1,1 0-106,0 0 0,-3-1 1,2-3-1,1 0 16,0 0 1,-5 1-1,1 0 1,-2-2 63,-2 2 1,-1 1 0,-1 2-1,-3 0 96,-4 0 0,-9 0 1,-2 0-14,3 0 1,-4 0 120,1 0-169,-6 0-93,4 0-69,-7 0 544,0 7-166,0-6-265,0 6 0,-2-7 130,-3 0-405,4 0-317,-12 0-65,11 0 1,-6 0-1798,4 0 220,2 0 1,-4 1 2148,6 4 0,25-35 0,7-4 1</inkml:trace>
  <inkml:trace contextRef="#ctx0" brushRef="#br1">10905 14259 15600,'-10'5'457,"1"-1"0,-1 3 1486,-4-2-1472,6-4 1,5 6 0,11-7-1,9 0-509,9 0 1,6 0 0,13 0 0,4 0-1468,9 0 1476,6 0 1,-7-5 0,14-2-1,0-1 1,7 0 0,-1 0 0,0 0-1</inkml:trace>
  <inkml:trace contextRef="#ctx0" brushRef="#br1">15523 14978 8123,'-8'0'-1465,"2"0"1553,6 0 1,6 0 0,4 0-25,3 0 1,1 0 0,0 0 0,1 0-7,-1 0 1,1-5-1,-1 1 1,0 0 61,1 3 0,-1 1 59,0 0 0,-4 0 50,0 0-191,-7 0 1,2 0 0,-10-2-40,-5-3 0,-3 4 0,-1-4 0,0 3 56,-1 2 0,1 0 0,-2 0 0,-2 0-15,-1 0 0,-5 0 0,5 0 0,0 0 62,-2 0 0,5 0 0,-5 0 0,2 0 53,0 0 0,5 0 0,4 0-44,-1 0 1,6 0-148,5 0 1,8-1-1,11-2 1,5-4-139,3-1 1,8 5-1,4-3 1,2 1 41,3 0 0,-3 0 1,-1 4-1,-3-3 102,-2 0 1,-8-1-1,-6 5 35,0 0 1,-13 1 170,-3 4 0,-12-2 0,-10 5 1,-4 0 30,-2 0 1,-1-3-1,-4 3 1,-1 0 11,0 0 1,0-3 0,1 5 0,0-1-19,4-1 1,-6 3-1,4-6 1,2 0 4,2 1 1,3-4 0,4 3 82,1-4-511,6-1 0,8 0 0,10-1 0,4-2 222,5-2 0,28-30 0,12-12 0,-15 15 0,0 0 0,0 0 0</inkml:trace>
  <inkml:trace contextRef="#ctx0" brushRef="#br1">7726 14014 13453,'14'5'-239,"0"0"1,1 0 0,-1-4 0,0 2 359,1 2 1,6 0 0,1-5 0,2 0 116,0 0 0,5 0 0,6 0 0,2 0-51,3 0 0,0 0 0,0 0 1,-4 0-12,-1 0 0,4 0 0,-7-2 1,-5-1 20,-6-2 1,-5 1-28,-2 4 1,-7 0 0,-7 0-1,-10 0 12,-8 0 1,1 1 0,-7 4 0,-2 3 60,-1 0 1,-7 5-1,-1-5 1,0 1 45,0 1 0,0-2 1,3 3-1,-2-3 13,2-2 1,-3 4 0,2-4 0,1 1 49,1-1 1,2-1-1,2-5 1,3 0-138,5 0 1,3 0 0,3-2-396,4-2 1,2 0 0,9-4-111,3 2 0,3-4 0,6 6 1,1 0-135,-1 3 0,5 1 1,2 0-1,0 0-211,-1 0 0,6 0 1,-2 1-1,5 3 82,4 0 1,-2 1 0,4-5 0,-2 0 343,1 0 0,0 0 1,-7 0-1,-2 0 185,-1 0 1,-6 0 274,1 0 0,-11 0 1,-8 0-1,-10 0 250,-7 0 0,-1 0 0,-7 0 0,-4 0-222,-3 0 0,-3 0 0,3 0 0,-2 0-202,2 0 0,2 0 0,1 0 0,0 2-556,1 3 1,4-4-1,1 6-1373,2-1 1919,9 2 1,63-51-1,-15 14 1,0 0-1</inkml:trace>
  <inkml:trace contextRef="#ctx0" brushRef="#br1">15552 14993 8149,'-6'-8'-1120,"2"0"1204,-5 3 1,4 2 393,-5-7 0,6 2-27,-6-2 0,7-2-53,-2 2 0,3 2-170,2-2 0,8 6 0,5-4 0,6 0 5,4 0 0,1 3 0,5-5 0,1 1-114,3 1 1,-1-4 0,7 6-1,-1-2-147,-1-3 1,-2 3-1,-8 0-203,-3 1 0,-11-2 119,-13 4 1,-8 0 0,-13 7 0,-6 3 128,-5 4 1,-3-1 0,3 2 0,-2 1 54,2 2 0,0-4 0,0 1 0,-1 0 76,1-2 0,3 3 0,5-6 0,3-1 362,1 3 1,4-6-158,-4 4 1,12-3-463,8-2 0,7-2 1,9-1-1,3-3 13,5-2 1,3 3 0,2-5 0,1-1-196,4-2 0,-2 4 0,5-1 1,-4 0 49,-6 2 1,1-3 0,-9 6 0,-2 2 165,-1 2 0,-4 1 204,-8 0 1,-12 6-1,-16 4 1,-3 2 72,-2 3 1,-1-1-1,-2-1 1,-3 0 17,-2 1 0,7-7 1,-1 7-1,6-1-49,-1 0 0,-1-4 0,0-1 0,3 0-78,5 0-608,3-5 1,9 4-236,7-7 0,8 0 0,10 0 0,3 0-1353,1 0 2103,2 0 0,37-32 0,8-8 0</inkml:trace>
  <inkml:trace contextRef="#ctx0" brushRef="#br1">14574 14935 6655,'0'-8'542,"-2"2"-338,-3 6 0,2-5-30,-7 0 1,1 0 0,-5 5-55,-1 0 1,1 0 0,-1 0 0,1 0-27,0 0 0,-6 0 0,0 0 0,-1 0-30,0 0 1,-6 5 0,1 0 0,-2 0-2,0 1 0,-2-4 1,-2 2-1,2 0-66,-1 0 0,10-2 0,-6 3 0,5-4-42,4-1 1,-2 0 0,0 0-36,3 0 63,7 0 0,5 0 0,10 0 0,5 0 7,3 0 0,7-1 0,4-2 0,4-2-41,0 2 0,7-4 1,4 1-1,4-1-63,5 1 1,-2-4 0,5 4 0,1-2 101,-1-3 1,-3 3-1,3 0 1,-3 0 134,-7 0 1,-4 3 0,-10-3 0,-3 0-5,-5 0 0,-6 5 276,-8-2 1,-3 3 0,-15 2 0,-5 0-83,-2 0 0,-4 0 0,-7 2 0,-2 3-303,-6 4 1,-2-1 0,-2 2 0,-1 1-13,1 2 1,-6 3 0,-4 2-1,-3 1-211,-2-2 0,-4 1 1,1 0-1,4 1-961,2-2 1174,15-7 0,-1-29 0,12-13 0</inkml:trace>
  <inkml:trace contextRef="#ctx0" brushRef="#br1">10732 14906 8145,'-14'-1'-210,"0"-4"0,-1 3 0,1-4 0,-1 1-46,1 0 1,0-6 529,-1 1 0,2-2 361,4-3 0,4 2-216,10 4 1,3 2 0,6 7 0,2 0 18,3 0 0,9 0 0,8 2 0,6 1-193,8 2 1,17 5 0,11-4 0,-34-3 0,1 0-745,5 1 0,1-1 436,2 2 1,8-5 0,5-14 0,11-9 0,6-4 0,-1 1 0,-10 4 0,1-1 0,-1 1 0,0 0 0,0-1 0</inkml:trace>
  <inkml:trace contextRef="#ctx0" brushRef="#br1">13451 15683 11972,'7'-8'540,"-6"2"0,6 4-297,-7-3 1,1 4 320,4-4-408,-3 3 1,11 2-371,-4 0 1,-1 0 0,2 0 88,1 0 0,2 0 0,1 2 0,1 1 33,-1 2 0,-4 0 0,1-4 1,3 3 35,4 0 0,1 6 0,-5-5 0,1-2-98,-1-1 0,0 2 1,1 1-1,-2 0-282,-4 1 1,4-4 61,-3 3-282,-4-4 725,0-1 0,-7 0 1,-4 0 30,-5 0 1,2 0 0,-1 0 0,-2 0 129,-2 0 1,-2 0 0,1 0-1,-2 0 106,-3 0 0,3 0 0,-3 0 0,1 0-19,-1 0 1,3 0-1,-3 0 1,3 0 34,1 0 1,-4 0 0,0 0-1,3 2-19,5 3 1,-2-4 0,4 4 911,-4-3-772,5-2-469,1 0 0,9 0 1,3 0 46,4 0 0,6 0 0,2 0 0,4 0-40,1 0 1,2 0-1,5 0 1,0 0-28,0 0 0,0 0 0,-1 0 0,3 0 48,2 0 0,-7-5 0,1 0 0,-5 2-81,-4 1 0,0 2-49,1 0 385,-3 0 1,-4 0-69,-12 0 1,-1 0-1,-9 0-83,-1 0 1,2 0 0,-4 0 0,-3 0-210,0 0 0,-5 2 0,0 1 0,-1 2 30,-4-2 1,1 0 0,-1 1 0,4 0 60,1 0 0,-3-3 1,5-1-1,1 0-52,2 0 1,2 0 0,-1 0-1105,1 0-1176,6 0 2342,8 0 0,72-13 0,-25 5 0,0 0 0</inkml:trace>
  <inkml:trace contextRef="#ctx0" brushRef="#br1">9279 12187 21676,'0'-8'-3026,"0"-5"1636,-6 11 0,4-6 919,-2 4 19,2 2 0,0-4 1,-1 4 866,-2-3-529,1 4 303,-3-6 1,-1 7 135,-6 0 0,4 0 18,1 0 1,5-1 0,-2-3 529,0 0-833,4-1 698,-11 5-305,12 0 1,-4 0 0,10 0 102,4 0 0,2-2 1,1-1-1,-1-2-19,5 2 0,-2 1 0,7 2 0,0 0-274,3 0 1,3-4 0,3-1 0,2 2-25,2 1 1,7-3 0,1 1 0,4-1 106,1-2 1,2 6-1,-1-4 1,-2 3 41,-1 2 0,-6 0 0,-1-1 0,0-2 28,-1-2 1,-2 0 0,-6 5 0,0 0-392,0 0 1,-2 0 0,-3 0 0,-5 0-31,-3 0 0,-2 0 0,2 0-28,3 0 0,-3 0 0,4 0 44,-4 0 1,-2 0 0,0 0 24,1 0 1,-6 0 0,1 0 10,1 0 0,-3 0 219,2 0-335,-1 0 0,4-2-870,-3-2 0,-2 2-220,-4-3 0,0 4 195,5 1 0,-4 0-722,5 0 858,-7 0 0,5 0-687,-3 0 77,-4 0 7,6 0 640,-7 0 681,0 0-491,0-7 37,0 6-291,-7-6 290,-1 7 1,-1 0-69,-1 0 1,5 0-1662,-4 0 472,5 0 1842,-8 0 0,-22 7 0,-12 1 0</inkml:trace>
  <inkml:trace contextRef="#ctx0" brushRef="#br1">25493 5280 8363,'-14'7'-69,"4"-1"1,1 4 0,-1-4-470,2 1 0,-5-6 655,4 4 70,2-3 1,3-2 0,7-2 37,2-3 0,-1 2 1,-2-7-1,1-1-75,2-2 1,5-1 0,-4 0-1,2-1-71,3 1 0,2-5 1,1-2-1,1 0-75,-1 0 0,8-6 0,6 0 0,5-5-46,4 0 1,8-3-1,7 0 1,8-2-31,7-3 1,1-2 0,-27 21 0,0 1-1,0 0 1,1 0 17,0 1 1,1 0 0,0 0 0,0-1 0,1-1 0,-1-1 0,-2 1 0,1 0 7,-4 2 1,0 0 0,31-16-1,-16 8 1,-5 1-99,-3 2 1,-15 7-1,-6-3-232,-7 4 0,-9 7-651,-3-1 1027,-3 7 0,-9-10 0,-1 5 0</inkml:trace>
  <inkml:trace contextRef="#ctx0" brushRef="#br1">26299 4201 9514,'29'-16'5,"1"-1"1,4-2-253,4 1 1,7-4-1,6-1 1,6 1 305,3 3 0,4-2 1,0 2-1,-1 3-95,1 5 1,-8-1 0,-8 8 0,-5 0-45,-4 3 0,-6 1 0,-10 1 65,-9 4 0,-6 5 1,-8 7-1,-3 4 1,-5 1 129,-6 4 1,-9 1-1,2 4 1,1 1-39,-1 1 1,2 7-1,6-3 1,3 0-388,6-4 284,2 4 0,66 0 0,-24-16 0,0 1 0</inkml:trace>
  <inkml:trace contextRef="#ctx0" brushRef="#br1">8819 15611 8338,'-14'5'0,"-1"0"-273,1-2 0,-1 3 0,1-1 1,0-2 229,-1-1 0,2 0 0,2 1 861,2 2-657,5-1 1,-2-2-1,8 1 1,2 2 154,6-2 1,4-1 0,6-2 0,4 0 64,3 0 1,10 0 0,6 0 0,9 0 43,9 0 0,5 0 0,9 0-302,6 0 1,-37-3 0,2-1 0,7 0 0,1 0 0,2 0 0,1 0-1,2 1 1,1 0-79,-1-1 1,0 2-1,-1 1 1,-1 0-1,-1-1 1,-2 1-1,-1 1 1,-2 1 18,-2 1 0,0 1 0,-1 2 1,0 1-1,-5-1 0,0 0 1,37 8-230,-5 1 0,-3 1 0,0-1 0,-3 0-201,-7 1 1,-4-6 0,-14 1-1,1 1-1183,-3 2 0,-4 0 1549,0-4 0,1 2 0,-4-6 0,3-2 0,1-1 0</inkml:trace>
  <inkml:trace contextRef="#ctx0" brushRef="#br1">10430 16777 8242,'-16'-7'0,"-1"-2"-165,-3-4 0,0 3 0,2 1 0,-1-2 508,1-2 1,-2 3-1,0 1 1,4-3 25,5 0 0,-2-1 0,5 2 0,-1 1 83,-1-1 1,7 3 0,-3 0 1124,-1 1-1071,6 3 1,-4 5-1,11 4-119,9 5 0,1 1 1,8 0-1,3-1 39,5 1 1,5-5 0,7-1-1,6-2-247,7 2 1,11-3 0,-29 0 0,3 0 0,4-1 0,2-2-135,5-1 1,1 0-1,5-2 1,1 0-1,6-3 1,2-1-1,1 1 1,1 1-371,2 2 1,-2-1-1,-4-1 1,-2 1-1,-5 2 1,-1 1-1,-8 0 1,-1 1-806,-7-1 1,-1 2 1129,21 6 0,-3 1 0,-16 2 0,-3-2 0</inkml:trace>
  <inkml:trace contextRef="#ctx0" brushRef="#br1">12430 17381 8251,'-8'-10'-892,"2"2"1,1 0 1157,0 0 0,-5-1 0,4-6 172,-2 1 1,3 4 0,-3 1-114,2-2 1,-4 3 0,5-2 284,2-1 0,0 3 488,-2-2-842,4 7 0,-6-2 0,9 10 0,1 6-28,2 7 1,4 6 0,-4 11 0,0 8-445,1 8 1,-4 7 0,3 3 0,-4 4-1110,-1 6 1,0-3 0,0 9 1324,0-3 0,13-3 0,3 1 0</inkml:trace>
  <inkml:trace contextRef="#ctx0" brushRef="#br1">12818 17395 8174,'0'-19'-187,"0"0"1,5 0 0,0 4 0,-2 1 380,-1 0 1,3-1 590,-1 1-477,8-1 0,-11 11 0,4 8 83,-3 14 1,-2 9 0,0 8-291,0 9 1,-5 0 0,-2 9-1,1 1 1,-2 4-450,0 4 1,5-7-1,-4 2 1,3-1-198,-1 0 0,0-3 1,5-4-1,0-2-576,0-6 1121,0-13 0,6-8 0,2-13 0</inkml:trace>
  <inkml:trace contextRef="#ctx0" brushRef="#br1">11984 17827 8213,'-6'8'182,"4"0"0,-1-5 59,6 2 0,8 1 1,15-2-1,12 0 188,12 0 1,22-3-1,-31-1 1,2 0-1,6 0 1,1 0-371,4 1 1,0-2 0,3-4 0,1-1 0,2-1-1,0 0 1,-1-2 0,0 0-349,0-1 1,-1-1 0,-7 3 0,-2-1-1,-4-2 1,-2-1 0,28-9-1475,-17 4 0,-14 6 1763,-7 1 0,-47 1 0,-13-6 0</inkml:trace>
  <inkml:trace contextRef="#ctx0" brushRef="#br1">12042 17554 8102,'-15'-2'200,"1"-3"0,20 2 0,15-5 1,19 0 21,16 0 0,16 3 0,-28 0 0,1-1 0,7-1 0,2 0-421,7-2 0,1 0 1,2-1-1,0-1 0,3 3 1,0-1-1,-2-1 0,0-1 199,-5 1 0,4-2 0,-9 0 0,6-2 0,3-1 0,-1 0 0,4-3 0,0 1 0,-1 0 0,1 0 0</inkml:trace>
  <inkml:trace contextRef="#ctx0" brushRef="#br1">14185 17410 7925,'-14'0'0,"-2"-2"136,-3-3 0,3 4 0,-5-4 1,0 3 214,-3 2 1,2 7 0,-2 4 0,0 5-22,1 3 0,-2 7 1,6-2-1,1 3-172,2 2 1,8-5 0,3-2 0,5 0-99,5 1 0,9-6 0,10 1 1,4-5-74,0-4 1,6-1 0,0 3 0,-2-1-82,-2 1 0,-6 2 1,-2 0-1,-1 0 50,-3 1 1,-9-3-1,-4 8 1,-3-1 163,-2 1 0,-12-1 0,-4 4 0,-4-1-54,-6-3 1,-6-3-1,-3 0 1,0-1-121,0 1 1,-4-3-1,6-2 1,-1-5-284,-1-4 0,9-1 0,-1 0 1,5-1-254,4-4 1,9-3 0,5-6 0,8-2-1479,5-4 2068,4 5 0,27-16 0,11-4 0,4 0 0,0 0 0</inkml:trace>
  <inkml:trace contextRef="#ctx0" brushRef="#br1">14631 17582 7616,'0'-8'-1647,"0"2"1647,0 6 0,0 0 0,26-6 0,6-2 0</inkml:trace>
  <inkml:trace contextRef="#ctx0" brushRef="#br1">14689 17554 7967,'-10'-5'-159,"1"0"188,-3 2 0,4 1 1,-1 2-1,-2 0 246,-2 0 0,-2 0 0,1 0 0,0 2-62,-1 3 0,1 4 0,1 10 0,2 7 0,1 6 0,2 0 0,-1 6 0,4 1-94,3-3 1,4 4 0,3-6 0,4-4-94,4-4 1,8-7 0,3-9 0,1-5 195,-1-4 0,2-12 0,-5-5 1,0-6 10,-1-9 1,0 1 0,-8-7-1,-2 0-17,-5 0 0,1 4 0,-1-4 0,-4 0-313,-4 1 1,-9 4 0,-9-2 0,-2 5-480,-2 5 0,-2 4 0,-2 7 0,0 5-53,0 8 1,7 9 0,3 15 0,4 10 143,6 6 1,2 3-1,9 0 1,4 0 484,9 1 0,37-20 0,19-5 0,7 2 0,0 1 0</inkml:trace>
  <inkml:trace contextRef="#ctx0" brushRef="#br1">15135 17381 7967,'-27'-34'0,"1"1"-126,2 1 1,5 9 0,-4 9 0,1 8 731,0 4 0,4 10 0,-3 8 0,2 11-137,0 10 1,0 13-1,4 6 1,3 4-279,2 1 0,-1 0 1,6 0-1,2 2-454,1 3 1,2-5 0,2 0 0,3-9-557,4-9 1,6-6 0,2-10 0,2-4-1351,-1-9 2169,4-6 0,1-65 0,5-15 0</inkml:trace>
  <inkml:trace contextRef="#ctx0" brushRef="#br1">14818 17798 7967,'-9'-13'0,"-1"4"0,7-4 340,-2 3 1,5 4-1,5 3-661,4 6 1,9 5-1,3 5 1,1-2-455,4-1 0,3-7 775,4 2 0,11-15 0,6-4 0,8-2 0,0 0 0</inkml:trace>
  <inkml:trace contextRef="#ctx0" brushRef="#br1">15336 17554 7967,'-14'9'0,"-2"-1"311,-3-1 0,3 9 0,-4 1 0,6 9 179,4 9 0,-1 5 0,5 3 0,-1 2-373,1 3 0,1-3 0,5 1 0,2-6-508,3-7 1,3-9 0,6-4 0,0-6-1645,1-4 2035,-1-4 0,-12-38 0,-4-8 0</inkml:trace>
  <inkml:trace contextRef="#ctx0" brushRef="#br1">15077 17856 7967,'-14'0'167,"-1"0"432,1 0 0,8-5-641,6 0 0,8 0 0,11 5 0,5 0-452,3 0 0,8 5 0,4 0 1,2-2 493,2-1 0,0 3 0,1-1 0,-1 0 0,1-3 0,6-1 0,4 0 0,-1 0 0</inkml:trace>
  <inkml:trace contextRef="#ctx0" brushRef="#br1">15566 17899 7967,'-14'8'0,"0"-3"490,-1-4 0,6-1 0,-1 0 1610,-1 0-1715,-2 0 0,5-1 0,5-4-187,6-5 0,5-2 0,8-3 0,2 1-63,1-1 1,0 6 0,-3 1-1,2 0-638,1 0 1,0 5 151,-5-2 1,-1 5-1,-3 5 1,-6 4 206,-2 4 0,-2 1 0,0 1 194,0-1 1,0 1 169,0-1-85,0-6 0,6-2 0,4-7 0,3-4 15,1-5 1,-1-2 0,0-3 0,-2 1-15,0-1 0,5 6 0,-6-1 1,3 1-49,1 1 1,-4 1-68,-1 7 1,-4 0 0,3 2 0,-2 3-107,-3 4 1,-1 6-1,0 2 1,2 4-515,6 1 1,-2-2 0,2 2 0,1 0-1027,2 1 1,6-4 1624,0 5 0,45-13 0,6 2 0</inkml:trace>
  <inkml:trace contextRef="#ctx0" brushRef="#br1">16228 17813 7875,'-22'0'326,"1"0"1,5-2-4,-3-3 1,3 4 19,-3-4 1,9 10-1,5 4 1,4 4-198,1 1 0,0 6 1,0-1-1,1 0-99,4 2 1,3-5 0,6 1-1,1-4-166,-1-3 1,5-2-1,1 1 1,-1-4-57,2-3 1,-5-4 0,3-3 0,-3-6 165,-2-7 0,-1 3 0,-2-6 1,-3 2 247,-2-1 1,-1-4 0,-5 5 0,0 2 289,0 1 1,0 1 0,0 1 201,0-1-850,0 7 0,0 20 0,2 12-266,3 4 0,1 3 0,5-1 385,-1 4 0,11 4 0,6 5 0,4 7 0,0-1 0</inkml:trace>
  <inkml:trace contextRef="#ctx0" brushRef="#br1">16660 17841 7873,'0'-14'228,"1"1"1,3 2 404,0 1 0,3 7 0,-4 0 0,2 6-492,-2 7 0,3 9 1,1 5-1,-1 3-547,1 2 0,2 5 0,-4-1 0,0-1-362,1-2 0,0-2 1,6-3 767,-3-1 0,26-13 0,12 2 0</inkml:trace>
  <inkml:trace contextRef="#ctx0" brushRef="#br1">16962 17741 7847,'-58'24'35,"1"0"1,-2 6 0,-4 8 0,-2 4 210,-1 1 1,2 5-1,10 0 1,6-2-326,10-1 79,6-8 0,54-40 0,13-16 0</inkml:trace>
  <inkml:trace contextRef="#ctx0" brushRef="#br1">17868 17769 7720,'7'0'-423,"-7"0"449,-8 0 1,-7 7 0,-4 4 0,-3 7 90,-1 6 0,-4 4 0,3 4 0,-1 4 67,1 0 0,4-4 1,11 0-1,4-6-278,3-7 0,9-9 1,4-6-1,7-2 104,6-2 1,-2-8 0,0-5 0,1-6 82,-1-3 1,-4-1-1,1-2 1,-5 1 126,-4-2 0,1 4 0,-6-2 1,-2 0-43,-1 1 0,2 3 0,1 5-100,-2 1 0,-3 7 0,-3 9-102,-2 11 1,-4 14 0,4 11 0,0 4 62,-1 1 1,4 5 0,-4 0 0,1 0 112,0 2 1,0-6 0,4 3 0,-2-7 254,-2-7 1,-6-4 0,3-3 0,-2-6-99,1-4 0,-1 0 0,-6-11 0,-2-3-265,-1-5 0,-2-1 0,4-5 1,-2-2-376,1-2 0,2-2 0,2-1 0,-1-1-194,1-2 0,6-1 0,5 4 525,6-3 0,56-22 0,-20 14 0,0 1 0</inkml:trace>
  <inkml:trace contextRef="#ctx0" brushRef="#br1">18285 17928 7805,'-22'9'0,"3"-1"382,3-1 0,-3 4 1,0-2-280,1 4-103,2 2 0,40-14 0,10-2 0</inkml:trace>
  <inkml:trace contextRef="#ctx0" brushRef="#br1">18257 17482 7805,'-16'-15'0,"-2"1"77,-1 0 0,-5 1 28,5 3 0,6 12 0,10 11 0,8 4-105,9 1 0,28 10 0,13 4 0,8 4 0,-1-1 0</inkml:trace>
  <inkml:trace contextRef="#ctx0" brushRef="#br1">18544 17913 7805,'-36'5'470,"2"0"1,5 5 0,4-4 0,2 2 444,3 3 1,2 2-1,8 1-453,6 1 1,5-6-1,7-1 1,8-1-120,5-4 0,3-6 1,5-4-1,1-2-55,4-7 1,-2 0-1,4-7 1,0 3-471,-4 2 0,3-3 1,-2 2-1,-1 1-927,-1 2 0,-3 2 0,0 1 1,-3 2 1108,-1 1 0,-25 20 0,-3 0 0</inkml:trace>
  <inkml:trace contextRef="#ctx0" brushRef="#br1">18760 18028 7979,'-8'0'1039,"3"-6"0,10-4 0,5-2-740,3-3 0,-1 1 0,0-1 0,-3 1 93,2 0 1,-3 4 59,2 1 0,-7 2 0,0 2-414,-6 10 1,-10 8 0,-7 6 0,-3 7-655,-2 6 0,4-2 0,3 2 0,7-5-738,6-3 0,4-6 1,4 1 1353,6-3 0,52-27 0,-18 2 0,-1 0 0</inkml:trace>
  <inkml:trace contextRef="#ctx0" brushRef="#br1">19091 17885 7805,'-24'14'42,"0"0"0,0 1 1,-3-1-1,3 0 182,5 1 0,3-1 0,1 2 0,3 2 772,2 1 1,4 0-554,6-4 1,1-3-396,4-2 0,2-2-256,2-3 0,2-2 1,-6 7-116,-2 1 1,-8-3 0,-4 1 322,-4 3 0,-27 13 0,-6 5 0</inkml:trace>
  <inkml:trace contextRef="#ctx0" brushRef="#br1">19998 17885 8135,'0'-15'1228,"-7"10"-865,-2 10 1,1 10 0,0 15 0,0 4-323,0 4 1,-2 3 0,-4 3 0,-2-1-76,-4 0 1,4-5 0,-3-3 0,5-3 435,4-4 0,-1-12-277,6-7 1,7-12 0,7-19 0,6-9-297,4-4 0,-1-8 0,6-7 0,0 1 126,-2-1 1,5 2 0,-4 5 0,0 2-260,1 2 1,0-1 0,5 7 0,0 2 164,0 6 1,-5 5 0,-2 11 0,-1 4 23,-4 4 0,-2 7 1,-6 5-1,-5 7-15,-8 6 1,-10 3-1,-10 2 1,-3-1 211,-2 1 0,0 0 1,-1 0-1,-2-1 64,-2 1 1,1-6 0,4-3 0,0-2-19,1-4 1,0 2 0,4-11-304,5-2 0,10-3 0,5-4 0,9-6-1382,10-3 1557,5-1 0,27-13 0,12-5 0,3-3 0,1-1 0</inkml:trace>
  <inkml:trace contextRef="#ctx0" brushRef="#br1">20415 17985 7839,'-29'10'0,"0"-1"126,0 3 1,1 0 0,-1 1-1,2-2 655,3-1 1,8-7 0,6 2-376,-1-3 0,5-9 0,2-2 0,8-4-354,5-2 0,6-4 0,4 0 0,5 0-350,3-2 0,3 5 0,4-3 0,4 3-408,4 2 0,1-1 0,0 2 0,0 2 706,0 2 0,-1 9 0,4 3 0,4-2 0,-1-1 0</inkml:trace>
  <inkml:trace contextRef="#ctx0" brushRef="#br1">20674 18115 7839,'-15'21'136,"7"-5"1,4 3 222,2-3 1,5-8 0,5-4-88,6-2 0,4-2 0,-2-2 0,2-2-53,1-6 0,0-3 1,-5-1-1,1-2 32,-1-3 0,-4 3 0,-2-3 1,-2 3-100,-3 1 1,-3 1-1,-4 1 1,-6 2-366,-3 1 1,-3 7-1,-1-2 1,-3 4-216,3 1 0,1 0 1,1 1 427,1 4 0,57-3 0,15 4 0</inkml:trace>
  <inkml:trace contextRef="#ctx0" brushRef="#br1">21105 17769 7839,'-14'8'516,"0"-3"0,-1 3 0,2 2 0,2 3-101,2 1 1,1 8 0,-4 6 0,4 5-272,2 4 0,-4 1 1,4 4-1,0-2-7,-1-2 1,2-3-1,5-1 1,0-10 74,0-7 0,2-4-146,3-3 1,3-12-1,6-11 1,1-6-139,-1-3 1,0 4 0,1-1 0,-1 3-87,1 2 0,-6-1 0,1 3 0,1 2 21,2 5 0,-4 2 62,1-2 0,-2 5 1,1 0-1,-5 8-30,-8 5 1,-5 1 0,-10 2 0,-4 2-26,1 1 0,-5 0 0,3-4 0,-3-1-305,-2 0 1,6-1 0,4-3-484,3-5 1,10-5 917,6-5 0,57-29 0,-17 11 0,-1 0 0</inkml:trace>
  <inkml:trace contextRef="#ctx0" brushRef="#br1">21335 18158 7802,'-15'0'0,"-3"0"64,-1 0 0,4 2 1,6 1 1121,-2 2 0,4 6-741,2-2 0,4-1 0,2 0-181,4-1 0,-2 2 0,7-4 10,1-2 0,2-1 0,1-2-174,1 0 0,-1 0 1,0 0-1,1 0-536,-1 0 0,1 0 1,-1 0-675,0 0 1,1 0-1,-1 0-1018,1 0 2128,5 6 0,41 15 0,-23-6 0,1 0 0</inkml:trace>
  <inkml:trace contextRef="#ctx0" brushRef="#br1">21738 17870 7839,'0'-38'-559,"0"1"0,0 2 1026,0 3 0,0 8 51,0 5 1,0 11 0,0 9 0,0 12-314,0 9 1,0 12 0,0 4 0,-1 6-160,-4 4 0,-3-4 0,-6 4 0,-1-3 88,1-2 1,-1 0 0,1-1 0,1-4 111,4-4 1,1-9-278,3-1 0,5-12 1,0-6-1,9-11-270,9-9 1,0-9-1,4 4 1,0 0 40,1-2 0,-4 10 0,3-2 0,1 4 165,-1 1 1,-4 5-1,-1-1 47,-6 8 1,-4 4 0,-7 8 0,-2 1 40,-3 2 0,-4 5 1,-10-3-1,-5 0 26,-4 0 1,0 3 0,-1-5 0,-1-2-69,-4-1 0,8-3 1,-1-2-1,5-3-331,4-1 1,4-4 379,4-8 0,47-25 0,29-12 0,-21 11 0,0-1 0,0 1 0</inkml:trace>
  <inkml:trace contextRef="#ctx0" brushRef="#br1">22040 18244 7835,'-14'7'185,"0"1"0,-2 1 179,-3 1 1,3-1 0,-2 6-1,5-1-34,4 1 0,5-6 0,0 1-330,2 1 0,53-56 0,-19 16 0,0 1 0</inkml:trace>
  <inkml:trace contextRef="#ctx0" brushRef="#br1">22040 17813 7908,'-14'-7'-123,"1"4"-1107,4-7 1230,9 7 0,52-3 0,19 6 0</inkml:trace>
  <inkml:trace contextRef="#ctx0" brushRef="#br1">22501 17582 7833,'-7'16'92,"-2"4"0,1-1 0,-2 8 0,-1 7 561,-2 5 0,-6 9 0,-2 13 0,1 3-575,-1 2 1,-2-2-1,9-2 1,6-11-79,5-9 0,28-20 0,7-9 0</inkml:trace>
  <inkml:trace contextRef="#ctx0" brushRef="#br1">22616 18028 7827,'-14'21'123,"-1"3"1,1 3 0,1 4 0,2 1 125,1 1 1,1 7 0,-4-3-1,3-2-618,5-6 1,5-7 368,5-7 0,29-39 0,12-10 0</inkml:trace>
  <inkml:trace contextRef="#ctx0" brushRef="#br1">22630 17698 8009,'-14'-5'294,"0"0"0,6-1-241,3 1 1,3 5 0,4 0-1,3 9-53,4 9 0,27 10 0,11 5 0,4 5 0,1 0 0</inkml:trace>
  <inkml:trace contextRef="#ctx0" brushRef="#br1">22947 17899 7819,'-27'14'448,"1"1"1,4-1 199,1 0 1,2 7 0,4 3 0,3 5-376,2 5 1,-1 2 0,6 8-1,2-1-1251,1 0 0,9-2 978,2-2 0,30-10 0,7-9 0</inkml:trace>
  <inkml:trace contextRef="#ctx0" brushRef="#br1">22731 18144 7819,'-6'-15'270,"4"1"0,-4-1 0,1 1 282,0 0 0,8 6 0,10 3-735,5 3 0,2 2 0,0 0 0,2 0-202,0 0 0,5 2 0,-3 1 0,4 3 39,0 2 0,1 0 0,-2 4 1,-1-3 90,-2 2 0,-6 1 0,1-1 278,-3-2 0,-4 1 0,-2 4 566,-5 1 1,-10-1 0,-5 0 0,-2 1-246,-3-1 1,1-4-1,0-2-344,-1-2 0,14-27 0,2-11 0</inkml:trace>
  <inkml:trace contextRef="#ctx0" brushRef="#br1">23091 17784 7805,'-21'0'725,"5"-5"0,-3-1-710,3-2 0,9 4 0,7 0-15,8 2 0,38 12 0,17 6 0,4 0 0,0 0 0</inkml:trace>
  <inkml:trace contextRef="#ctx0" brushRef="#br1">23393 18115 9984,'0'-15'425,"0"1"0,6 0 1,4 1-1,3 2 92,1 1 1,-1 0-1,-2-2 177,-1 2 1,-9 4-563,-1 6 0,-8 8 0,-11 6 1,-5 8-232,-3 6 1,0 5 0,3 1 0,4-2-688,4-2 1,4-6 0,2-2 0,7-1-153,6-3 0,11-9 1,12-4-1,6-3 938,6-2 0,5-19 0,10-13 0,2 0 0,4-3 0,1 0 0,0 1 0</inkml:trace>
  <inkml:trace contextRef="#ctx0" brushRef="#br1">23781 18000 8017,'-24'9'0,"2"1"269,1 1 1,2 2 0,6 3 0,4 1 55,4 3 1,3 5 0,4-1-1,3 3-451,4 2 1,4 0-1,1 0 1,-1-1 263,-3 1 1,1-6-1,-6-3 1,-2 0 289,-2-1 0,-1 0 0,-3-5 0,-5-1-138,-6-3 0,-8 1 0,1-6 0,0-2-602,0-2 0,4-2 1,5-4-1,4-5 312,2-2 0,27-28 0,11-7 0</inkml:trace>
  <inkml:trace contextRef="#ctx0" brushRef="#br1">23997 18345 7766,'10'-5'-344,"-1"0"0,-4-4 1,5 4-1,-1 0 344,-1-1 0,69-15 0,-33 6 0,0 0 0</inkml:trace>
  <inkml:trace contextRef="#ctx0" brushRef="#br1">24285 18273 7751,'-15'0'1064,"1"0"-738,0 0-326,6 0 0,46-13 0,18-3 0</inkml:trace>
  <inkml:trace contextRef="#ctx0" brushRef="#br1">24573 18287 8619,'1'8'525,"4"-3"1,41-16-1,17-5 1</inkml:trace>
  <inkml:trace contextRef="#ctx0" brushRef="#br1">10502 16647 7965,'-9'8'-191,"-1"-3"0,5 1 1280,-4-1 0,4 0 746,-5-5-531,7 0-1084,9 0 0,6 0 0,12 0 1,1 0-1,4 2 239,5 2 1,10-2 0,14 4 0,11 1-250,10 2 1,-34-2 0,2-1 0,7 1 0,2 0-211,1 0 0,6 1 0,7 0 0,8 2 0,2-1 0,-15-1 0,-1-1 0,0 1 0,1-1 0</inkml:trace>
  <inkml:trace contextRef="#ctx0" brushRef="#br1">3855 5626 8129,'-1'-19'0,"-2"-1"-230,-2 3 0,-6-1 0,1 1 0,-3-3 513,-1 3 1,-2 1 0,-3 2-1,-5 1-198,-3 3 1,-4-1-1,-1 6 1,-5 2-92,-4 1 1,-1 2 0,-12 0 0,-4 2 36,-2 3 0,-9 3 0,2 6 0,-4-1-54,0-3 1,-6 2 0,-1-2 0,-2 4 27,38-4 0,0-1 0,-37 7 0,38-6 0,0 0 0,0-2 0,0 0-13,-38 6 1,38-5 0,2 1-1,-37 11 1,0 0-23,1 0 0,1 4 0,4-1 0,4 3 0,9 2 0,6-2 1,7 0-1,3-1-5,2 0 1,6 4 0,9-6 0,5 5 7,3 4 0,8 4 0,3 6 1,3 2 26,2 3 0,8 0 0,5 9 1,6 7-15,4 5 1,2 5-1,-9-36 1,0 2 0,1 3-1,0 0 9,-1 4 0,0 1 0,-1 6 0,0 2 0,-1 2 0,-1 1 0,0 2 0,-2 1-110,0 3 0,-3 1 0,0 2 0,-1 1 0,-1 7 1,-1 0-1,-1 4 0,0 0 140,-2-25 1,1 0 0,-2 1 0,1 3 0,-2-1 0,0 1 0,-2-1 0,0 0 0,-2 0 0,-1 3 0,0 1 0,-1-1-112,0 2 1,-1 1 0,-1 0 0,-1 3 0,0 2 0,-2-1 0,1-1 0,-2 0 0,1-1 0,0 0 0,0-1 0,-1 1 126,1 0 0,-1 0 1,0 0-1,1-2 1,1 1-1,-1-1 0,-1 2 1,0 0-1,-1 1 1,2-1-1,0 0 0,0 0-3,1-1 1,1 0 0,1 0 0,0-1 0,0 0-1,1 0 1,2-5 0,1 0 0,1 0 0,-1 1 0,1 1-1,0-1-14,1 0 1,0 0 0,1 0 0,0 2 0,1-1 0,0 0 0,0-2 0,0 0 0,1-1 0,0 0 0,1-1 0,0 1-99,0-1 1,2-1 0,0 0 0,1 0 0,1 0 0,0 0 0,1 2 0,0 0 0,0 0-1,0 0 1,1 0 0,-1-1-6,2-1 0,-1 0 1,1 0-1,-1 2 0,1 1 1,-1-2-1,1-3 1,0 0-1,-1 0 0,0 1 1,0 1-1,0 1-17,1 0 0,-1 0 0,1 1 0,-2 0 0,0 0 0,-1 0 0,1 3 0,0 0 0,-1 0 0,-1-2 0,0 1 0,-1 0 56,-1-1 1,0 1 0,1 0 0,-1 0 0,1 0 0,0 0 0,-2 3 0,-1 1-1,0 0 1,0 0 0,0 0 0,-1 0-59,0-1 0,-1 1 1,-1 0-1,-1 2 0,0 0 1,-1-1-1,-1-3 0,-1 0 1,0-1-1,-1 3 1,0-1-1,0 1 102,0-1 0,-1 1 0,1-1 1,-1-1-1,0-1 0,0 0 1,-2-1-1,1 0 0,-1-1 1,1-1-1,-1 0 0,2-1 82,0-3 1,0 0-1,0-1 1,-5 24 0,0-1-1,4-4 1,0-1-1,2-2 1,2-1 68,0-2 0,3-2 0,5-9 0,4-3 0,2-7 0,6-4 0,5-5 0,6-5-142,5-3 1,5-5 0,12-5 0,5-7 0,15-6 0,5-7-1,-17-2 1,3-3 0,2-2-15,6-6 0,3-3 1,2-2-1,-10 2 1,2-1-1,1-1 1,1-1-1,9-5 0,1-2 1,2 0-1,0-1 1,-11 6-1,2-1 1,-1 0-1,2-1 0,0 1-52,4-1 1,1-1-1,1 1 1,0 0-1,0 0 1,-1 1 0,0 1-1,0 0 1,1 1-1,0 1 1,-9 3 0,0 0-1,0 1 1,1 1-1,0 0 1,0 1-1,-1 1 1,0 1 0,1 0-1,-1 1 1,1 0-1,-1 1-121,1 1 1,0 0 0,0 1 0,1 1 0,-1 1 0,1 0 173,0 2 0,0 0 0,0 1 0,0 1 0,1 0 0,-1 1 0,1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8574 8129 7674,'-9'0'181,"-1"0"0,7 2 0,0 1 0,6 2 201,7-2 1,2 0 0,3 1 0,-1 2-98,1 2 0,0-3 0,3 3 0,3 0 5,1 0 0,2-4 1,7 6-1,1 0-61,1-2 1,7 0 0,0-5-116,6 2 1,7-1 0,10-4-1,4 0 1,5-1-40,4-4 1,4 2-1,-37-1 1,1 0-1,-1 0 1,0 0-27,0 0 0,0 0 1,37 1-1,-2-2 1,-1 3 79,0 2 0,-2 0 0,-8 2 0,-6 1-46,-7 2 1,1 4-1,-6-2 1,1-1-92,-1 1 0,-1 2 1,-5-4-1,1-2 18,-1-1 1,5-2-1,0 0 1,-4 0 98,-4 0 1,2 0 0,-4 0-1,2 0-30,-1 0 0,-3 0 0,-4 0 0,2 0 7,-2 0 0,-3 0 1,-4-2-1,-2-1-14,-3-2 0,0 0 0,-4 5 0,1 0 28,2 0 0,1 0 1,-6 0-1,0 0 28,1 0 0,-1-4 0,0-1 8,1 2 1,-1-1 0,1 1 11,-1-2 1,-4-4-96,-1 4-235,-6-6-148,4 9-182,-7-4-52,0 6 1,-2 1-740,-3 4 1,2-2 1302,-6 7 0,-33-13 0,-12 1 0</inkml:trace>
  <inkml:trace contextRef="#ctx0" brushRef="#br0">12531 7928 10954,'9'2'1008,"1"4"1,1 10-674,2 11 0,1 8 1,1 10-1,-1 5-465,0 7 0,6 5 1,-3 6-1,-2-6-794,-4-3 1,-6-8 0,3-3-221,-2-3 1,4-8-1,-6-5 1144,0-7 0,48-42 0,12-17 0</inkml:trace>
  <inkml:trace contextRef="#ctx0" brushRef="#br0">13020 7985 7862,'-30'-6'0,"-2"-2"0,-4 0 759,0 3 1,-4 12 0,-7 9-1,-4 12-471,-5 14 1,-3 14-1,25-23 1,-1 1-1,2 1 1,-1 0-434,-1 1 0,1 0 0,3 2 0,0 0 0,2-2 0,1-1 1,-19 29 144,12-8 0,33-32 0,20-12 0</inkml:trace>
  <inkml:trace contextRef="#ctx0" brushRef="#br0">9840 8921 7896,'0'-15'19,"0"1"1,0 0 0,0-1-1,0 1 267,0-1 0,0-4 0,0 0 651,0 1-693,0 9 0,5 4 0,0 11 0,-2 10 168,-1 12 0,-2 7 0,0 10 1,0 1-6,0 2 1,-5 6 0,0-1-273,2 3 0,1-5 1,2-5-1,0-4 0,0-5-120,0-2 0,0-3 1,2-10 7,3-7 0,-2-7 0,5-12-135,-2-5 1,-1-1 0,-5-10 0,0-1 81,0-3 1,-5-2 0,-1 1-1,-2 2-49,-3 2 1,-4 1 0,-4 2 0,-5-1-146,-3 1 0,-2 9 0,1 4 0,-1 3 120,0 2 0,2 2 0,3 4 1,5 7 153,3 5 0,8 7 0,3-1 1,3 3-115,2 2 1,7-2 0,4-1-1,6-4-397,7-1 0,8 3 0,2-5 0,0-3-229,1-5 0,0 1 1,5-8-1,-2 0-1006,2-3 1696,2-1 0,26-38 0,-30 14 0,0 0 0</inkml:trace>
  <inkml:trace contextRef="#ctx0" brushRef="#br0">10143 9266 7896,'0'-8'544,"0"5"0,-2 11 0,-1 8-596,-2 5 0,-1 3 1,2 4-1,0 0-554,0-4 0,3 3 606,1-3 0,13-4 0,3 1 0</inkml:trace>
  <inkml:trace contextRef="#ctx0" brushRef="#br0">10157 8949 7896,'0'-9'268,"1"1"-213,4 1 0,-2 3 0,7 5 0,1 4-493,2 5 1,1 7 437,1 2 0,9 16 0,5 7 0,2 1 0,0 1 0</inkml:trace>
  <inkml:trace contextRef="#ctx0" brushRef="#br0">10459 9352 7896,'-10'15'16,"1"-1"321,-2 1 1,-1-1 0,1 0 341,2 1 0,5-6 0,-2-1 286,0-1 0,4-4-351,-3-8 1,4-3 0,1-6-1,1-2-113,4-4 1,-2 5-1,7-6 1,1 2-287,2-1 1,1 1 0,1 5-1,-1 1-344,0 3 1,2 2 0,2 5 0,1-2-31,-1 2 0,-1 3 0,3 5 0,2 6-789,0 7 0,1 9 0,-6 8 0,1 2-2107,-5 3 3055,-5-5 0,-8 39 0,0 2 0</inkml:trace>
  <inkml:trace contextRef="#ctx0" brushRef="#br0">6344 6374 8066,'15'2'-291,"-1"1"-195,1 2 1,-6-1 0,1-4 662,1 0 0,2 2 0,1 1 0,0 2 45,1-2 1,-1 0 0,1 1 0,-1 0-83,0 0 0,2-1 0,2 0 1,3 2-51,1-2 1,-3 0 0,5 0 0,2 2-83,1-2 0,3-1 0,2-2 0,4 0 8,0 0 1,3-2 0,4-1 0,0-2 31,0 2 1,0 0-1,0 0 1,2-2 99,3 2 1,-1 0 0,4-1-1,0 0 106,0 0 1,2-2-1,4 0 1,2-1-46,4 1 1,-4-4 0,5 4 0,-2-1-88,1 1 1,7 1 0,-1 5 0,3-1 18,-2-4 0,-1 3 0,3-3 0,1 4-36,4 1 1,-4 0 0,4 0 0,-3 0-57,-2 0 1,6 0 0,0 0 0,-1 0-39,-5 0 1,1-2 0,6-1 0,1-2-4,-39 3 0,1 1 0,-1 0 0,1 0 0,0 1 0,-1 0 1,39-1 24,-2-4 1,-36 4 0,1 0 0,-1-1 0,1 0 0,1 1 0,0 0 40,-2 1 0,0 0 0,2 1 1,-1 0-1,-2 0 0,-1 1 0,3 1 1,1 0-33,1 1 1,1 0 0,-5-1 0,1-1 0,1 3 0,0 0 0,0 0-1,-1-1-11,0 0 0,1 0 0,0 3 0,2-1 1,-1-2-1,1 0 0,1 0 0,-1 0-8,0-2 0,0 1 0,1 0 0,0 0 0,0 0 0,0 1 0,-1-1 0,1 0-19,0 0 1,0 0 0,-2 0-1,0-1 1,3-1 0,-1 0-1,0 0 1,-1 1 57,0 0 0,1 1 1,3 0-1,0 0 1,-2-1-1,0-1 1,0 2-1,0 1-4,-1 0 0,-1 0 0,-1-2 0,-1 1 0,-2 0 0,1 2 0,-1-1 0,1 0-3,2 0 0,0-1 1,36 2-1,-39 0 0,-1 0 1,36 4 46,-5-1 1,1 4 0,0-6-1,0 0-22,0 1 1,-5-1 0,0-3 0,2 4-5,2 1 1,-6-5-1,-3 2 1,-2-2 10,-3 2 0,2-4 1,0 6-1,1-2 17,-4-1 1,-7 3-1,2-4 1,-1 3-6,-4 2 1,-1-3-1,-4 3 1,-1 0 1,-1 0 0,-7-3 0,1 3 0,-2 0 111,-3 0 0,-4-3 0,-1 3 0,-1-2-63,1-3 1,-6 4-1,2-1-81,-3 2 0,-6-5 1,0 4-117,1-1-45,-5-4 270,7 4 163,-12-6 1,6-2-188,-7-2 1,0-4-208,0-7 1,0 6 0,1 1-299,4 1 1,-3 1-954,3 1-1455,-4 4-1650,-1-6 1090,0 7 3320,0 0 0,0 0 0</inkml:trace>
  <inkml:trace contextRef="#ctx0" brushRef="#br0">6301 5122 8100,'0'-14'-193,"0"-1"78,0 1 0,0 0 0,2-1 0,3 1 142,4-1 1,10 3-1,5-1 1,5 0 31,5-3 1,2-1-1,9 2 1,3 1-71,5-1 0,9 1 0,5-2 11,4-3 0,1 3 0,1-5 0,4 7 1,-36 6-1,1 0 11,3-2 0,0 0 1,1 2-1,0 1 0,3-3 1,0 0-1,-1 2 0,1 0-60,2 1 1,1 0 0,-1-1 0,2 0 0,2 0-1,1 0 1,1 0 0,0 0 74,-1 1 1,0 1 0,0 1 0,0-1 0,2-1 0,0 0 0,2-1 0,0 1 18,2 0 1,1 0-1,0 0 1,0-1-1,0 2 1,1 0-1,-2 0 1,0 0-65,1 1 1,1 1 0,3 1 0,1 1 0,3-2 0,-1 0 0,1 1 0,0 0 40,-2 1 0,0 0 0,0-1 0,1 0 0,-1 1 0,1-1 0,2 2 0,0-1-26,2 1 0,1 1 1,-5-1-1,0 2 0,2-1 1,0 0-1,-1 0 1,0 0 25,0 0 1,1 0 0,2 0-1,2 0 1,-1 0 0,0 0 0,0 0-1,-1 0 22,-2-1 0,0 2 0,-2-1 0,0 1 0,3 1 0,0-1 0,1 2 0,0-1 3,3 0 1,0-1-1,-4 0 1,-1 0 0,1-1-1,0 0 1,0 0-1,-1 1-5,2 2 0,-1-1 1,3-1-1,-1 0 1,-2 1-1,1 1 0,-1-2 1,1-1-5,-3 0 0,0 0 1,1 2-1,0 1 0,-3-1 1,1 1-1,2-1 0,0 1-18,2 0 0,1 0 1,-3-2-1,-1 0 1,2 1-1,0 0 1,-3 0-1,-1-2-32,-1 0 0,0 0 1,3 0-1,0 0 1,-1 0-1,-1 0 1,1 0-1,-1 0 10,-2 0 0,-1 0 0,-2 0 1,0 0-1,0 0 0,1 0 1,0 0-1,0 0 6,0 0 1,-1 0 0,-2 0 0,-1 0 0,-1 0 0,0 0 3,-1 0 0,-1 0 0,-1-1 1,-1 0-1,1 0 0,-2-1 1,-1 0-1,-1-1 0,0 2 1,-2-1 3,-1 1 0,-1 1 0,-3 0 0,0 0 0,-1 0 0,1 0 0,-2-1 0,0 0-60,-1-1 0,0-1 0,37 2 0,-5-4 0,-5 3-234,-3 2 0,-1 0 0,0-1 1,-7-3-74,-5 0 1,-12-1 0,1 5-1,-2 0-592,1 0 947,-5 0 0,-2 0 0,-6 0 0,-1 0 0,1 0 0</inkml:trace>
  <inkml:trace contextRef="#ctx0" brushRef="#br0">4848 3352 8146,'72'5'-413,"0"0"0,2 0 0,1-5 0,3 0 579,2 0 1,1 0 0,-37 0-1,0 0 1,2 0 0,1 0-249,3 0 0,1 0 1,-3 0-1,1 0 0,4-1 1,0 0-1,1 0 1,1-1 111,0 0 0,1-1 1,3 0-1,1 0 1,0 1-1,1 1 1,2-2-1,-1-1-60,-2 0 1,1 0 0,4 2-1,0-1 1,0 0 0,1-2-1,2 1 1,1 0-142,4 0 1,0 0 0,-1 1 0,0-1 0,2-2 0,0 0-1,0 2 1,-1-1 151,2-1 1,-1 1 0,3 1 0,1 1 0,-24 1 0,1 0 0,-1 0 0,1 0 0,0 0 0,0 1 42,25-1 1,0-1-1,-26 0 1,1 0-1,0 0 1,2 1-1,0 0 1,0 1-1,3 0 1,-1-1-1,1 2-8,2-1 1,0 0 0,0 1 0,-3-1 0,0 1-1,0-1 1,2 0 0,1 0 0,-1 0 0,-1 0-1,1-1 1,-1 0-55,0 1 1,1 0 0,0 0 0,3 0-1,1 1 1,-1 0 0,2-1 0,0 2 0,1-1-1,0 0 1,0 0 0,0 0 68,0 0 1,0 0 0,-1 0 0,-1 0 0,0 0 0,0 0 0,2 0 0,0 0 0,0 0 0,2 0 0,1 0-1,-1 0-17,2 0 1,0 0 0,0 0 0,-1-2 0,0 1 0,-1-1 0,0 0 0,0 0 0,-1 1 0,1 0 0,-1 0 0,0 0-100,1 0 0,-1 1 0,1-1 1,2 1-1,0 0 0,0 0 0,2 0 1,1 0-1,-1 0 0,1 0 0,0 0 1,-1 0 94,-2 0 0,0 0 0,0 0 1,0 0-1,0 0 0,1 0 1,-1 0-1,0-1 0,1 1 1,2-1-1,0 0 0,0-1-6,2 1 0,1-1 0,-1 1 0,-4-2 1,-1 1-1,0 0 0,2 1 0,-1 0 0,0 0 1,-1-1-1,-2 0 0,1 0-6,-1-1 0,-1 0 0,1 1 1,2 0-1,0 1 0,0-1 0,-2-1 1,0 0-1,0-1 0,0 1 0,-1 0 1,0 0 26,-2 0 1,-1 0 0,1 1-1,-2-2 1,0 0 0,0 0 0,-1 2-1,0 0 1,1 0 0,0 0 0,0 0-1,0 0-50,-1 0 0,1 0 0,-1-1 0,-3 0 0,-1 0 0,-1 0 0,0 0 0,-1 1 0,1 0 0,-1 0 0,0 0 0,0 0 10,0 0 0,0 0 0,0-1 0,-1 2 0,0-1 0,0 1 1,-1 0-1,0 2 0,-1-1 0,27 0 0,0 0 10,-2 0 0,-1 0 0,-4 0 0,0 0 0,1 0 0,-1 0 0,-1 0 0,1 1-43,1 2 1,-1-1-1,-7-1 1,0 0 0,0 2-1,0 0 1,-3 0 0,0-1 8,-2 0 0,-1 1 1,-1 0-1,0 0 1,-4-1-1,0-1 0,-2 2 1,1-1 82,-1 0 0,-1-1 0,-3 2 0,-1 1 1,-3-2-1,-1 0 0,-2 1 0,0-1-176,-2 2 1,0-1 131,1-3 0,1 1 0,32 9 0,-35-7 0,1 0 0,1 2 0,-1 0 0,2 0 0,-1-1 0</inkml:trace>
  <inkml:trace contextRef="#ctx0" brushRef="#br0">15969 6518 7847,'5'-10'-358,"0"1"0,4-1 1,-4-4 1075,-2-1 0,4 6 0,-2-1 795,-2-1-1254,-2 5 0,-1 7 1,0 14-1,-1 9-98,-4 7 0,-3 9 1,-8 12-1,-3 7-677,-5 5 1,1 3 515,-1 5 0,7-24 0,-2 1 0,-4 3 0,1 0 0</inkml:trace>
  <inkml:trace contextRef="#ctx0" brushRef="#br0">16444 6575 7959,'-22'23'66,"2"-4"0,1 2 0,3 0 1,3 1 239,1 4 0,5 1 0,4 3 0,6 0 149,7-1 0,11 2 0,7-14 0,9-4-222,5-7 0,6-4 1,0-2-1,0-3 145,1-7 1,-4-6 0,1-14-134,-6-4 0,-5-1 1,-7-5-1,-4 2 1,-7-1-107,-6 3 1,-4-4 0,-7 8 0,-3 3-359,-7 3 1,-6 9 0,-16-2 0,-5 4-284,-6 6 1,-5-3-1,3 8 1,1 0-868,2 3 1,10 2 0,5 4 1368,11 5 0,46 15 0,18 6 0</inkml:trace>
  <inkml:trace contextRef="#ctx0" brushRef="#br0">18285 4360 7994,'13'-7'0,"-2"-2"258,-1-4 1,-7 3 181,2 1 0,-2 7 0,0 4-31,2 10 0,0 14 1,-5 11-1,-2 4-484,-2 9 0,-3 4 1,-4 5-1,1 2-581,-1 2 1,0 4 655,1-5 0,4 0 0,6-4 0</inkml:trace>
  <inkml:trace contextRef="#ctx0" brushRef="#br0">19034 4403 7884,'-15'-2'76,"1"-3"1,-1 4-1,-1-4 1,-1 3 323,-2 2 0,-7 0 1,2 0-1,-1 0 28,1 0 0,4 2 0,9 1-177,2 2 0,7 1 1,2-1-1,11 3 0,10 2 34,8-1 0,14 3 1,0 5-1,2 2-94,0-1 1,-2 3-1,0-1-48,0 3 0,-11-1 0,-5 4 1,-6-2-1,-8 1 188,-7 3 1,-7 5-1,-9 1 1,-11-2-192,-9-2 1,-2-1 0,-6 0-1,-2-2-321,-2-3 1,5-3 0,4-7-1,2 0-451,2 1 0,2-7 1,3-3-1,5-4-656,3-1 0,3-1 0,2-4 1288,2-5 0,5-35 0,-2-9 0</inkml:trace>
  <inkml:trace contextRef="#ctx0" brushRef="#br0">20961 2834 7798,'8'-6'32,"5"0"0,-3-6 0,4 3 288,5-2 1,4 4 0,4 3-1,-1 2-37,-3 2 1,1 6 0,5 6 0,-2 5-151,-3 7 0,-9 5 1,-10 4-1,-4 6-120,-1 2 0,-3 3 1,-5-1-1,-8 0-171,-5 0 0,-1-1 1,-4-4-1,4-4-24,1-4 0,2-9 0,5-5 1,-1-7 55,1-2 0,-1-3 113,1-4 1,4-4 0,2-3-1,2-1-126,3-3 0,1-2 0,4-1 0,3 0-251,4-1 0,10 6 0,5 1 1,4 0-765,0 0 1154,7 4 0,23-2 0,11 0 0,8 2 0,1 0 0</inkml:trace>
  <inkml:trace contextRef="#ctx0" brushRef="#br0">21997 3165 7798,'-14'21'43,"1"3"1,4 3 209,4 2 0,3 0 1,2 0-1,2-2 4,3-3 1,9 1 0,10-7 0,5-5-77,4-7 0,4-4 1,5-2-1,-2-3 147,-2-7 1,-1-6-1,-1-13 1,-7-1 21,-8-4 0,-7 2 0,-4-6 0,-5-2-146,-4-2 1,-4 6-1,-6 2 1,-11 4-65,-5 1 1,-10 2 0,-5 4 0,-7 9-443,-5 8 1,0 4-1,1 4 1,3 4-2309,7 8 2610,4 14 0,15 40 0,11-26 0,1-1 0</inkml:trace>
  <inkml:trace contextRef="#ctx0" brushRef="#br0">9711 993 8588,'2'8'55,"2"-3"1,-1-4-1,7-1 219,1 0 0,2 0 1,1 0-1,2 0-131,4 0 1,2-1-1,8-3 1,4 0-49,4 0 0,9-2 1,2 1-1,2 2 98,4 1 1,7-2-1,5-1 1,5 2-87,5 1 0,3 0 0,-37 1 0,2-1 1,-1 0-1,1-1-62,1 2 1,-1-1 0,2 1 0,-1 1-1,0-1 1,-1 0 0,2 0 0,0-1-174,0 0 1,1-1-1,3 0 1,0 1-1,-3 1 1,0 1-1,-1-2 1,0 0 17,0 0 1,1 0 0,-1-3 0,2 0-1,3 2 1,1 1 0,1 0 0,1 1 82,-1 0 0,0 0 0,0-1 0,0 0 0,-3-1 0,0 1 0,1 0 0,0 1 7,0 0 1,1 0 0,2 2 0,-1 0 0,-3 0 0,0 1-1,-2 0 1,0 1-18,-2-2 0,0 1 1,0-1-1,-1 1 0,-1 0 1,1-1-1,0 2 1,1-1-154,-2 0 1,-1-1 0,35 6-1,-17-3 1,-5 1-85,-4 2 0,-3-4 0,-9 6 0,-4 1-165,-8-2 1,0 3 438,-5-6 0,3 5 0,2-6 0,-1 1 0</inkml:trace>
  <inkml:trace contextRef="#ctx0" brushRef="#br0">14646 734 7777,'8'-10'578,"-4"1"-104,-2-1 0,-4 2-254,-2 3 0,0 5 0,-4 5 0,2 5-78,3 2 0,-5 9 1,-2 3-1,-1 2-185,1-2 0,-2 3 0,2-5 1,-1 2 122,1 0 1,-1-6 0,6 1 364,2-3 0,-3-5-263,1-6 1,5-11 0,6-15 0,2-2-41,3-2 0,1-4 0,-1-3 0,0-1-180,5 1 1,-2 1 0,7 2 0,-2 1-53,1-1 1,4 6-1,-4 4 1,3 5 63,2 4 0,-2 6 0,-1 12 0,-1 11 53,-4 13 0,-1 9 0,-3 7 0,-3 5-386,-5 3 1,-4 1 0,-2-1 0,-3-1 358,0-2 0,44-26 0,15-2 0</inkml:trace>
  <inkml:trace contextRef="#ctx0" brushRef="#br0">16214 691 7528,'-16'-2'-230,"-3"-3"1,1 4 0,-4-4-1,1 3 643,3 2 1,-3 0 0,1 0 0,-3 2-161,-2 3 0,4 3 0,0 8 0,2 1-35,0 2 1,4 9 0,6-1-1,-1 5-121,2 0 0,3-2 0,10-1 0,6 0-255,7-1 1,11-5-1,9-6 1,5-5-111,5-8 0,5-2 0,6-4 0,0-2-1461,-3-6 1729,-8-9 0,-8-14 0,2-8 0,-1-5 0,1 0 0</inkml:trace>
  <inkml:trace contextRef="#ctx0" brushRef="#br0">16645 374 7942,'-6'8'0,"-4"-2"-360,-2 1 0,2 2 1,0 9-1,1 4 491,1 6 1,-5-1 0,3 13 0,-2 5 117,-3 6 0,-1 11 0,-1 5 0,-4 2-362,-1-2 0,6-3 0,1-8 0,9-3 113,4-5 0,66-55 0,-24-3 0,0 0 0</inkml:trace>
  <inkml:trace contextRef="#ctx0" brushRef="#br0">16818 849 7988,'-14'6'-69,"-1"1"1,1 4 0,-1-2 286,1 3 1,1 5-1,2 4 1,3 0-70,2 0 0,1-2 0,7-5 0,2 1-301,6-1 1,3-1 0,1-4 0,0-4 95,1-3 0,-1-2 0,1 0 241,-1 0 1,0-7 0,-1-2 0,-2-4 2,-1-1 0,-7-1 0,4 1 0,-3-2-149,1-3 0,0 3 0,-5-4 0,0 4 64,0 2 0,0 0 1,0-1 36,0 1 0,-2 1 0,-2 4-62,-6 4 1,-1 14-1,0 6 1,3 2-282,1 4 1,-2 1 0,4 7 0,2 0-682,1 0 0,8-5 0,4-2 884,3-1 0,32-17 0,14-8 0,4-1 0,0 0 0</inkml:trace>
  <inkml:trace contextRef="#ctx0" brushRef="#br0">17235 921 8011,'-14'0'-245,"-1"0"0,1 0 1585,0 0-592,6 0 1,1 1-542,7 4 1,5 3-1,0 7 1,0-1-93,1 0 1,-4 6 0,2 0 0,-2 1-22,-2 0 0,-2 5 0,-2-4 1,-6 2-134,-3 0 0,-1-5 0,-2 3 0,-2-1-27,-1-3 1,0-2 0,5-3 0,-1-4-199,1-4 0,-1-3 1,1-4-425,0-3 0,6-3 0,3-6 1,5-2 57,5-3 0,-1 3 0,9-5 630,3 0 0,18-2 0,7-2 0,3-5 0,-1-1 0</inkml:trace>
  <inkml:trace contextRef="#ctx0" brushRef="#br0">17552 849 7859,'-15'8'-4,"3"0"453,2-3 0,4 3 0,6 6 0,0 0-384,0 1 1,1-1-1,2 1 1,2 1-123,-2 3 1,4-3 0,-2 5 0,-2-1 161,-2 4 0,4-1 0,0-1 1,-2-1 38,-1-4 1,-7 4-1,-1-2 1,-2-1-53,-4-2 1,0-3-1,-3-2 1,1-1-55,-1 1 0,1-5 0,0-1 0,-1-3-537,1-2 0,-1 0-228,1 0 0,6-2 727,3-3 0,36-35 0,9-14 0</inkml:trace>
  <inkml:trace contextRef="#ctx0" brushRef="#br0">17839 1007 7987,'15'0'13,"-1"0"0,1-6 1,-1-4-1,-1-3 193,-4-1 0,4 0 1,-3-1-1,3 1-69,1-1 0,-6 1 0,-2 0 1,-1-1-91,0 1 1,0 0 13,-5-1 1,-2 2-1,-3 4 1,-4 4-49,-4 3 1,-8 6 0,-3 4 0,-3 8 36,-2 4 0,-1 4 0,-2 5 0,0 0-113,5 0 1,0-1 0,7 3-1,4 1-414,5 1 1,5-4 0,6-7 476,0-1 0,70-21 0,-26-5 0,0 1 0</inkml:trace>
  <inkml:trace contextRef="#ctx0" brushRef="#br0">18372 878 7980,'-15'14'-92,"1"0"1,1 1 88,4-1 0,2 1 1,7 1-1,0 1 131,0 2 0,2 1 1,1-4-1,2 1-247,-2 2 0,3 1 0,-1-6 0,-2 0 389,-1 1 0,-2 4 1,0 0-1,-2-1 72,-2-2 1,-4-7-1,-8 1 1,-2 1-55,-1 2 0,-7 0 1,2-2-1,-3-3-200,-2-2 1,1 4-1,-1-5 1,2-2-543,3-2 0,-2-1 1,7 0-1,1 0-1819,2 0 2273,8-6 0,-11-53 0,3-20 0</inkml:trace>
  <inkml:trace contextRef="#ctx0" brushRef="#br0">18904 1007 8087,'7'10'234,"2"-1"1,5-5 0,6 0 0,4 0-300,3 0 0,8-2 1,3 3-1,4-4-346,1-1 0,5 0 0,0-1 0,-2-4 411,-1-5 0,-8-15 0,-2-6 0</inkml:trace>
  <inkml:trace contextRef="#ctx0" brushRef="#br0">18947 777 8087,'-8'-6'139,"3"-4"0,10-1 1,8 1-1,9 5-90,12 4 1,9 1-1,10 0 1,11 0-1999,9 0 1949,1 0 0,0-11 0,7-4 0,-25 5 0,0-1 0,0 0 0</inkml:trace>
  <inkml:trace contextRef="#ctx0" brushRef="#br0">20098 532 7867,'0'-14'-178,"0"4"0,-1 2 1,-3 0-167,0 0 0,-1 4 1,5-6 379,0-1 1,0 3 3,0-2 0,1 2 67,4-1 1,-2-3 59,7 8-236,-7-1 1,5 5-218,-3 0 0,-3 1 286,2 4 0,-2-3 0,-8 11 0,-2-5 0</inkml:trace>
  <inkml:trace contextRef="#ctx0" brushRef="#br0">20659 489 7867,'-9'0'0,"-1"0"15,-1 0 0,-2 0 0,-1 0 1,-1 0 213,1 0 1,-5-5 0,-2 1 0,-3-1-25,-6-2 0,-2 6 0,-8-4 0,-3 2-49,-2-2 1,3 3 0,-6-2 0,2 2-27,-2 2 1,8 0 0,-2 0 0,6 0-65,4 0 0,6 2 1,4 1-1,1 3-123,3 2 1,9-3 0,4 5 0,3 1-72,2 2 1,2 1 0,4 0-1,9 1 37,7-1 1,5 7-1,2 3 1,1 3 113,4 2 1,-2 0 0,5-1 0,0 3 83,-1 2 0,-4-2 1,0 2-1,-6-2 28,-7-3 1,-3 1 0,-3 0 0,-4-2 200,-4-3 1,-11 2-1,-9-7 1,-7-1 130,-5-2 0,-2-2 0,-1-1 0,-4-2-195,-4-2 0,-4 1 1,-1 3-1,0-2-241,0-1 1,0-7-1,1 2 1,2-4-453,2-1 1,7-1 0,3-4 420,7-5 0,8-33 0,5-27 0,0-2 0,-2-5 0,0 0 0,0 1 0</inkml:trace>
  <inkml:trace contextRef="#ctx0" brushRef="#br0">10416 964 8890,'-24'2'-130,"0"2"1,0 0-1,-3 4 1,3-2-77,5-3 0,-2-1 1,2-2-1,1 0 310,2 0 0,6 0 1,1 0 370,-2 0-228,4 0 1,2 0-211,10 0 0,3 0 0,7 0 0,1 0 46,3 0 0,3 0 0,9 0 0,4 0-40,8 0 0,8 0 1,15 0-1,9-2-58,-34 0 1,2-1 0,9-1 0,2-1-1,3-4 1,3 0 14,4 0 0,8-1 0,-7 0 0,9-1 0,4-1 0,0 0 0,-9 3 0,-1 0 0,1-1 0,-1 1 0,0 0 0</inkml:trace>
  <inkml:trace contextRef="#ctx0" brushRef="#br0">14660 6791 7226,'-5'-9'-109,"0"-1"0,-4 5 0,2-3 225,-1 2 0,4-1-85,-6 3 1,5 2 106,-4-3-136,5 4 0,-2 2-622,6 4 620,0 3 0,32-6 0,8-4 0</inkml:trace>
  <inkml:trace contextRef="#ctx0" brushRef="#br0">23091 7194 8264,'-8'10'67,"3"-1"1,5-1-1,6 2 1,9-5-212,7-4 0,12 1 0,7 1 0,12 2 74,14-2 0,-26-2 0,1 0 0,7-1 0,1 0 1,4 0-1,1 0 14,4 0 1,2 0 0,5 0-1,2 0 1,4 0 0,0 0-1,3 0 1,0 0-161,1 0 1,0 0-1,5-2 1,0-1-1,-2 0 1,1-1-1,-24 2 1,1 0-1,0 0 207,4 0 1,1 0-1,-1 0 1,-3-2-1,-1 0 1,2 0-1,4 2 1,1-1-1,1 0 1,-1 0-1,1 0 1,-1 0-59,1 0 1,1-1-1,0 1 1,3 0-1,1 0 1,0 0 0,2-2-1,1 0 1,0 0-1,1 1 1,2-1-1,-1 2 143,1-1 1,0 1 0,1 0 0,1-1 0,0-1 0,1 1 0,-2 0 0,0 1 0,0-1 0,4-1 0,0 0 0,0-1-108,-18 1 0,0 1 0,0-1 0,1 0 0,2 0 0,0-1 0,1 1 1,-1 0-1,1 0 0,-1 1 0,0 0 0,1-1 0,-2 1 0,1-1 0,-1 0 1,1 0 72,0 1 1,0 0 0,0-1 0,0 1 0,0-1 0,0-1 0,0 1-1,1 0 1,1 0 0,1 0 0,0 0 0,0 1 0,-1-1 0,1 1-1,-1-1 1,0 1-17,0 0 1,-1 0 0,0 0 0,0 0 0,-1 0 0,0 1 0,0-1 0,0 1 0,-4-1 0,0 1 0,0-1 0,-1 0 0,2 1 0,-1-1 0,0 1 0,1-1-26,-1 0 1,0 0 0,0 1 0,0 0 0,19-1 0,0 1 0,-1 0 0,-1 0-1,-1 0 1,-1 1 0,-3 0 0,0-1 0,-2 2-26,-1-1 0,-1 1 0,-1 0 1,-2 1-1,0-1 0,-1 1 0,-2 0 1,0 0-1,0 0 0,-4 0 0,0 1 1,-1-1-126,-3 2 0,-1-1 0,0 1 0,23 0 1,-3 1-1,-7 3 0,-1 1 0,-5 1 0,0 0-472,-2-1 1,-1 2 620,-5 2 0,0 0 0,2-2 0,-1 0 0,-5 2 0,0 2 0,-1-1 0,0 0 0</inkml:trace>
  <inkml:trace contextRef="#ctx0" brushRef="#br0">25033 5784 8340,'-14'0'-804,"9"0"942,10 0 0,9 0 0,18 0 1,6 0-1,10 0-13,7 0 1,16 0-1,-30 0 1,2 0-1,5 0 1,1 0-74,5 0 0,1 0 0,5 0 0,1 0 0,4 0 0,0 0 0,3 0 0,1 0-184,2 0 0,1 0 0,0 0 1,1 0-1,1 0 0,1 0 1,1 0-1,1 0 163,1 0 0,1 0 1,-22 0-1,1 0 0,-1 0 1,1 0-1,1 0 1,-1 0-1,-1 0 0,1 0 1,-1 0-19,1 0 0,-1 0 0,1 0 0,0-1 0,1-1 0,0 0 0,1 0 0,0 0 0,0 0 0,1-1 0,-1 1 0,0-1-126,0-1 0,0 1 0,-1-1 1,0 0-1,-1-1 0,-1 1 1,23-3-1,-1 1 0,0 0 1,0 1-391,0 0 1,0 0-1,-1 1 1,-1-1 502,-2-2 0,-1-1 0,-1 3 0,-1-1 0,-6 1 0,-2-1 0,-2 0 0</inkml:trace>
  <inkml:trace contextRef="#ctx0" brushRef="#br0">25911 3928 8255,'0'-22'115,"0"2"0,8 9 0,6 3 1,10 0 502,8 0 1,13 5 0,12-2 0,10 4-476,8 1 0,-32-2 1,1-1-1,3 0 1,2 1-1,0 0 1,1 1-225,0 0 0,0 0 1,4-1-1,0-1 1,1 1-1,0 0 1,1 0-1,0 0 45,-4 3 1,6-3 0,0-6 0,9-3 0,5-2 0,-2 0-1,5-1 1,0 0 0,0 0 0,1 0 0</inkml:trace>
  <inkml:trace contextRef="#ctx0" brushRef="#br0">32586 7208 8119,'0'-9'-615,"0"-1"1,2 2 456,2-1 0,-2 1 56,3 3 845,-4 3 91,-1-4-632,0 6 0,0 2 0,0 2 0,-1 6-81,-4 3 0,-9 9 0,-10 7 0,-5 9-260,-5 9 1,-2 4-1,-8 6 1,3 1-397,2-1 0,-1-4 535,7 0 0,12-19 0,8-1 0</inkml:trace>
  <inkml:trace contextRef="#ctx0" brushRef="#br0">32802 7381 8421,'0'-14'104,"-7"6"236,-2 3 1,-4 11 0,-1 9 0,-2 9-130,-4 8 1,3 4-1,-5 8 1,1-1-129,3 0 1,2-1 0,3-2 0,4-4 64,4-1 0,5-7 0,5-9 0,6-5-46,7-4 0,2-5 0,6-10 0,-2-5-283,1-3 1,-2-7 0,-1-4 0,-1-4-127,-3 0 0,-2-1 1,-4-1-1,0-2-202,-3-2 0,-6-6 1,2 2-1,-3-6 509,-2-3 0,-11 4 0,-4-4 0,-1-6 0,0 0 0</inkml:trace>
  <inkml:trace contextRef="#ctx0" brushRef="#br0">33090 7453 6718,'-15'2'512,"1"2"0,-2 6 1,-3 11-1,-5 6-230,-4 5 0,0 10 1,-1-1-1,2 6-114,3-1 1,3-1-1,8-4 1,5-2 3,8-6 0,13-14 0,11-6 0,5-5 59,4-5 0,-1-3 1,5-4-1,-2-6-51,-3-3 0,0-8 1,-1-3-1,-1-3-147,-3-2 1,-8 1-1,0-3 1,-3-1-357,-1-1 1,-2-1 0,-4 4-1,-4-2-292,-3-2 1,-9 1-1,-2 5 1,-4 4 7,-2 5 1,-1 5 0,-1 4 0,-2 6 606,1 2 0,2 8 0,-17 53 0,13-19 0,1-1 0</inkml:trace>
  <inkml:trace contextRef="#ctx0" brushRef="#br0">30068 5266 12402,'-12'10'290,"0"-2"-130,3-2 1,1 5-1,-3-3 1,3 2-210,1-1 0,1 1 0,3 4 1,-2 1 6,2-1 1,1 5 0,2 1 0,0-3 37,0-1 1,2-1 0,2-3 0,6 0-18,3-3 0,6 1 1,0 4-1,0-1-15,2-4 0,-5 4 0,3-3 99,-3 3 0,-8-4 0,-6 1 60,-10 1 1,-3 0-1,-13 0 1,-2-1-10,-1 1 0,-3-4 1,-4-1-1,-3-1-61,0 0 0,1-1 1,4-2-1,0 1-238,5 2 1,-1 0-421,9-5 0,10-2 0,13-1-273,14-2 1,14-6 934,6 1 1,22-2 0,11-1 0,7-2 0,-1-1 0</inkml:trace>
  <inkml:trace contextRef="#ctx0" brushRef="#br0">30557 5424 13745,'-14'13'0,"0"-2"53,-1-1 1,3 1 0,0 7-1,4 2 119,2 3 0,1-1 0,7 4 1,4-4-21,9-1 1,12-2 0,11-6 0,4-3 116,1-6 1,5-2-1,1-2 1,-1 0-109,-3 0 1,-5-6 0,-13-4 0,-3-3-280,-5-1 0,-9-1 0,-9 1 0,-8 0-512,-13-1 0,-13 2 1,-10 2-1,-7 3-33,-1 2 0,-3 1 0,6 5 0,3 0 557,5 0 1,24-26 0,11-5 0</inkml:trace>
  <inkml:trace contextRef="#ctx0" brushRef="#br0">28845 3252 11607,'15'0'100,"-1"-5"0,1 0 1,-1 2 35,0 1 0,1 4 1,-1 4-171,1 9 1,-7 1 0,-4 6 0,-2 0-146,-2 1 0,0 1 1,0 5-1,0-1 142,0 1 1,-6-2-1,-4-1 1,-1-4-86,1-1 1,-1 3 0,5-5 61,-2-1 0,4-2 140,0-2-81,2-6 1,4-1-23,2-7 1,4 0 0,7 1 0,-1 4-39,1 5 1,1-2 0,3 1-1,5 1-256,3-2 0,13 3 1,5-6-1,6-2 46,8-1 1,0-2 0,8 0 0,0-2 256,-1-3 1,-4 2-1,-9-7 1,-7-2 29,-6-6 1,0 0 0,-6-4-1,-4 1-8,-4 4 0,-1-6 0,-4-1 0,-2-1-56,-3 1 0,0-3 0,-11 4 1,-2-1 41,-1 0 1,-2 2 0,-2-1 0,-3 7 66,-4 5 0,-9 8 0,-3-2 0,1 4 315,-1 1 0,-3 8 1,3 6-1,0 7-56,1 1 0,-3 5 0,7-3 0,5 4-131,3 0 1,5-4 0,8-1 0,6-3-104,6-2 1,7-2-1,12-3 1,5-4 2,5-4 0,9-5 0,-4-6 0,0-9-5,-3-7 0,-11 0 0,-7-4 1,-7-1-64,-7 0 0,-5-5-1,-14 8 1,-7-2-100,-9 2 0,-13-1 0,-7 5 0,-2 4-481,-2 5 0,-5 5 545,0 6 1,19 0-1,10 0 1</inkml:trace>
  <inkml:trace contextRef="#ctx0" brushRef="#br0">24716 11467 8264,'10'0'110,"0"0"40,1 0 1,3 0-1,7 0 1,8-1 79,7-4 0,12-3 0,8-6 1,10 1-113,11 3 0,-35 2 1,2 0-1,2 2 0,1 1 1,2 0-1,1-1 48,1-1 0,0 1 0,-1 0 1,1 1-1,3 0 0,2 0 1,1 2-1,1 0-240,4-1 1,-1 2 0,-2 1-1,1 0 1,3-1 0,1-1 0,0 2-1,-1 1 62,1-1 1,1 2-1,3-1 1,0 0 0,1 0-1,0 0 1,2 0-1,1 0 5,1 0 0,0 0 0,-3 0 0,1 0 0,-2 0 0,1 0 0,0 0 0,0 0-107,2 0 0,-1 0 1,-6 0-1,-1 0 1,-3-1-1,-2 2 1,-5-1-1,-1 1-63,-4 1 0,0 1 0,-3-2 1,0 1-1,-4 2 0,-1 0 1,36 4-264,-10 0 0,-12 3 0,-9 7 1,-6 3-48,-6 1 0,-12-3 0,-8 4 487,-7-3 0,-6 6 0,-1-2 0,0 3 0</inkml:trace>
  <inkml:trace contextRef="#ctx0" brushRef="#br0">24817 9985 8264,'-14'0'-200,"-1"0"1,1 0 263,0 0 0,4 5-72,0 0 0,7 1 0,2-2 120,9 0 0,3 1 0,14-5 0,6 0 8,5 0 0,8 0 0,4 0 0,6 0 13,7 0 1,6 0 0,11 0 0,-34 0 0,2 0-10,5 0 0,2 0 0,6-2 0,3-1 0,8 0 1,2 0-1,4-1 0,2 0-157,-23 1 0,1-1 0,1 0 0,-1 0 0,0-1 0,1 1 0,1 0 0,-1-1 0,1 1 0,-3 1 0,0-1 0,-1 2 47,27-1 1,-2 1-1,-4 1 1,-1 0-1,-2 1 1,-2 0-1,-3 0 1,-1 0-42,-7 0 1,-1 0 0,-4 0 0,-1 0 0,-3 0 0,0 0 0,0 0 0,-1 0-56,0 0 0,-2 0 1,-4 0-1,-1 0 0,30 0 1,-10 2-1179,-7 3 1260,-12 3 0,-2 4 0,-12-2 0,-6-4 0</inkml:trace>
  <inkml:trace contextRef="#ctx0" brushRef="#br0">24558 8878 8262,'15'0'-755,"1"0"1059,3 0 1,5 0-1,12 0 1,12-2-82,13-3 1,-20 1 0,3-1-1,5-4 1,1-2 0,6 0-1,1 0-118,4 0 0,0 0 0,3-1 0,1 1 0,3 2 0,0 1 0,2-2 0,-1 0-187,4 1 0,0 1 1,-1 2-1,0 2 0,2 1 1,0 0-1,-1 0 1,0 1 71,-1 0 1,0-1 0,3 1-1,0-1 1,0 3 0,0 0 0,-1 1-1,-2 0-155,-5 1 1,0 1 0,-2 0 0,-1 0-1,-3 3 1,-2-1 0,1 0 0,-1-2 164,-1 1 0,0-1 0,0 2 0,-1-1 0,1-1 0,0-1 0,-1 0 0,1-1 0</inkml:trace>
  <inkml:trace contextRef="#ctx0" brushRef="#br0">28989 11180 8063,'8'-15'0,"-3"1"-255,-3-1 0,-2 1 0,0 0 1416,0-1-576,0 1 0,1 9 0,2 8-399,2 10 1,2 13 0,-4 1 0,2 6-203,-2 4 0,-2 2 0,-1 4 0,-1 0-193,-4 0 1,-1-5 0,-6-1 0,3-2 61,-2-3 0,3 2 0,-2-4 1,1-4 86,1-4 0,-4-7 1,6-7 107,-2-2 0,5-3 0,-2-9 0,3-7 165,2-5 1,0-2 0,0 1 0,2-4-119,3 1 0,-2-5 1,5 3-1,0-5-78,0-5 0,0 4 1,5-4-1,0 4 29,2 1 0,9-4 0,0-1 0,4 4-182,0 4 1,8 10-1,2 8 1,3 3 291,3 7 0,-3 17 0,-2 15 1,-7 7-190,-7 7 0,-1 3 0,-10 7 0,-6-2-792,-4-3 0,-4 1 825,0-6 0,-39 13 0,-9-2 0</inkml:trace>
  <inkml:trace contextRef="#ctx0" brushRef="#br0">29651 11640 8151,'0'-14'-231,"0"-1"1,0 1 26,0 0 1,0-1-1,0-1 1,0-1 315,0-3 0,0 1 0,-2 3 0,-1-1 11,-1-3 0,-1 1 0,5 5 0,0-1 266,0 1 1,1 0-47,4-1 1,-2 9-1,5 6-144,-1 8 1,-3 11-1,-4 5 1,0 3-71,0 2 0,-1 1 0,-2 2 1,-4 2-193,-1-2 0,4-2 1,-4-3-1,0-1-152,0-2 0,3-2 0,-3 2-209,1-4 373,-4-4 1,11-10 73,0-6 0,2-6 1,7-7-1,3 2 48,0 1 1,3 7-1,-1-4 1,0 3 36,1-1 1,-6 0-1,1 7 1,0 2-332,-2 6 0,4 3 0,-4 1 0,0 2-733,-3 3 0,-3-1 956,-2 6 0,6-13 0,2 2 0</inkml:trace>
  <inkml:trace contextRef="#ctx0" brushRef="#br0">29910 11784 8053,'0'14'-7,"0"-4"0,0 0 0,-2-1 18,-2-1 0,2 5 0,-3-4-500,4 4 0,1 2 1,1-3 488,4-2 0,-3-4 0,30-57 0,0-13 0</inkml:trace>
  <inkml:trace contextRef="#ctx0" brushRef="#br0">29910 11410 8198,'-10'0'-247,"2"1"-311,2 4 1,3 3-1,8 5 491,4-3 1,6 2-1,2-4 67,2 0 0,58-8 0,-34-4 0,0 0 0</inkml:trace>
  <inkml:trace contextRef="#ctx0" brushRef="#br0">30198 11439 8206,'0'14'158,"0"0"1,0 2 390,0 4 1,5-3 0,-1 9 0,0 3-274,-3 2 1,-1 9 0,0-3 0,0 0-168,0-3 0,0-4 1,0-3-1,0-3-129,0-5 0,0-3-742,0-1 373,0-7 0,0-8 0,0-10 71,0-3 0,-1-1 1,-4 1-1,-5 2 164,-3 1 0,-1 7 1,0-2-1,-2 4 268,-4 1 0,4 1 1,-4 4-1,1 5 169,-1 3 0,6-1 1,6-1-1,2-1-476,2 1 1,4 0 0,7 1 0,6-4-747,4-2 1,9-1 938,-2-5 0,35-13 0,10-3 0</inkml:trace>
  <inkml:trace contextRef="#ctx0" brushRef="#br0">30557 11424 8206,'7'8'394,"-6"0"14,4-3 1,-5 3 0,-3 8 0,-3 3 72,-2 5 0,-2 10 1,-4 4-1,-1 5-325,1 5 1,-2 3 0,0 5 0,0-1-99,3-3 1,8-12 0,1-1 0,2-9-283,2-6 0,2-8 0,2-8-101,6-1 1,1-4 0,0-8 0,-1-5 155,1-2 0,-4-4 0,-3-2 0,-2-1 121,-2 1 1,0-3 0,0 1 0,0-1 22,0 0 1,-6-3-1,-4 5 1,-3 1 83,-1 2 0,-2 2 0,-2 1 1,-1 4 328,1 4 0,1 3 0,-1 4-125,-1 3 0,6 3 0,8 6 0,4 0-427,1 1 0,6 4 0,4 0 0,4-3-48,5-5 1,4 2 0,4-5 0,-1 0-291,-2-3 1,0-4 0,3-1 0,-2 0-35,-1 0 1,-1-6 0,1-4-1,-4-2 325,1-3 1,-5-1 0,2-1-1,-7-2 248,-6 1 0,1 2 0,-1 2 0,-2-1 193,-1 1 0,-4 4 1,-3 2-1,-4 2 330,-4 3 0,-1 3 0,1 4 0,2 6 9,1 3 0,2 1 0,-3 1 0,3-1-508,1 0 0,3 1 0,4-1-457,0 1 0,0-1 1,1 0-273,4 1 1,-2-6-1,7-1 256,1-1 1,0-1 0,0-3 0,-1 2 216,1-2 0,-3-1 0,2-2 0,-1-2 188,-1-3 1,5-1-1,-3-5 1,1 1 58,-2-1 0,4 0 0,-5 0 1,2 3 452,-1 1 1,-4-2 35,5 4 0,-5 0-281,4 5 1,-6 2 0,2 3-110,-3 4 1,-2-1 326,0 2 0,1-7 281,4 2 1,-3-2-465,3 2 1,-2-2 0,0 6-392,2 3 1,1-1 0,-3 0 0,2 0-1489,-2 5 1584,5-8 0,20 18 0,10-10 0</inkml:trace>
  <inkml:trace contextRef="#ctx0" brushRef="#br0">28903 9683 8004,'0'-14'-69,"0"-1"0,0 1-35,0 0 1,0-1 0,-2 3 0,-1 0 583,-2 3 0,-1 7 0,3 2-258,-2 8 0,-6 11 0,3 5 0,-2 5-112,1 5 1,4 2 0,-5 6-1,1-4-112,1-4 0,-4-2 0,6-2 1,0 1-77,-1-4 1,-2-3 0,4 0 223,2-5-95,1-9 0,9-15 0,2-11 0,4-5-39,1-5 0,5-6 0,2-1 0,2 1-131,2 2 1,-2-4 0,-1 0-1,0 4 63,1 4 0,-1 2 0,4 8 0,-4 4 81,-1-1 1,3 7 0,-5 2 0,-1 9 57,-2 9 1,-4 7-1,-2 10 1,-5 2-127,-4 6 0,-1 4 0,0 3 0,-1 4-495,-4 1 0,2-5 0,-5 2 0,0-5 538,0-4 0,11 9 0,-1-4 0</inkml:trace>
  <inkml:trace contextRef="#ctx0" brushRef="#br0">29349 10057 8145,'0'-19'0,"0"0"0,0 1 148,0 2 0,0-3 666,0 0 0,2 1-459,2 9 0,-2 9 0,3 9 0,-4 6-210,-1 4 0,0-1 0,0 6 0,0 0-110,0-2 0,0 5 1,-1-3-1,-2 2-91,-2-2 1,-2 1-1,4-6 1,-2-1-229,2-2 1,-3-2 0,1 1-275,2-1 543,1-6 1,4-3-1,3-10 46,4-4 1,4-4-1,1-2 1,1 3 55,-1 2 0,-4-1 0,-1 6 0,2 2-1,2 1 1,2 2-433,-1 0 1,0 5-1,-1 1 1,-2 2-617,-1 4 0,-5 0 1,3 3 961,-2-1 0,12 7 0,-2 1 0</inkml:trace>
  <inkml:trace contextRef="#ctx0" brushRef="#br0">29622 10244 8872,'-8'7'371,"4"2"0,2-1 0,2 2-2362,0 1 1991,0-4 0,13-1 0,3-6 0</inkml:trace>
  <inkml:trace contextRef="#ctx0" brushRef="#br0">29637 9899 8145,'-8'2'-197,"3"2"0,10 0 0,4 5 0,6 1-73,4-2 1,-3 5 0,3-4 0,-3 4 269,-2 1 0,1 1 0,18 18 0,6 6 0</inkml:trace>
  <inkml:trace contextRef="#ctx0" brushRef="#br0">29996 10000 8145,'0'9'532,"0"3"1,0 2-95,0 4 1,-6 12-1,-2-1 1,-2 3-286,1 3 0,1-5 0,-3 4 0,3-4-49,1-1 0,2-5 0,5-2-390,0-1-32,0-8 0,5-8 0,0-10 65,-2-5 1,-1-2 0,-2-3 130,0 1 0,-7 6 0,-2 3 0,-4 3 75,-1 2 0,-6 0 1,0 0-1,-1 0 212,0 0 0,2 7 1,5 2-185,-1 4 0,7 2 1,5-1-257,6 0 0,5-4 0,7-2 0,-1-2-217,0-3 0,7-1 1,2-2-1,0 0 492,1 0 0,8-18 0,5-9 0,6-1 0,-1 0 0</inkml:trace>
  <inkml:trace contextRef="#ctx0" brushRef="#br0">30255 10086 8234,'0'-6'788,"0"6"0,0 8-624,0 5 1,-1 6 0,-2 1 0,-4 3-69,-1 2 0,3 3 0,-3 2 0,0 0-96,0-1 1,5 3-1,-3-9 1,1-1-296,0-3 0,0-3-324,5-2 462,0-6 0,0-8 0,0-9 113,0-4 1,-6 0 0,-2 2 0,-2 3 34,1 2 1,-1-4 0,-6 5 0,-1 2 145,-3 2 0,6 1 0,5 0 1,-3 1-70,0 4 0,4-2 0,3 7-585,3 1 0,4-3 0,3 0 0,4-2-1161,4-3 1678,8-1 0,33-15 0,15-3 0</inkml:trace>
  <inkml:trace contextRef="#ctx0" brushRef="#br0">30270 10374 8145,'14'-6'-35,"1"-2"0,-3-7 632,-2 1 1,3-1-1,-4 1-131,4 0 1,-3 1-1,-2 2-494,-2 1 1,-3 7-33,-8-2 0,-3 10 0,-6 4 0,0 6-70,-1 4 0,1 2 0,1 4 1,2-2-351,1-3 0,7 4 1,-2-4-1,4-3-64,1-1 1,0-1 0,1-3 0,4-2 543,5-5 0,3-4 0,1-1 0,0-1 0,1-4 0,4-8 0,0-8 0,0-1-29,2-4 1,-10 4-1,4 0 1,-3 1-7,1 3 1,-3-1-1,-2 3 2041,-2 3-1582,-1 9 0,-7 4 1,-2 11-1,-4 5-108,0 3 0,-5 5 0,3-3 0,-1-1-186,1 1 0,-2-2 0,4-4 834,0-1-640,1-6 0,9-1 0,3-7 0,4 0-132,4 0 1,1 0 0,1 0 0,-1 0-337,1 0 1,4 0-1,1 1 1,3 4-1456,2 5 0,-2 2 1599,1 3 0,-7-1 0,4 1 0</inkml:trace>
  <inkml:trace contextRef="#ctx0" brushRef="#br0">28745 8417 8156,'-13'-1'-43,"3"-4"1,-2 3 244,2-3 1,-3 4 225,-1 1 0,4 0-310,1 0 1,5 6-1,0 4 1,0 2-184,0 3 1,2-1 0,-4 1 0,1 1-10,0 3 0,-1-3 0,2 3 1,0-3 119,0-2 1,-2 1 76,1-1 1,0-7-135,5-7 0,7-8 0,2-10 1,4-3-93,2-1 1,4-2-1,2-5 1,1 0-85,4 0 0,-4 1 1,2 1-1,1 1 116,3 2 0,0 6 0,1 1 0,-2 6 104,-3 6 0,-3 5 1,-6 6-1,-3 10 104,-2 11 1,1 10-1,-6 10 1,-2 0-212,-1 0 1,-4 2 0,-1-1 0,-2-1-1076,2-3 1149,1-7 0,28-8 0,6-8 0</inkml:trace>
  <inkml:trace contextRef="#ctx0" brushRef="#br0">29263 8619 8366,'0'-15'-459,"1"1"1,2-1 0,2 1 887,-2 0 822,-1-1 1,-2 9-1008,0 6 0,-2 8 0,-1 11 1,-3 5-138,-2 3 0,3 2 0,-5-2 0,-1-1-20,-2-2 0,1 0 0,1 3 0,3-3-131,1-5 1,-2 2-1,2-2 0,-1-1 0,5-7 47,-2-2 1,4-7 0,2-2 0,4-8-111,5-5 0,2-1 0,3-1 0,-1 1 13,0 0 1,1 4-1,-1 2 1,1 2-33,-1 2 1,0-2-1,1 1-101,-1 2 0,-1 8 0,-2 4 0,-3 4-720,-1 2 0,-3 4 947,-4 0 0,7-6 0,1-7 0</inkml:trace>
  <inkml:trace contextRef="#ctx0" brushRef="#br0">29478 8849 8366,'-9'1'32,"-1"4"0,5 3 0,-3 7-236,2-1 0,1 0 0,5 1 204,0-1 0,19-6 0,5-2 0</inkml:trace>
  <inkml:trace contextRef="#ctx0" brushRef="#br0">29478 8619 8366,'-9'-10'0,"-1"2"468,-1 2 1,3 1-507,-2 5 1,7 1-1,0 4-1997,6 5 2035,5-4 0,58 13 0,12-3 0</inkml:trace>
  <inkml:trace contextRef="#ctx0" brushRef="#br0">29809 8575 8366,'0'10'106,"0"0"0,0-1 1,0 7-1,0 2 369,0 1 1,-4 11 0,-3 1 0,1 4-485,-1 5 1,1-3-1,3-1 1,-2 0-74,2-5 1,1-5 0,2-4-123,0-1 0,2-8 0,3-8 120,4-4 0,4-2 0,0-4 0,-2-5 71,-1-2 1,-2-3 0,1 1 0,-4-2 6,-3-3 0,-2 3 1,0-3-1,-2 3-47,-3 1 0,-8 1 0,-6 1 1,0 2-93,-2 1 1,0 7 0,-4-2 0,2 4 136,3 1 1,-4 6 0,5 4 0,1 2-19,2 3 1,8 4-1,3 0 1,4 0-192,1 2 0,3-5 0,5 3 0,8-3-418,5-1 0,2-7 635,6-4 0,38-15 0,10-5 0</inkml:trace>
  <inkml:trace contextRef="#ctx0" brushRef="#br0">30169 8647 8255,'0'15'-23,"0"-1"1,0 0-1,0 2 1,0 4 239,0 4 1,-5 4 0,0 4-1,1 4-188,-3 0 0,4-4 0,-5 2 1,2-5-464,2-5 0,3-2 360,1-3 1,0-6 179,0-3 1,0-6-1,0-13 1,0-2-68,0-2 1,0-2 0,0 1 0,-2 1 138,-3 4 0,-3-4 0,-6 3 0,-2-1 55,-3 1 1,3-1-1,-3 6 1,1 2 81,-1 2 0,8 1 0,-4 0-243,3 0 1,5 6 0,2 4-161,4 2 0,2 1 0,6-2 0,6-3-413,4-1 0,2 2 0,-3-2 0,2-1-113,1 1 1,0-1 0,-4-3 0,-1 2 613,0-2 0,1-1 0,-1-2 0,1 0 0,-1 0 0,0 0 0,1 0 0,-6-5-45,1 0 0,-5-4 1,4 2 475,3-1 0,-4 3 0,1-3 0,1 0 0,-2 0 1,5 4 0,-4-4 0,4 0-198,1 0 0,-4 0 0,-2-4 0,0 4-36,0 2 1,-3-5-56,4 1-243,-6 4 0,2 6 0,-10 10 0,-3 2-377,0 3 0,0-1 0,5 0-450,-2 1 1,1-1 0,4 1 926,0-1 0,1-6 0,4-3 0,3-4 0,6-1-349,1 0 1,-6 0-1,1-1 1411,1-4-675,2 3 1,-5-2 0,-3 8-55,-4 6 1,-1-2 0,-1 0-1,-2 0 221,-2 0 1,-2-3 227,3 4-595,2 1 1,-3-4-1,8-6-26,2-8 0,5 0 0,-5-1 0,-1-2 80,3-2 1,-4 3 0,7 2 0,-1 0-191,-1 0 1,5 5 0,-3-2-1,2 4-317,3 1 0,-6 6 1,1 4-1,1 4 266,2 5 0,-5 36 0,-2 13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21292 16762 17302,'-14'7'1247,"0"2"0,-1 4 0,1 3 0,-1 2-713,1 1 1,0 6-1,-1-1 1,2 2-342,4-2 1,-4 2-1,3-6 448,-2 3 0,-1-11 1,2 1-455,1-5 1,7-9-1,-2-9 1,4-4-200,1-6 1,0 1 0,0-8 0,1-3 38,4-1 0,-2-1 0,7-1 275,1-6 1,3-1-1,4 1 1,3 0-1,1-1-121,4-1 0,7-3 1,6 3-1,1 3 126,-2 4 0,3 5 0,-4 7 1,0 7-426,-3 9 1,-10 8 0,-5 7 0,-5 14-352,-4 12 0,-4 5 0,-8 11 1,-2 0-404,-6 0 0,-3 2 0,1 3 24,2-3 0,-1 1 0,6-6 0,2-2 1,1-3 669,2-4 1,13-23 0,3-11-1</inkml:trace>
  <inkml:trace contextRef="#ctx0" brushRef="#br0">22040 16748 17916,'-1'-15'0,"-2"1"-950,-2 0 1,-6 1-1,1 2 666,-3 1 1,4 7 0,-1 0-1,-1 6 1594,-2 7 0,-1 9 1,-1 6-1,1 6-629,0 2 1,1 6-1,3-4 1,5 0-579,4 0 0,1-1 1,1-7-1,4-3-538,5-5 1,9-9-1,5-6 1,5-2 471,4-2 1,-2-11-1,4-5 1,-2-5 343,1-5 1,-2-1-1,-8-1 1,-5 0 242,-3 4 1,-6-3 0,-2 3 0,-2-1 178,-3 1 0,-8 3 0,-4 8 0,-4 2-1131,-1 1 0,-1 7 0,1-2 0,0 4 486,-1 1 0,7 6 0,3 5 0,4 5-431,1 3 1,6 5 0,5-3 0,7 2-945,6 2 0,5-2 1,4 1-1,6 1 1045,2 2 1,12-11 0,8-3 0,4 1 0,1 1 0</inkml:trace>
  <inkml:trace contextRef="#ctx0" brushRef="#br0">22717 16719 8472,'0'-14'107,"0"-1"0,0 1 1,0 0 1856,0-1-1468,0 7 0,0 19 0,0 13-335,0 5 1,0 6 0,-2-1-1,-1-2-263,-2-2 1,-5-3 0,6-3 0,0-3 147,3 0 1,1-5-7,0 3 1,0-12-1,1-11-36,4-8 0,2-14 1,4-1-1,-2-5-22,3 0 1,0-3 0,3 1 0,1 2 32,3 2 1,-1 1 0,4 0 0,0 2 43,1 3 0,-4 10 1,3 10-1,1 9-124,-1 10 1,-9 7 0,0 13 0,-5 8-269,-5 8 0,-2 5 0,-1 0 0,2-1-577,3-2 0,0-7 0,7 0 0,8-6 910,5-6 0,13-34 0,7-8 0,9-2 0,-1 1 0</inkml:trace>
  <inkml:trace contextRef="#ctx0" brushRef="#br0">23422 16762 8421,'0'24'-210,"-2"0"1,-3 3 253,-4 5 0,1 5 1,0 6-1,1 2 355,4 3 0,1-8 0,4 0 0,3-6-301,4-7 1,11-10-1,5-2 1,7-9 125,7-4 0,-3-13 0,1-7 0,0-6 245,0-6 0,-7-7 1,-1 2-1,-9-2-29,-4-3 0,-3 3 0,-3 0 1,-5 2-539,-4 3 1,-9 7 0,-6 2 0,-9 2-402,-4 4 1,-8 2 0,-3 6 0,-2 4-551,1 3 0,4 2 0,8 0-963,3 0 2012,10 7 0,49 3 0,26 1 0,3 4 0,0 0 0</inkml:trace>
  <inkml:trace contextRef="#ctx0" brushRef="#br0">24932 15726 8403,'-51'-8'99,"1"2"1,7 6-1,0 3 214,0 7 1,6 6 0,4 16 0,2 8-113,3 12 1,4 20 0,11-28 0,2 2 0,-2 4-1,2 1-71,-1 2 0,1 1 0,3 3 1,2 1-1,3 2 0,1 0 1,1-1-1,0 0-95,1 0 0,0-1 1,3-8-1,2-1 1,2-5-1,2-2 1,20 25-321,13-16 0,7-11 0,10-17 0,2-9 165,2-7 0,-1-14 1,-5-6-1,1-7 227,0-8 1,-14 3 0,-5-10 0,-7 0 148,-4-4 0,0 2 0,-4 1 0,-5 0-580,-3 4 1,-8 2 0,-4 3-1,-2 1-389,-2 2 1,-6 5 0,-4-2 0,-3 4-431,-1 4 1,4 3 1142,1 1 0,-1 2 0,-4 7 0</inkml:trace>
  <inkml:trace contextRef="#ctx0" brushRef="#br0">25738 16273 8370,'0'-24'0,"0"2"222,0 1 1,0-3-1,-2 6 341,-3 6 1,2 7 0,-6 14-1,-3 12-180,0 10 1,-4 5 0,-2 9-1,-3 1-179,-1 2 0,3 7 0,-4-4 0,3 0-75,2-3 0,2-5 0,3-4 0,4-6 6,4-3 1,5-14-128,5-6 1,3-15 0,6-9 0,0-10 14,1-8 0,4 0 1,2-8-1,0-3-18,-1-4 1,4-2 0,-4 1-1,-1-5-174,1-3 0,3-3 1,7-2-1,2-1 112,2 1 0,6 8 1,-2 7-1,4 5 271,1 2 1,-6 18 0,-4 4 0,-2 7-64,-3 7 1,-5 8 0,-6 4 0,-6 6-147,-6 4 0,-10 3 1,-6 7-1,-8 2-155,-10 2 1,-1 2-1,-8 5 1,-4-3-78,-4-2 0,1 5 0,-3-3 0,3 0-70,2-4 0,1-9 0,3-3 0,2-3-396,2-4 0,7 2 1,11-13-149,6-4 1,4-6-1,10-7 841,7-1 0,51-31 0,-19 19 0,0 0 0</inkml:trace>
  <inkml:trace contextRef="#ctx0" brushRef="#br0">27090 15798 8710,'-1'-8'763,"-3"7"0,-2 10-389,-2 15 1,3 16 0,-4 15-1,-4 5-329,-5 7 1,-4 10 0,8-37 0,1 0-1,0 1 1,0 0-64,1 0 0,0-1 0,-10 29 0,-1-4 0,9-10-703,8-12 0,6-13 721,4-10 0,24-43 0,10-10 0</inkml:trace>
  <inkml:trace contextRef="#ctx0" brushRef="#br0">26817 15683 18731,'59'-24'1054,"3"3"0,6 5-734,2 8 0,8 13-406,-39 3 1,4-1-1,28-6 1,6-1-1,-21 2 1,-1-1-1,1 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1C89C-3120-384A-ACA2-35B71CD9AE1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3BE7B-CB58-1A4E-B024-065C0570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6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959075-3495-C64F-862B-2E13B560D1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65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point out </a:t>
            </a:r>
            <a:r>
              <a:rPr lang="en-US" dirty="0" err="1"/>
              <a:t>softmax</a:t>
            </a:r>
            <a:r>
              <a:rPr lang="en-US" dirty="0"/>
              <a:t> in this case gives us the sigmoid function</a:t>
            </a:r>
          </a:p>
        </p:txBody>
      </p:sp>
    </p:spTree>
    <p:extLst>
      <p:ext uri="{BB962C8B-B14F-4D97-AF65-F5344CB8AC3E}">
        <p14:creationId xmlns:p14="http://schemas.microsoft.com/office/powerpoint/2010/main" val="220067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46BC-D0BA-278D-5C6E-5955F5C7F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B89EE-A248-31A6-ADD4-C0234CE2A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A011-33FF-5A8D-FCD9-0CBDBD49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4B1F6-9065-6432-82B1-1C4CDF4A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8FC75-B80C-5AD4-3356-76702B4C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5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1450-9E2C-1263-770A-16C7E65A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3DC6C-34ED-E1C9-1CF4-489319A82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EF1C0-CA69-9155-3ADB-D4BBE2473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22702-3324-4876-9A95-E33337FE3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9A184-12B7-706B-1FFB-660F33E3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4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325F-2E30-1545-39CB-02222C533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DE4B0-8C72-CABA-3AF1-ED164B53C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8AFA9-CDBA-57C3-90FA-A27BB9B2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9AF66-2C4E-986D-98E8-0B553490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F0E1F-3D02-889B-732B-52B78EFB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30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C7A1-CD87-BEAD-D2CB-5DBCD929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DFB4A-36C0-43C8-0698-EB349A923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EF496-BDA8-614B-3123-557A17C51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2AB3F-18DC-2E19-9F67-71CC7F35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377CA-BDC2-AC7B-3436-2EF29AB4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82065-4035-631B-B91F-9A500200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7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BC05-5D10-CC3A-9BC6-1C40FD49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DCEBC-DB94-D84D-4FE3-2425CB376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5D89F-8250-180C-F58E-AEDE56BFD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4B96E-45CE-C603-2EC2-31CBAE680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0B60C-E50C-D2FD-D42E-12F5637FF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31564-1B0E-30C1-0FCF-E80DDF6D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3C365-929A-B1F5-EEFC-26201953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F732E-221B-6044-BBFF-F146FDFE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1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5AEA-4E5D-D92F-B30C-43AC9580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4B845C-9C68-FA2B-F944-27688ED6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35BA2-E341-125C-3541-043F7B22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DAC02-5C08-3FC8-00A3-705A7225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7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F0ABDE-FD93-64F8-691B-F8E25680A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DD03B-2D97-58B6-3DB6-4AC6F1FF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2356C-6E35-71BC-D3E5-22497D6A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7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7A15-98DB-3317-5954-B99A8990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1B74-1021-BBE5-4545-8998586DF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6F96B-07D3-3272-AB5B-8295A9FE6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FF3E-3E15-DC52-8DAC-11D76B05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2621E-A9F1-C31C-EDF8-A8528E62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680C9-E8CA-BD15-3F23-C66E8E257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3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9828-BCDE-41A3-3676-2C1AE791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E3CFD4-4D8F-C191-241F-FEBC7E40A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DC096-81BE-2AF3-3315-5D7A6D4AE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EF0D3-29F0-F369-837F-8357E3126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442C1-27B7-AE79-ECA7-720ECE91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4485E-FD94-3D04-8B81-58F1888BF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0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63378-96A0-3C99-69BC-373DD1D0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219F0-9169-99AD-5F7B-53BF33E6A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A341B-7D87-6F30-304B-CE816C01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8186-3813-F6FB-5910-5CACD0BB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E645-C47F-9726-2749-D8346BB2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8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8F0D0-609B-1205-2DBF-DEBEDC0A2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E45F6-14D5-6E28-E963-BFAEAEBF7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B0486-4F64-411F-A09F-914265FB7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79C83-D9C7-CA56-B4F1-0344E7B3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F304A-1369-AA0A-1228-77E0A3B6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65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E3D5-A702-CF40-849B-F067A6A1E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407DD-055B-204C-AE95-D1D2FE961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83420-A8D3-EF4B-AE6F-F36EB7A1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D65AF-9EA9-6042-993A-76D3B79B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4B208-5FBD-D947-9C67-D400AEC9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3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B92A-D7BA-A447-8B7C-41309A2C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DF5A5-DBF8-D74F-A3D5-6FB156525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7C9DC-96E7-2F4B-8114-2D130548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031C0-4440-D142-9DF8-EC1E491E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D0247-1424-244B-B5EB-032EFEF2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5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E41D-BA56-3B4F-8A97-4D43EABD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E9AC1-9A40-6F45-BDA9-0C0CD3E2D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92B3-2B61-144B-8401-40FDB3E8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6C56-D1CF-2847-A247-14A5AABC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DE987-819F-1C4F-850C-2FB846B7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15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8FE0F-5170-DE4E-8AB1-75F5E345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7F5C-7E9C-2645-B2AC-984706FB2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ADB47-393D-E249-AE2A-CDBBD47A6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61AC1-3FD9-1843-BD54-4957A106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FDF20-D169-7144-839D-7E8E1DD5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34797-61B7-8F48-863A-6E19FC7C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41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9BC2-3D03-DE48-B71A-1C50CA02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DF4F0-4897-284B-B2EC-C06F76E5D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0C232-5097-F04F-91CD-9C07B5E56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883BD-78BB-3346-9414-C29285D23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CAFA7-FE63-F94C-84EC-699B1E937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40A66-F1DD-CF42-AB55-C4391C80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13B76-86C4-A14F-AE32-EE7FBA3B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21A00-76BF-BD45-ADFD-C601ECCD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8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E86F-E6F2-714A-9CA6-3A54B53B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D97E9-B84F-464E-AFC9-D918F3945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1314C-0CB0-344C-BA83-C40DEDDF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3D51D-41CA-1D4D-B822-4BEA835A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12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75B1E7-78CA-6347-9B4A-AB77F29A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61824-B6A2-9742-8516-438ED978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46D29-B3C2-2D41-97E0-DFF3F1E1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17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4154-FE17-D943-8069-195D2DDE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D165-0462-9547-B38C-DC5F69B99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3C8A-E608-C448-992F-CC9E60E9F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A427C-4545-CA40-B043-E8A4DA590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F4D64-4435-7F4F-A458-0C391A1E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5FF67-AF4E-A740-9BD9-17B04CC7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48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F2270-E25A-5249-8EEC-0ACFB823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F8D60D-3586-BA45-8524-BCA260A37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8956F-2817-7645-BF4F-02F37449F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F1BE6-ED66-9F4B-B4DD-3BB6CCB6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9D9F9-3FFF-A744-9902-99D7E629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21C20-A89A-E44D-9451-1DA8FDEF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30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5532-013F-E442-B02B-138C8C6C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F7ADF-25C0-BB4B-A84B-835122B32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2FA4-B03F-9646-A683-C3997CD6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7FAFF-2042-5243-87BC-19EB931E6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C36A7-7F8A-A64D-AC0F-78F53C5E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80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0ACA6-E33E-1545-BA8A-D53DC135D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DE540-44EC-6D41-A8C5-B62A44252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4479-F0BB-1447-BDAE-55945825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85B61-B4B5-6448-A2F6-D00F47DA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6A5D4-8783-174A-8D09-22AAF099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50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3A40-D5E0-7771-D1ED-F028CDF38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D299A-EB1C-BF00-4199-84EC4307C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A984-5BFD-7406-1A02-FA0C2CF0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3F084-F5B3-4DC0-8545-DDCB64D1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E1549-D0EA-C648-19C3-8B221C37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19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48AF-A65E-BCA1-F400-F24733A7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2CBC-F46A-578A-030E-73AA793EB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FCC42-FA8F-8CEC-2EF3-4E5BEE0F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AB438-6B21-276E-EBC8-0B3A64A28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03947-33E2-8AEF-97E3-3D1846ED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084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58DC-0F05-4B30-4960-9D21AC41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F3E9C-52F8-B3C0-181D-440DD32C8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B3366-E47B-50B1-3F87-DF11005C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3DAD2-72EC-1827-763F-6A28095B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D2C16-8E6A-2930-84F2-8D8852E7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961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E5C2E-3180-780E-EDD2-8CA98A78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3B868-FFD2-A767-DAAA-893A84B09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E9650-12DA-595F-2EF4-84E9A9506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2976B-2009-6FC5-8953-33FDEB67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46D72-77C9-768D-03C0-FE1C38CE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73C7B-0BFD-E8A5-F9D3-5B789771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20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7B58-B508-6295-2894-B63E2233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CC388-AE0A-16CF-576D-8988C9294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BDD52-27A6-7228-16EF-A913D1EE1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D344C-F116-CCA7-B6BB-A865964DD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062289-FD1E-0167-3998-9561DAD8B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2CD8D-99B8-C250-0E60-88163CB3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11BD50-1996-3763-7908-DEBE180A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67025-6F25-C54E-4B73-FE016496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198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ECBD-A15C-EAF3-D938-F67E4D70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39CE7-E8CB-8541-DEA8-FD115DA0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C1592-65CE-0D0B-DD29-9B1C6E3C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E76AF-0798-83B8-876D-63BEC024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287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08A42-2B63-F08C-D089-BA3B3D16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CEC19-D8BA-F24B-C686-1710FD42B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07027-F6F5-75B6-19DE-64B79D49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006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81DC-D4D1-9743-1044-C422B339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9040-C8B9-F047-7D1E-7808F5B85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7170B-BB47-97F3-5833-9D9AC3398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E993E-4E9E-26DC-30AF-0663AFD8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12D00-9377-706F-F878-479626D1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8BEC0-EF5E-8B26-DD16-362B44AA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165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7C20-C9FD-0D26-F447-78412A5F4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9D5D2-B06C-7BF7-D206-4A8C4D667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0E091-D84C-EB4F-B379-D0CF585EB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BD5EE-55CE-01AB-FE80-BBBD781F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8E69F-94CB-EDA7-75F9-77B70630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27FF2-861A-3CD3-AC14-A98C459B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63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0FD8-2910-0665-2A7C-51F4BC9D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8326A-7CC8-62A4-9001-7E3A3200A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822E3-32F6-1347-59DB-3163FBE6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CB9BF-3646-69A4-7E25-EADE6587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4B90B-5072-43DF-8E4C-F14F5485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19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803A1-ADD5-DF1A-E459-2DB25AD02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63BAD-3858-F6F3-021B-EB4C621AA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82C2E-CE8E-A55C-18FF-25244AD1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1AB4C-5242-1CF1-B6AE-0C8669CD6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CC0FB-F4D2-8CC1-8C50-323C7ADD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8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527FC-2562-DEEE-7BE2-BB541673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8AA8F-5F27-D2D3-7E47-3CFD73217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8A07A-B5B7-86F9-7756-53BA4C3CC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4D64A-8939-0B47-A9D2-53FC0848C27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4F52E-7FF7-18A4-5E68-E1CCC0ACE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34260-8A0A-D836-5D77-357A9C53D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D4C1C-9331-EE4A-9263-5610D60B1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70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143B7-892E-6F43-B641-5B2097B4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43C6D-2C3B-D149-B038-C1D71BDCD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E0707-18B9-804E-8002-B9C5F8B20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A71DD-1F9B-4F4B-8639-DE801CA4B6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0A25-ADC3-B041-9B19-F03E3389D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65D7D-B2FA-2147-8368-89FAFF996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F6902-25B5-FB40-A618-F9E175E7B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6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CA5A1-CA88-9107-8957-01C2FF7A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20684-593F-AFE4-85F3-597750A76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1C51-15FB-F960-B5F7-BE4F5A4BE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37513-AE46-404A-907E-FCFA433B843C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6F67-3573-B39A-DDDC-3183314C1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D5445-7775-27FC-40F9-97A4AD0CB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89517-D550-D344-9344-64DFDF092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7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customXml" Target="../ink/ink2.xm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jpg"/><Relationship Id="rId7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jpeg"/><Relationship Id="rId11" Type="http://schemas.openxmlformats.org/officeDocument/2006/relationships/image" Target="../media/image25.png"/><Relationship Id="rId5" Type="http://schemas.openxmlformats.org/officeDocument/2006/relationships/image" Target="../media/image23.jpg"/><Relationship Id="rId10" Type="http://schemas.openxmlformats.org/officeDocument/2006/relationships/customXml" Target="../ink/ink10.xml"/><Relationship Id="rId4" Type="http://schemas.openxmlformats.org/officeDocument/2006/relationships/image" Target="../media/image22.jp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31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2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customXml" Target="../ink/ink13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customXml" Target="../ink/ink14.xml"/><Relationship Id="rId4" Type="http://schemas.openxmlformats.org/officeDocument/2006/relationships/image" Target="../media/image3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4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6.xml"/><Relationship Id="rId5" Type="http://schemas.openxmlformats.org/officeDocument/2006/relationships/image" Target="../media/image27.emf"/><Relationship Id="rId4" Type="http://schemas.openxmlformats.org/officeDocument/2006/relationships/image" Target="../media/image3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customXml" Target="../ink/ink17.xml"/><Relationship Id="rId4" Type="http://schemas.openxmlformats.org/officeDocument/2006/relationships/image" Target="../media/image4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customXml" Target="../ink/ink18.xml"/><Relationship Id="rId4" Type="http://schemas.openxmlformats.org/officeDocument/2006/relationships/image" Target="../media/image4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8.png"/><Relationship Id="rId4" Type="http://schemas.openxmlformats.org/officeDocument/2006/relationships/customXml" Target="../ink/ink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D953-63FA-60DB-1E9E-125C8F8956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025E3-5B45-7708-4303-EA8F4705A3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57CDC-9BAF-8E38-FD7B-F290B4622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2042" cy="6632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CC173C-A618-0F55-EF65-CF6AF94E489A}"/>
              </a:ext>
            </a:extLst>
          </p:cNvPr>
          <p:cNvSpPr txBox="1"/>
          <p:nvPr/>
        </p:nvSpPr>
        <p:spPr>
          <a:xfrm>
            <a:off x="3840767" y="6540221"/>
            <a:ext cx="451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This title slide brought to you by Nano Banana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6B9B84A-4B27-882B-D87E-A5ED6BAD49AC}"/>
                  </a:ext>
                </a:extLst>
              </p14:cNvPr>
              <p14:cNvContentPartPr/>
              <p14:nvPr/>
            </p14:nvContentPartPr>
            <p14:xfrm>
              <a:off x="1569240" y="2394720"/>
              <a:ext cx="9325440" cy="4261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6B9B84A-4B27-882B-D87E-A5ED6BAD4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9880" y="2385360"/>
                <a:ext cx="9344160" cy="42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987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CF37BC-E4A4-D04F-A796-E023130B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60" y="365125"/>
            <a:ext cx="11472728" cy="1325563"/>
          </a:xfrm>
        </p:spPr>
        <p:txBody>
          <a:bodyPr/>
          <a:lstStyle/>
          <a:p>
            <a:r>
              <a:rPr lang="en-US" dirty="0"/>
              <a:t>Predict a probability distribution with a neural net</a:t>
            </a:r>
          </a:p>
        </p:txBody>
      </p:sp>
      <p:sp>
        <p:nvSpPr>
          <p:cNvPr id="7" name="TextBox 85">
            <a:extLst>
              <a:ext uri="{FF2B5EF4-FFF2-40B4-BE49-F238E27FC236}">
                <a16:creationId xmlns:a16="http://schemas.microsoft.com/office/drawing/2014/main" id="{6A0F6331-25C2-F740-9A8D-4AA6E6DA1C8F}"/>
              </a:ext>
            </a:extLst>
          </p:cNvPr>
          <p:cNvSpPr txBox="1"/>
          <p:nvPr/>
        </p:nvSpPr>
        <p:spPr>
          <a:xfrm>
            <a:off x="-11548" y="3879777"/>
            <a:ext cx="1364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D2235"/>
                </a:solidFill>
                <a:effectLst/>
                <a:uLnTx/>
                <a:uFillTx/>
                <a:latin typeface="Book Antiqua" panose="02040602050305030304" pitchFamily="18" charset="0"/>
                <a:ea typeface=""/>
                <a:cs typeface=""/>
                <a:sym typeface="Arial"/>
              </a:rPr>
              <a:t>Input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1412FEAE-5297-614A-A5C1-4D4471E4CDBF}"/>
              </a:ext>
            </a:extLst>
          </p:cNvPr>
          <p:cNvSpPr/>
          <p:nvPr/>
        </p:nvSpPr>
        <p:spPr>
          <a:xfrm rot="5400000">
            <a:off x="637544" y="4322827"/>
            <a:ext cx="2022739" cy="999564"/>
          </a:xfrm>
          <a:prstGeom prst="trapezoid">
            <a:avLst>
              <a:gd name="adj" fmla="val 380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9" name="TextBox 85">
            <a:extLst>
              <a:ext uri="{FF2B5EF4-FFF2-40B4-BE49-F238E27FC236}">
                <a16:creationId xmlns:a16="http://schemas.microsoft.com/office/drawing/2014/main" id="{FF7DA0C6-B48D-AD4A-A8A5-4AABDBFBC8C3}"/>
              </a:ext>
            </a:extLst>
          </p:cNvPr>
          <p:cNvSpPr txBox="1"/>
          <p:nvPr/>
        </p:nvSpPr>
        <p:spPr>
          <a:xfrm>
            <a:off x="938968" y="2729187"/>
            <a:ext cx="17322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D2235"/>
                </a:solidFill>
                <a:effectLst/>
                <a:uLnTx/>
                <a:uFillTx/>
                <a:latin typeface="Book Antiqua" panose="02040602050305030304" pitchFamily="18" charset="0"/>
                <a:ea typeface=""/>
                <a:cs typeface=""/>
                <a:sym typeface="Arial"/>
              </a:rPr>
              <a:t>Neural network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14E7C-B97C-1E48-8890-5C2F46D6D9E7}"/>
              </a:ext>
            </a:extLst>
          </p:cNvPr>
          <p:cNvSpPr txBox="1"/>
          <p:nvPr/>
        </p:nvSpPr>
        <p:spPr>
          <a:xfrm>
            <a:off x="330483" y="4496451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x</a:t>
            </a:r>
          </a:p>
        </p:txBody>
      </p:sp>
      <p:sp>
        <p:nvSpPr>
          <p:cNvPr id="11" name="TextBox 85">
            <a:extLst>
              <a:ext uri="{FF2B5EF4-FFF2-40B4-BE49-F238E27FC236}">
                <a16:creationId xmlns:a16="http://schemas.microsoft.com/office/drawing/2014/main" id="{3525D8C1-1810-F341-8D1E-04084220EA44}"/>
              </a:ext>
            </a:extLst>
          </p:cNvPr>
          <p:cNvSpPr txBox="1"/>
          <p:nvPr/>
        </p:nvSpPr>
        <p:spPr>
          <a:xfrm>
            <a:off x="2607699" y="2959444"/>
            <a:ext cx="1709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D2235"/>
                </a:solidFill>
                <a:effectLst/>
                <a:uLnTx/>
                <a:uFillTx/>
                <a:latin typeface="Book Antiqua" panose="02040602050305030304" pitchFamily="18" charset="0"/>
                <a:ea typeface=""/>
                <a:cs typeface=""/>
                <a:sym typeface="Arial"/>
              </a:rPr>
              <a:t>Output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D2235"/>
                </a:solidFill>
                <a:effectLst/>
                <a:uLnTx/>
                <a:uFillTx/>
                <a:latin typeface="Book Antiqua" panose="02040602050305030304" pitchFamily="18" charset="0"/>
                <a:ea typeface=""/>
                <a:cs typeface=""/>
                <a:sym typeface="Arial"/>
              </a:rPr>
              <a:t>(“logits”)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ED5971-0E18-754F-8C49-EF1EC59F1F06}"/>
              </a:ext>
            </a:extLst>
          </p:cNvPr>
          <p:cNvCxnSpPr/>
          <p:nvPr/>
        </p:nvCxnSpPr>
        <p:spPr>
          <a:xfrm>
            <a:off x="2155975" y="4286532"/>
            <a:ext cx="77372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A17F9A-FA94-3C47-A8A5-D88F0EE948E0}"/>
              </a:ext>
            </a:extLst>
          </p:cNvPr>
          <p:cNvCxnSpPr>
            <a:cxnSpLocks/>
          </p:cNvCxnSpPr>
          <p:nvPr/>
        </p:nvCxnSpPr>
        <p:spPr>
          <a:xfrm>
            <a:off x="2148696" y="5325196"/>
            <a:ext cx="77372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DDD912-995C-144B-A5F6-DE2D8FA27B56}"/>
              </a:ext>
            </a:extLst>
          </p:cNvPr>
          <p:cNvCxnSpPr>
            <a:cxnSpLocks/>
          </p:cNvCxnSpPr>
          <p:nvPr/>
        </p:nvCxnSpPr>
        <p:spPr>
          <a:xfrm>
            <a:off x="2155975" y="4854768"/>
            <a:ext cx="77372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68DF36-7DFA-4B4D-A18B-663263906A21}"/>
                  </a:ext>
                </a:extLst>
              </p:cNvPr>
              <p:cNvSpPr txBox="1"/>
              <p:nvPr/>
            </p:nvSpPr>
            <p:spPr>
              <a:xfrm>
                <a:off x="2021943" y="3743323"/>
                <a:ext cx="259872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𝑧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𝑥</m:t>
                          </m:r>
                        </m:e>
                      </m:d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=−1.7</m:t>
                      </m:r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68DF36-7DFA-4B4D-A18B-663263906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943" y="3743323"/>
                <a:ext cx="2598725" cy="584775"/>
              </a:xfrm>
              <a:prstGeom prst="rect">
                <a:avLst/>
              </a:prstGeom>
              <a:blipFill>
                <a:blip r:embed="rId3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535032-AAD7-A142-89C0-AC69877CA6AD}"/>
                  </a:ext>
                </a:extLst>
              </p:cNvPr>
              <p:cNvSpPr txBox="1"/>
              <p:nvPr/>
            </p:nvSpPr>
            <p:spPr>
              <a:xfrm>
                <a:off x="1991151" y="5218426"/>
                <a:ext cx="23543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𝑧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𝑥</m:t>
                          </m:r>
                        </m:e>
                      </m:d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=5.1</m:t>
                      </m:r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535032-AAD7-A142-89C0-AC69877CA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151" y="5218426"/>
                <a:ext cx="2354362" cy="584775"/>
              </a:xfrm>
              <a:prstGeom prst="rect">
                <a:avLst/>
              </a:prstGeom>
              <a:blipFill>
                <a:blip r:embed="rId4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08B486-7DCE-8C74-C88A-A5287509DE0B}"/>
              </a:ext>
            </a:extLst>
          </p:cNvPr>
          <p:cNvSpPr/>
          <p:nvPr/>
        </p:nvSpPr>
        <p:spPr>
          <a:xfrm>
            <a:off x="4758789" y="3959644"/>
            <a:ext cx="1132633" cy="195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Softmax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55DAC0-D653-57E8-B64F-990C6E93F761}"/>
              </a:ext>
            </a:extLst>
          </p:cNvPr>
          <p:cNvCxnSpPr/>
          <p:nvPr/>
        </p:nvCxnSpPr>
        <p:spPr>
          <a:xfrm>
            <a:off x="5891421" y="4366400"/>
            <a:ext cx="77372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7B4343-7608-80E0-8B48-1412A85462D1}"/>
              </a:ext>
            </a:extLst>
          </p:cNvPr>
          <p:cNvCxnSpPr>
            <a:cxnSpLocks/>
          </p:cNvCxnSpPr>
          <p:nvPr/>
        </p:nvCxnSpPr>
        <p:spPr>
          <a:xfrm>
            <a:off x="5884143" y="5405064"/>
            <a:ext cx="77372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8A5F3B-15B6-35FF-2530-6E934458489C}"/>
              </a:ext>
            </a:extLst>
          </p:cNvPr>
          <p:cNvCxnSpPr>
            <a:cxnSpLocks/>
          </p:cNvCxnSpPr>
          <p:nvPr/>
        </p:nvCxnSpPr>
        <p:spPr>
          <a:xfrm>
            <a:off x="5891421" y="4934636"/>
            <a:ext cx="77372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F3860A-5E73-F988-7DF6-8C623D4C910A}"/>
                  </a:ext>
                </a:extLst>
              </p:cNvPr>
              <p:cNvSpPr txBox="1"/>
              <p:nvPr/>
            </p:nvSpPr>
            <p:spPr>
              <a:xfrm>
                <a:off x="6657866" y="4007688"/>
                <a:ext cx="2379177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3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3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/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𝑁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(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𝑥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)</m:t>
                      </m:r>
                    </m:oMath>
                  </m:oMathPara>
                </a14:m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F3860A-5E73-F988-7DF6-8C623D4C9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866" y="4007688"/>
                <a:ext cx="2379177" cy="618246"/>
              </a:xfrm>
              <a:prstGeom prst="rect">
                <a:avLst/>
              </a:prstGeom>
              <a:blipFill>
                <a:blip r:embed="rId5"/>
                <a:stretch>
                  <a:fillRect r="-1596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0E7516-70B9-4163-528C-C75DC17C6852}"/>
                  </a:ext>
                </a:extLst>
              </p:cNvPr>
              <p:cNvSpPr txBox="1"/>
              <p:nvPr/>
            </p:nvSpPr>
            <p:spPr>
              <a:xfrm>
                <a:off x="6657866" y="5031247"/>
                <a:ext cx="2437783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3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US" sz="3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𝐾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/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𝑁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(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𝑥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)</m:t>
                      </m:r>
                    </m:oMath>
                  </m:oMathPara>
                </a14:m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0E7516-70B9-4163-528C-C75DC17C6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866" y="5031247"/>
                <a:ext cx="2437783" cy="618246"/>
              </a:xfrm>
              <a:prstGeom prst="rect">
                <a:avLst/>
              </a:prstGeom>
              <a:blipFill>
                <a:blip r:embed="rId6"/>
                <a:stretch>
                  <a:fillRect r="-1554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365B58D-F954-2D89-C8AD-313E15724DA6}"/>
              </a:ext>
            </a:extLst>
          </p:cNvPr>
          <p:cNvSpPr txBox="1"/>
          <p:nvPr/>
        </p:nvSpPr>
        <p:spPr>
          <a:xfrm>
            <a:off x="6750037" y="462538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44DA60-458A-844E-4223-F5027DBDF17B}"/>
                  </a:ext>
                </a:extLst>
              </p:cNvPr>
              <p:cNvSpPr txBox="1"/>
              <p:nvPr/>
            </p:nvSpPr>
            <p:spPr>
              <a:xfrm>
                <a:off x="5933180" y="5686028"/>
                <a:ext cx="3280385" cy="1287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𝑁</m:t>
                      </m:r>
                      <m:d>
                        <m:dPr>
                          <m:ctrlPr>
                            <a:rPr kumimoji="0" lang="en-US" sz="3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en-US" sz="3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𝑥</m:t>
                          </m:r>
                        </m:e>
                      </m:d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3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naryPr>
                        <m:sub>
                          <m:r>
                            <a:rPr kumimoji="0" lang="en-US" sz="3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kumimoji="0" lang="en-US" sz="3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(</m:t>
                              </m:r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𝑥</m:t>
                              </m:r>
                              <m:r>
                                <a:rPr kumimoji="0" lang="en-US" sz="3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44DA60-458A-844E-4223-F5027DBDF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180" y="5686028"/>
                <a:ext cx="3280385" cy="1287340"/>
              </a:xfrm>
              <a:prstGeom prst="rect">
                <a:avLst/>
              </a:prstGeom>
              <a:blipFill>
                <a:blip r:embed="rId7"/>
                <a:stretch>
                  <a:fillRect t="-132039" b="-18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05FB62-DA7E-2D3D-C17E-0427B057A710}"/>
                  </a:ext>
                </a:extLst>
              </p:cNvPr>
              <p:cNvSpPr txBox="1"/>
              <p:nvPr/>
            </p:nvSpPr>
            <p:spPr>
              <a:xfrm>
                <a:off x="9247547" y="4076054"/>
                <a:ext cx="309084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𝑃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(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𝑌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=1|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𝑋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=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𝑥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)</m:t>
                      </m:r>
                    </m:oMath>
                  </m:oMathPara>
                </a14:m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05FB62-DA7E-2D3D-C17E-0427B057A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547" y="4076054"/>
                <a:ext cx="3090846" cy="584775"/>
              </a:xfrm>
              <a:prstGeom prst="rect">
                <a:avLst/>
              </a:prstGeom>
              <a:blipFill>
                <a:blip r:embed="rId8"/>
                <a:stretch>
                  <a:fillRect r="-820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8F6ACE3-8339-0846-7425-CBF4365CA22D}"/>
                  </a:ext>
                </a:extLst>
              </p:cNvPr>
              <p:cNvSpPr txBox="1"/>
              <p:nvPr/>
            </p:nvSpPr>
            <p:spPr>
              <a:xfrm>
                <a:off x="9211426" y="5106777"/>
                <a:ext cx="31625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𝑃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(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𝑌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=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𝐾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|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𝑋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=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𝑥</m:t>
                      </m:r>
                      <m:r>
                        <a:rPr kumimoji="0" lang="en-US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Arial"/>
                        </a:rPr>
                        <m:t>)</m:t>
                      </m:r>
                    </m:oMath>
                  </m:oMathPara>
                </a14:m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8F6ACE3-8339-0846-7425-CBF4365CA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426" y="5106777"/>
                <a:ext cx="3162597" cy="584775"/>
              </a:xfrm>
              <a:prstGeom prst="rect">
                <a:avLst/>
              </a:prstGeom>
              <a:blipFill>
                <a:blip r:embed="rId9"/>
                <a:stretch>
                  <a:fillRect r="-800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85">
            <a:extLst>
              <a:ext uri="{FF2B5EF4-FFF2-40B4-BE49-F238E27FC236}">
                <a16:creationId xmlns:a16="http://schemas.microsoft.com/office/drawing/2014/main" id="{F87C7236-ABED-8902-EE66-14020F8B1B00}"/>
              </a:ext>
            </a:extLst>
          </p:cNvPr>
          <p:cNvSpPr txBox="1"/>
          <p:nvPr/>
        </p:nvSpPr>
        <p:spPr>
          <a:xfrm>
            <a:off x="5078542" y="3030985"/>
            <a:ext cx="1709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9D2235"/>
                </a:solidFill>
                <a:effectLst/>
                <a:uLnTx/>
                <a:uFillTx/>
                <a:latin typeface="Book Antiqua" panose="02040602050305030304" pitchFamily="18" charset="0"/>
                <a:ea typeface=""/>
                <a:cs typeface=""/>
                <a:sym typeface="Arial"/>
              </a:rPr>
              <a:t>Softmax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9D2235"/>
              </a:solidFill>
              <a:effectLst/>
              <a:uLnTx/>
              <a:uFillTx/>
              <a:latin typeface="Book Antiqua" panose="02040602050305030304" pitchFamily="18" charset="0"/>
              <a:ea typeface=""/>
              <a:cs typeface=""/>
              <a:sym typeface="Arial"/>
            </a:endParaRPr>
          </a:p>
        </p:txBody>
      </p:sp>
      <p:sp>
        <p:nvSpPr>
          <p:cNvPr id="26" name="TextBox 85">
            <a:extLst>
              <a:ext uri="{FF2B5EF4-FFF2-40B4-BE49-F238E27FC236}">
                <a16:creationId xmlns:a16="http://schemas.microsoft.com/office/drawing/2014/main" id="{43474924-F5CB-2656-CEC9-F99C0263870F}"/>
              </a:ext>
            </a:extLst>
          </p:cNvPr>
          <p:cNvSpPr txBox="1"/>
          <p:nvPr/>
        </p:nvSpPr>
        <p:spPr>
          <a:xfrm>
            <a:off x="9584302" y="2882275"/>
            <a:ext cx="26542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D2235"/>
                </a:solidFill>
                <a:effectLst/>
                <a:uLnTx/>
                <a:uFillTx/>
                <a:latin typeface="Book Antiqua" panose="02040602050305030304" pitchFamily="18" charset="0"/>
                <a:ea typeface=""/>
                <a:cs typeface=""/>
                <a:sym typeface="Arial"/>
              </a:rPr>
              <a:t>Can interpret as probabilities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83CB1248-9C2A-DAC5-AD37-6BBDAD4A6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2DA223-39DB-3066-0A02-573ABB01DF65}"/>
                  </a:ext>
                </a:extLst>
              </p14:cNvPr>
              <p14:cNvContentPartPr/>
              <p14:nvPr/>
            </p14:nvContentPartPr>
            <p14:xfrm>
              <a:off x="336600" y="4615200"/>
              <a:ext cx="10402920" cy="2124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2DA223-39DB-3066-0A02-573ABB01DF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7240" y="4605840"/>
                <a:ext cx="10421640" cy="214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58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A40E-7863-66DE-DA7D-4C05609B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FE0E4-B387-A5F2-8714-302A6546F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92937-6A1F-098F-37D4-8D35B3513B12}"/>
              </a:ext>
            </a:extLst>
          </p:cNvPr>
          <p:cNvSpPr txBox="1"/>
          <p:nvPr/>
        </p:nvSpPr>
        <p:spPr>
          <a:xfrm>
            <a:off x="496290" y="1690689"/>
            <a:ext cx="10443885" cy="37862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z = </a:t>
            </a:r>
            <a:r>
              <a:rPr kumimoji="0" lang="en-US" sz="2667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t.randn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(4)  # no restrictions!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p = </a:t>
            </a:r>
            <a:r>
              <a:rPr kumimoji="0" lang="en-US" sz="2667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t.softmax</a:t>
            </a: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(z, dim=0)  # output normalized probs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dale Mono" panose="020B0509000000000004" pitchFamily="49" charset="0"/>
              <a:ea typeface="+mn-ea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is tensor([-0.18, -0.13,  0.39, -0.96])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dale Mono" panose="020B0509000000000004" pitchFamily="49" charset="0"/>
              <a:ea typeface="+mn-ea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is tensor([0.23, 0.25, 0.41, 0.11])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dale Mono" panose="020B0509000000000004" pitchFamily="49" charset="0"/>
              <a:ea typeface="+mn-ea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Is it normalized? Yes, sum of p =  1.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26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dale Mono" panose="020B05090000000000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ACFE4-6905-B032-67C0-67B3507A8BD1}"/>
              </a:ext>
            </a:extLst>
          </p:cNvPr>
          <p:cNvSpPr txBox="1"/>
          <p:nvPr/>
        </p:nvSpPr>
        <p:spPr>
          <a:xfrm>
            <a:off x="-25617" y="2676446"/>
            <a:ext cx="492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1C115-8E4D-9FD3-E600-D104D7B6D06B}"/>
              </a:ext>
            </a:extLst>
          </p:cNvPr>
          <p:cNvSpPr txBox="1"/>
          <p:nvPr/>
        </p:nvSpPr>
        <p:spPr>
          <a:xfrm>
            <a:off x="-25617" y="3538221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A104702-B715-7564-A33E-4508FB69FF79}"/>
                  </a:ext>
                </a:extLst>
              </p14:cNvPr>
              <p14:cNvContentPartPr/>
              <p14:nvPr/>
            </p14:nvContentPartPr>
            <p14:xfrm>
              <a:off x="616320" y="2113200"/>
              <a:ext cx="4665240" cy="2947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A104702-B715-7564-A33E-4508FB69FF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960" y="2103840"/>
                <a:ext cx="4683960" cy="296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298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A40E-7863-66DE-DA7D-4C05609B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FE0E4-B387-A5F2-8714-302A6546F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92937-6A1F-098F-37D4-8D35B3513B12}"/>
              </a:ext>
            </a:extLst>
          </p:cNvPr>
          <p:cNvSpPr txBox="1"/>
          <p:nvPr/>
        </p:nvSpPr>
        <p:spPr>
          <a:xfrm>
            <a:off x="1814345" y="365126"/>
            <a:ext cx="6109365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z =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t.randn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(5,2)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p =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t.softmax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(z, dim=1)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dale Mono" panose="020B0509000000000004" pitchFamily="49" charset="0"/>
              <a:ea typeface="+mn-ea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tensor([[ 0.24,  0.61],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        [-0.74,  0.29],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        [-0.99,  1.19],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        [ 0.09,  0.43],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        [-0.24,  1.39]])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tensor([[0.41, 0.59],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        [0.26, 0.74],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        [0.10, 0.90],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        [0.41, 0.59],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dale Mono" panose="020B0509000000000004" pitchFamily="49" charset="0"/>
                <a:ea typeface="+mn-ea"/>
                <a:cs typeface="Arial"/>
                <a:sym typeface="Arial"/>
              </a:rPr>
              <a:t>        [0.16, 0.84]])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DFFC2-4F54-A0CF-4B1A-0E8EC7B4B7FF}"/>
              </a:ext>
            </a:extLst>
          </p:cNvPr>
          <p:cNvSpPr txBox="1"/>
          <p:nvPr/>
        </p:nvSpPr>
        <p:spPr>
          <a:xfrm>
            <a:off x="284203" y="2257169"/>
            <a:ext cx="492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AD032-E1A5-89D3-0594-9FC67EA1D70E}"/>
              </a:ext>
            </a:extLst>
          </p:cNvPr>
          <p:cNvSpPr txBox="1"/>
          <p:nvPr/>
        </p:nvSpPr>
        <p:spPr>
          <a:xfrm>
            <a:off x="351134" y="498114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A21DCB-47F2-3B3E-DB54-8E9B6D6937A6}"/>
              </a:ext>
            </a:extLst>
          </p:cNvPr>
          <p:cNvCxnSpPr/>
          <p:nvPr/>
        </p:nvCxnSpPr>
        <p:spPr>
          <a:xfrm flipH="1">
            <a:off x="8122509" y="4728519"/>
            <a:ext cx="759745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3B1543C-6A20-7A4F-D95B-C987E66DDA23}"/>
              </a:ext>
            </a:extLst>
          </p:cNvPr>
          <p:cNvSpPr txBox="1"/>
          <p:nvPr/>
        </p:nvSpPr>
        <p:spPr>
          <a:xfrm>
            <a:off x="9341708" y="4596714"/>
            <a:ext cx="2174984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Normalized across this dimension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43609AA-4884-C88B-59E0-3CD0194CF947}"/>
                  </a:ext>
                </a:extLst>
              </p14:cNvPr>
              <p14:cNvContentPartPr/>
              <p14:nvPr/>
            </p14:nvContentPartPr>
            <p14:xfrm>
              <a:off x="2263320" y="892800"/>
              <a:ext cx="3843360" cy="5727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43609AA-4884-C88B-59E0-3CD0194CF9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3960" y="883440"/>
                <a:ext cx="3862080" cy="574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182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9280-A96D-74C7-E648-6F2A9C9D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construct loss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9F4E5-07A5-E13F-F40F-7908008A7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Model predicts output </a:t>
            </a:r>
            <a:r>
              <a:rPr lang="en-US" i="1" strike="sngStrike" dirty="0"/>
              <a:t>y</a:t>
            </a:r>
            <a:r>
              <a:rPr lang="en-US" strike="sngStrike" dirty="0"/>
              <a:t> given input </a:t>
            </a:r>
            <a:r>
              <a:rPr lang="en-US" i="1" strike="sngStrike" dirty="0"/>
              <a:t>x</a:t>
            </a:r>
          </a:p>
          <a:p>
            <a:r>
              <a:rPr lang="en-US" dirty="0"/>
              <a:t>Model predicts a conditional probability distribution: </a:t>
            </a:r>
          </a:p>
          <a:p>
            <a:pPr marL="0" indent="0">
              <a:buNone/>
            </a:pPr>
            <a:r>
              <a:rPr lang="en-US" dirty="0"/>
              <a:t> 			P(</a:t>
            </a:r>
            <a:r>
              <a:rPr lang="en-US" b="1" dirty="0"/>
              <a:t>y </a:t>
            </a:r>
            <a:r>
              <a:rPr lang="en-US" dirty="0"/>
              <a:t>| </a:t>
            </a:r>
            <a:r>
              <a:rPr lang="en-US" b="1" dirty="0"/>
              <a:t>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	over outputs </a:t>
            </a:r>
            <a:r>
              <a:rPr lang="en-US" b="1" dirty="0"/>
              <a:t>y </a:t>
            </a:r>
            <a:r>
              <a:rPr lang="en-US" dirty="0"/>
              <a:t>given inputs </a:t>
            </a:r>
            <a:r>
              <a:rPr lang="en-US" b="1" dirty="0"/>
              <a:t>x</a:t>
            </a:r>
            <a:r>
              <a:rPr lang="en-US" dirty="0"/>
              <a:t>.</a:t>
            </a:r>
          </a:p>
          <a:p>
            <a:r>
              <a:rPr lang="en-US" dirty="0"/>
              <a:t>Use “</a:t>
            </a:r>
            <a:r>
              <a:rPr lang="en-US" dirty="0" err="1"/>
              <a:t>Softmax</a:t>
            </a:r>
            <a:r>
              <a:rPr lang="en-US" dirty="0"/>
              <a:t>” to turn (unconstrained) “logits” into probabilities</a:t>
            </a:r>
          </a:p>
          <a:p>
            <a:r>
              <a:rPr lang="en-US" dirty="0"/>
              <a:t>Loss function aims to make the TRUE y’s have high probability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937749-65E4-242D-A110-9B36F3376C5C}"/>
                  </a:ext>
                </a:extLst>
              </p14:cNvPr>
              <p14:cNvContentPartPr/>
              <p14:nvPr/>
            </p14:nvContentPartPr>
            <p14:xfrm>
              <a:off x="3853800" y="402840"/>
              <a:ext cx="6727680" cy="447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937749-65E4-242D-A110-9B36F3376C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4440" y="393480"/>
                <a:ext cx="6746400" cy="449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078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9398-4251-5985-0C2C-17481EEB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likelihood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273556-8CA9-BEBD-F653-FE76180E98CC}"/>
                  </a:ext>
                </a:extLst>
              </p:cNvPr>
              <p:cNvSpPr txBox="1"/>
              <p:nvPr/>
            </p:nvSpPr>
            <p:spPr>
              <a:xfrm>
                <a:off x="1452133" y="1664326"/>
                <a:ext cx="8384538" cy="1436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  <a:sym typeface="Arial"/>
                        </a:rPr>
                        <m:t>ℒ</m:t>
                      </m:r>
                      <m:d>
                        <m:dPr>
                          <m:ctrlPr>
                            <a:rPr kumimoji="0" lang="en-US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en-US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𝝓</m:t>
                          </m:r>
                        </m:e>
                      </m:d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=</m:t>
                      </m:r>
                      <m:func>
                        <m:func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𝜙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endChr m:val="|"/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…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𝑥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𝑛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/>
                          <a:sym typeface="Arial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𝑖</m:t>
                          </m:r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=1</m:t>
                          </m:r>
                        </m:sub>
                        <m:sup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/>
                              <a:sym typeface="Arial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𝜙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endChr m:val="|"/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  <a:sym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  <a:sym typeface="Arial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/>
                                  <a:sym typeface="Arial"/>
                                </a:rPr>
                                <m:t>)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273556-8CA9-BEBD-F653-FE76180E9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133" y="1664326"/>
                <a:ext cx="8384538" cy="1436675"/>
              </a:xfrm>
              <a:prstGeom prst="rect">
                <a:avLst/>
              </a:prstGeom>
              <a:blipFill>
                <a:blip r:embed="rId2"/>
                <a:stretch>
                  <a:fillRect t="-109649" b="-16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EC7EC5-AFF2-D1C3-39E4-A0C605D78079}"/>
                  </a:ext>
                </a:extLst>
              </p:cNvPr>
              <p:cNvSpPr txBox="1"/>
              <p:nvPr/>
            </p:nvSpPr>
            <p:spPr>
              <a:xfrm>
                <a:off x="738352" y="4765584"/>
                <a:ext cx="5150321" cy="1196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4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EC7EC5-AFF2-D1C3-39E4-A0C605D78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52" y="4765584"/>
                <a:ext cx="5150321" cy="1196802"/>
              </a:xfrm>
              <a:prstGeom prst="rect">
                <a:avLst/>
              </a:prstGeom>
              <a:blipFill>
                <a:blip r:embed="rId3"/>
                <a:stretch>
                  <a:fillRect l="-2217" t="-7368" r="-2956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279F91F8-B0CA-5A13-DD93-3ED173505EE5}"/>
              </a:ext>
            </a:extLst>
          </p:cNvPr>
          <p:cNvSpPr txBox="1">
            <a:spLocks/>
          </p:cNvSpPr>
          <p:nvPr/>
        </p:nvSpPr>
        <p:spPr>
          <a:xfrm>
            <a:off x="738352" y="31010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Maximum Likelihood Criteria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ED16CD-39F0-BDA3-6222-4E6A8554000A}"/>
                  </a:ext>
                </a:extLst>
              </p14:cNvPr>
              <p14:cNvContentPartPr/>
              <p14:nvPr/>
            </p14:nvContentPartPr>
            <p14:xfrm>
              <a:off x="1843560" y="2657160"/>
              <a:ext cx="7023600" cy="340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ED16CD-39F0-BDA3-6222-4E6A85540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4200" y="2647800"/>
                <a:ext cx="7042320" cy="342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221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3BBC-618C-6299-4885-92E906F2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E775-A3B0-3237-3BE8-01D476C99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79021"/>
            <a:ext cx="10515600" cy="20979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Product of small numbers becomes too small to represent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B69701-EA38-85EC-155D-D3D15622CF81}"/>
                  </a:ext>
                </a:extLst>
              </p:cNvPr>
              <p:cNvSpPr txBox="1"/>
              <p:nvPr/>
            </p:nvSpPr>
            <p:spPr>
              <a:xfrm>
                <a:off x="1543570" y="1942513"/>
                <a:ext cx="7218964" cy="188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4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4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4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endChr m:val="|"/>
                                      <m:ctrlPr>
                                        <a:rPr lang="en-US" sz="4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4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4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4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4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B69701-EA38-85EC-155D-D3D15622C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570" y="1942513"/>
                <a:ext cx="7218964" cy="1884683"/>
              </a:xfrm>
              <a:prstGeom prst="rect">
                <a:avLst/>
              </a:prstGeom>
              <a:blipFill>
                <a:blip r:embed="rId2"/>
                <a:stretch>
                  <a:fillRect l="-1054" t="-140268" r="-1230" b="-192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4CEFC4-A8D8-8B5B-E772-EA82173817DA}"/>
                  </a:ext>
                </a:extLst>
              </p14:cNvPr>
              <p14:cNvContentPartPr/>
              <p14:nvPr/>
            </p14:nvContentPartPr>
            <p14:xfrm>
              <a:off x="5454720" y="617400"/>
              <a:ext cx="6588360" cy="388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4CEFC4-A8D8-8B5B-E772-EA82173817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5360" y="608040"/>
                <a:ext cx="6607080" cy="390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5400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CC25-F6AD-F379-D084-6C74D9B2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Spice up your optimization problem with a monotonic transform!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3BC9B-72BB-BAA8-B22D-A25A09E641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37" r="34350"/>
          <a:stretch/>
        </p:blipFill>
        <p:spPr>
          <a:xfrm>
            <a:off x="168541" y="1531918"/>
            <a:ext cx="3645243" cy="33364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B4C303-6C2F-278B-466E-44D039D0213E}"/>
              </a:ext>
            </a:extLst>
          </p:cNvPr>
          <p:cNvSpPr txBox="1"/>
          <p:nvPr/>
        </p:nvSpPr>
        <p:spPr>
          <a:xfrm>
            <a:off x="903517" y="5791199"/>
            <a:ext cx="10909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Maximum of the logarithm of a function is in the same place as maximum of function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05A403-91A8-F434-0FD3-93875BAE2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10" t="-690" r="67197" b="690"/>
          <a:stretch/>
        </p:blipFill>
        <p:spPr>
          <a:xfrm>
            <a:off x="4026243" y="1508886"/>
            <a:ext cx="3645243" cy="3336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E1B03-99CC-A0F3-A3B7-C3ECA60B16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119" r="-1532"/>
          <a:stretch/>
        </p:blipFill>
        <p:spPr>
          <a:xfrm>
            <a:off x="7875707" y="1508885"/>
            <a:ext cx="3645243" cy="33364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A9FC90-A1FE-EFCB-E768-C3545BE17F79}"/>
              </a:ext>
            </a:extLst>
          </p:cNvPr>
          <p:cNvSpPr txBox="1"/>
          <p:nvPr/>
        </p:nvSpPr>
        <p:spPr>
          <a:xfrm>
            <a:off x="4411232" y="4868389"/>
            <a:ext cx="346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i="1" dirty="0"/>
              <a:t>or any strictly monotonic function)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4C58819-27FC-3FB4-D0C7-E22E753C3D70}"/>
                  </a:ext>
                </a:extLst>
              </p14:cNvPr>
              <p14:cNvContentPartPr/>
              <p14:nvPr/>
            </p14:nvContentPartPr>
            <p14:xfrm>
              <a:off x="394200" y="1833480"/>
              <a:ext cx="9778320" cy="3184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4C58819-27FC-3FB4-D0C7-E22E753C3D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840" y="1824120"/>
                <a:ext cx="9797040" cy="320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499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610F-BCAD-C774-9544-8167056D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log 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9E913-DF4B-20C3-635A-DCEB83375AD3}"/>
              </a:ext>
            </a:extLst>
          </p:cNvPr>
          <p:cNvSpPr txBox="1"/>
          <p:nvPr/>
        </p:nvSpPr>
        <p:spPr>
          <a:xfrm>
            <a:off x="903517" y="5900055"/>
            <a:ext cx="10909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Now it’s a sum of terms, so doesn’t matter so much if the terms are small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6C09D-62FF-A77E-A7D1-389DEF401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36900" y="1282700"/>
            <a:ext cx="5918200" cy="42926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177137-020E-2430-145B-89D5C4774FF7}"/>
              </a:ext>
            </a:extLst>
          </p:cNvPr>
          <p:cNvCxnSpPr/>
          <p:nvPr/>
        </p:nvCxnSpPr>
        <p:spPr>
          <a:xfrm>
            <a:off x="5671751" y="3682314"/>
            <a:ext cx="518984" cy="0"/>
          </a:xfrm>
          <a:prstGeom prst="line">
            <a:avLst/>
          </a:prstGeom>
          <a:ln w="603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2EF047-0662-D9E0-37CF-E7F3BFC430F0}"/>
              </a:ext>
            </a:extLst>
          </p:cNvPr>
          <p:cNvCxnSpPr>
            <a:cxnSpLocks/>
          </p:cNvCxnSpPr>
          <p:nvPr/>
        </p:nvCxnSpPr>
        <p:spPr>
          <a:xfrm>
            <a:off x="5577016" y="5725298"/>
            <a:ext cx="1318054" cy="0"/>
          </a:xfrm>
          <a:prstGeom prst="line">
            <a:avLst/>
          </a:prstGeom>
          <a:ln w="603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987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6718-D574-80AA-A0C1-47CE22697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“negative log likelihood”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86B4-8D33-2A23-7477-C65ACEF1B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ML convention, we minimize things (i.e., a loss)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F3762-2906-B486-846E-E0B361273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23210" y="2739390"/>
            <a:ext cx="6261100" cy="2781300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22CAF3A9-0BA9-0B3D-FA7E-F51EC4D4E7AC}"/>
              </a:ext>
            </a:extLst>
          </p:cNvPr>
          <p:cNvSpPr/>
          <p:nvPr/>
        </p:nvSpPr>
        <p:spPr>
          <a:xfrm rot="16200000">
            <a:off x="6829456" y="4055459"/>
            <a:ext cx="598806" cy="36442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8F677B-0CBA-80F8-E199-B5C05A36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6245860"/>
            <a:ext cx="889000" cy="4699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F45862-6C71-65EE-F73A-7FAD5DC5EAF4}"/>
                  </a:ext>
                </a:extLst>
              </p14:cNvPr>
              <p14:cNvContentPartPr/>
              <p14:nvPr/>
            </p14:nvContentPartPr>
            <p14:xfrm>
              <a:off x="4195080" y="1258560"/>
              <a:ext cx="3708720" cy="4455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F45862-6C71-65EE-F73A-7FAD5DC5EA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85720" y="1249200"/>
                <a:ext cx="3727440" cy="447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4893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3557-DEDA-0966-EDA8-AEA9C015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loss could look like this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E973C5-E633-656F-EF12-8C2AEE453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endChr m:val="|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=”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𝑐𝑎𝑡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” 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=                       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E973C5-E633-656F-EF12-8C2AEE453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FD666A-1A34-90D8-F840-475800C5D3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1" t="22888" r="22521" b="23864"/>
          <a:stretch/>
        </p:blipFill>
        <p:spPr>
          <a:xfrm>
            <a:off x="9598445" y="4159474"/>
            <a:ext cx="996873" cy="996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ACD86-9B97-CB96-1B7D-3066C1243D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977" y="2894288"/>
            <a:ext cx="1020227" cy="10202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E88003-1CEB-FE76-9296-88A1FFC75A5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77" t="22367" r="14308" b="9061"/>
          <a:stretch/>
        </p:blipFill>
        <p:spPr>
          <a:xfrm>
            <a:off x="10054979" y="5419359"/>
            <a:ext cx="855004" cy="855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D96B64-B0E9-A161-75CF-0445F7DEB30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51" r="26415"/>
          <a:stretch/>
        </p:blipFill>
        <p:spPr>
          <a:xfrm>
            <a:off x="8638194" y="1700422"/>
            <a:ext cx="996873" cy="994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4C4A21-5934-BCE9-5E55-097417508EA9}"/>
                  </a:ext>
                </a:extLst>
              </p:cNvPr>
              <p:cNvSpPr txBox="1"/>
              <p:nvPr/>
            </p:nvSpPr>
            <p:spPr>
              <a:xfrm>
                <a:off x="3677436" y="2853018"/>
                <a:ext cx="7545977" cy="628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uncPr>
                        <m:fName/>
                        <m:e>
                          <m:r>
                            <a:rPr lang="en-US" sz="3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sz="32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3200" b="0" i="1" kern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en-US" sz="3200" b="0" i="1" kern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𝜙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endChr m:val="|"/>
                                      <m:ctrlP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𝑌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=”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𝑑𝑜𝑔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” 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𝑋</m:t>
                              </m:r>
                              <m: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=                       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32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4C4A21-5934-BCE9-5E55-097417508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436" y="2853018"/>
                <a:ext cx="7545977" cy="628570"/>
              </a:xfrm>
              <a:prstGeom prst="rect">
                <a:avLst/>
              </a:prstGeom>
              <a:blipFill>
                <a:blip r:embed="rId7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C102A5-ABBA-ACA4-40AF-1BB75D067F61}"/>
                  </a:ext>
                </a:extLst>
              </p:cNvPr>
              <p:cNvSpPr txBox="1"/>
              <p:nvPr/>
            </p:nvSpPr>
            <p:spPr>
              <a:xfrm>
                <a:off x="4216901" y="4300877"/>
                <a:ext cx="7545977" cy="628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uncPr>
                        <m:fName/>
                        <m:e>
                          <m:r>
                            <a:rPr lang="en-US" sz="3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sz="32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3200" b="0" i="1" kern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en-US" sz="3200" b="0" i="1" kern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𝜙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endChr m:val="|"/>
                                      <m:ctrlP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𝑌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=”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𝑑𝑜𝑔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” 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𝑋</m:t>
                              </m:r>
                              <m: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=                       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32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C102A5-ABBA-ACA4-40AF-1BB75D067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01" y="4300877"/>
                <a:ext cx="7545977" cy="628570"/>
              </a:xfrm>
              <a:prstGeom prst="rect">
                <a:avLst/>
              </a:prstGeom>
              <a:blipFill>
                <a:blip r:embed="rId8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0ADD7C-71D3-60D4-B9CC-34D026E767F7}"/>
                  </a:ext>
                </a:extLst>
              </p:cNvPr>
              <p:cNvSpPr txBox="1"/>
              <p:nvPr/>
            </p:nvSpPr>
            <p:spPr>
              <a:xfrm>
                <a:off x="4827233" y="5456041"/>
                <a:ext cx="7545977" cy="628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uncPr>
                        <m:fName/>
                        <m:e>
                          <m:r>
                            <a:rPr lang="en-US" sz="3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sz="320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3200" b="0" i="1" kern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en-US" sz="3200" b="0" i="1" kern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𝜙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endChr m:val="|"/>
                                      <m:ctrlP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𝑌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=”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𝑐𝑎𝑡</m:t>
                                      </m:r>
                                      <m:r>
                                        <a:rPr lang="en-US" sz="3200" i="1" ker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” 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𝑋</m:t>
                              </m:r>
                              <m:r>
                                <a:rPr lang="en-US" sz="3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=                       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32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0ADD7C-71D3-60D4-B9CC-34D026E76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233" y="5456041"/>
                <a:ext cx="7545977" cy="628570"/>
              </a:xfrm>
              <a:prstGeom prst="rect">
                <a:avLst/>
              </a:prstGeom>
              <a:blipFill>
                <a:blip r:embed="rId9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583F8D4-F4D0-6164-88A2-3309F7A89453}"/>
              </a:ext>
            </a:extLst>
          </p:cNvPr>
          <p:cNvSpPr txBox="1"/>
          <p:nvPr/>
        </p:nvSpPr>
        <p:spPr>
          <a:xfrm>
            <a:off x="1733494" y="6378021"/>
            <a:ext cx="4178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to implement this model, concretely?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3F2D1FD-2F6A-C03C-63CB-EFA1CD97DCD4}"/>
                  </a:ext>
                </a:extLst>
              </p14:cNvPr>
              <p14:cNvContentPartPr/>
              <p14:nvPr/>
            </p14:nvContentPartPr>
            <p14:xfrm>
              <a:off x="2994120" y="1818000"/>
              <a:ext cx="9053280" cy="495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F2D1FD-2F6A-C03C-63CB-EFA1CD97DC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84760" y="1808640"/>
                <a:ext cx="9072000" cy="497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038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631024-BDA3-931B-7D77-EB208FED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8533823" cy="2852737"/>
          </a:xfrm>
        </p:spPr>
        <p:txBody>
          <a:bodyPr/>
          <a:lstStyle/>
          <a:p>
            <a:r>
              <a:rPr lang="en-US" b="1" dirty="0"/>
              <a:t>Linear</a:t>
            </a:r>
            <a:r>
              <a:rPr lang="en-US" dirty="0"/>
              <a:t> classifier (known as </a:t>
            </a:r>
            <a:r>
              <a:rPr lang="en-US" i="1" dirty="0"/>
              <a:t>logistic regression </a:t>
            </a:r>
            <a:r>
              <a:rPr lang="en-US" dirty="0"/>
              <a:t>😫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5E2F6-221F-169E-3DB6-C9CC65EF2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2A2663-4B1F-F8D8-2A07-97E6D0BE18C8}"/>
                  </a:ext>
                </a:extLst>
              </p14:cNvPr>
              <p14:cNvContentPartPr/>
              <p14:nvPr/>
            </p14:nvContentPartPr>
            <p14:xfrm>
              <a:off x="3600000" y="4599720"/>
              <a:ext cx="1026720" cy="14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2A2663-4B1F-F8D8-2A07-97E6D0BE18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90640" y="4590360"/>
                <a:ext cx="1045440" cy="15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5219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D78D-260D-49ED-3CAA-CA15DA1B9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25A3B-5A62-D359-38B9-BC7DF90B1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0142" y="4053194"/>
            <a:ext cx="3805871" cy="7599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with K=2, d=2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DFEA2-40A9-C1E5-2493-76DAD5885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470025"/>
            <a:ext cx="7213600" cy="7112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B3AAB8-0469-B3E1-FBD3-F172B851FA75}"/>
              </a:ext>
            </a:extLst>
          </p:cNvPr>
          <p:cNvCxnSpPr>
            <a:cxnSpLocks/>
          </p:cNvCxnSpPr>
          <p:nvPr/>
        </p:nvCxnSpPr>
        <p:spPr>
          <a:xfrm flipV="1">
            <a:off x="8913340" y="4876801"/>
            <a:ext cx="0" cy="1334529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D1B8D2-0BC8-98CF-8A6A-DD57AF8EA408}"/>
              </a:ext>
            </a:extLst>
          </p:cNvPr>
          <p:cNvCxnSpPr>
            <a:cxnSpLocks/>
          </p:cNvCxnSpPr>
          <p:nvPr/>
        </p:nvCxnSpPr>
        <p:spPr>
          <a:xfrm>
            <a:off x="8913341" y="6211329"/>
            <a:ext cx="244046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A0E640-68A8-8423-1A75-837748185C5D}"/>
              </a:ext>
            </a:extLst>
          </p:cNvPr>
          <p:cNvSpPr txBox="1"/>
          <p:nvPr/>
        </p:nvSpPr>
        <p:spPr>
          <a:xfrm>
            <a:off x="9936305" y="4609955"/>
            <a:ext cx="3914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US" sz="6400" dirty="0">
                <a:solidFill>
                  <a:srgbClr val="44546A"/>
                </a:solidFill>
                <a:latin typeface="Calibri" panose="020F0502020204030204"/>
                <a:cs typeface="Arial"/>
                <a:sym typeface="Arial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3B33F-D86C-16FE-4A16-324B076C8176}"/>
              </a:ext>
            </a:extLst>
          </p:cNvPr>
          <p:cNvSpPr txBox="1"/>
          <p:nvPr/>
        </p:nvSpPr>
        <p:spPr>
          <a:xfrm>
            <a:off x="9172248" y="4876800"/>
            <a:ext cx="3914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US" sz="64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28C8D-F8D7-1459-3C1B-137A2BB3EED9}"/>
              </a:ext>
            </a:extLst>
          </p:cNvPr>
          <p:cNvSpPr txBox="1"/>
          <p:nvPr/>
        </p:nvSpPr>
        <p:spPr>
          <a:xfrm>
            <a:off x="9856455" y="5141169"/>
            <a:ext cx="4782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6400" dirty="0">
                <a:solidFill>
                  <a:srgbClr val="44546A"/>
                </a:solidFill>
                <a:latin typeface="Calibri" panose="020F0502020204030204"/>
                <a:cs typeface="Arial"/>
                <a:sym typeface="Arial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722CC-DA7E-7B13-CDD5-8AFEEACCD585}"/>
              </a:ext>
            </a:extLst>
          </p:cNvPr>
          <p:cNvSpPr txBox="1"/>
          <p:nvPr/>
        </p:nvSpPr>
        <p:spPr>
          <a:xfrm>
            <a:off x="9268135" y="4339985"/>
            <a:ext cx="3914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US" sz="64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DF7A1-5DB7-2DD8-DD73-67F6E6C8A31C}"/>
              </a:ext>
            </a:extLst>
          </p:cNvPr>
          <p:cNvSpPr txBox="1"/>
          <p:nvPr/>
        </p:nvSpPr>
        <p:spPr>
          <a:xfrm>
            <a:off x="9471335" y="4543185"/>
            <a:ext cx="3914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US" sz="64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FE883-8FC0-0BB8-75A4-B5E302FA7704}"/>
              </a:ext>
            </a:extLst>
          </p:cNvPr>
          <p:cNvSpPr txBox="1"/>
          <p:nvPr/>
        </p:nvSpPr>
        <p:spPr>
          <a:xfrm>
            <a:off x="9602220" y="4209571"/>
            <a:ext cx="3914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US" sz="64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A4E445-D042-5390-1370-2F25AD16B921}"/>
              </a:ext>
            </a:extLst>
          </p:cNvPr>
          <p:cNvSpPr txBox="1"/>
          <p:nvPr/>
        </p:nvSpPr>
        <p:spPr>
          <a:xfrm>
            <a:off x="10205091" y="5207963"/>
            <a:ext cx="4782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6400" dirty="0">
                <a:solidFill>
                  <a:srgbClr val="44546A"/>
                </a:solidFill>
                <a:latin typeface="Calibri" panose="020F0502020204030204"/>
                <a:cs typeface="Arial"/>
                <a:sym typeface="Arial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2A4B3-8AC6-E007-EAF0-99F72029CA68}"/>
              </a:ext>
            </a:extLst>
          </p:cNvPr>
          <p:cNvSpPr txBox="1"/>
          <p:nvPr/>
        </p:nvSpPr>
        <p:spPr>
          <a:xfrm>
            <a:off x="10520777" y="4543185"/>
            <a:ext cx="4782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6400" dirty="0">
                <a:solidFill>
                  <a:srgbClr val="44546A"/>
                </a:solidFill>
                <a:latin typeface="Calibri" panose="020F0502020204030204"/>
                <a:cs typeface="Arial"/>
                <a:sym typeface="Arial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900F12-F059-0747-F934-859AB27CAEE8}"/>
              </a:ext>
            </a:extLst>
          </p:cNvPr>
          <p:cNvSpPr txBox="1"/>
          <p:nvPr/>
        </p:nvSpPr>
        <p:spPr>
          <a:xfrm>
            <a:off x="11417351" y="5944589"/>
            <a:ext cx="4828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26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x</a:t>
            </a:r>
            <a:r>
              <a:rPr lang="en-US" sz="2667" kern="0" baseline="-25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6DEE3C-4A53-AB94-6F31-56215FBFACA2}"/>
              </a:ext>
            </a:extLst>
          </p:cNvPr>
          <p:cNvSpPr txBox="1"/>
          <p:nvPr/>
        </p:nvSpPr>
        <p:spPr>
          <a:xfrm>
            <a:off x="8423862" y="4403867"/>
            <a:ext cx="4828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26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x</a:t>
            </a:r>
            <a:r>
              <a:rPr lang="en-US" sz="2667" kern="0" baseline="-25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CBC25A-A7B9-1D8C-FC94-88F393A79594}"/>
              </a:ext>
            </a:extLst>
          </p:cNvPr>
          <p:cNvSpPr txBox="1"/>
          <p:nvPr/>
        </p:nvSpPr>
        <p:spPr>
          <a:xfrm>
            <a:off x="124981" y="2613954"/>
            <a:ext cx="12176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Step 1: linear network to give us “logits” for each class 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(check dimensions)</a:t>
            </a:r>
            <a:endParaRPr lang="en-US" sz="3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AD6B5D8-6EF3-7C9C-23E0-D8803757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0685" y="3283291"/>
            <a:ext cx="4114800" cy="6265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DD2D2E-A8D8-E64A-F704-702843247B7C}"/>
              </a:ext>
            </a:extLst>
          </p:cNvPr>
          <p:cNvSpPr txBox="1"/>
          <p:nvPr/>
        </p:nvSpPr>
        <p:spPr>
          <a:xfrm>
            <a:off x="148780" y="4556487"/>
            <a:ext cx="6402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Step 2: </a:t>
            </a:r>
            <a:r>
              <a:rPr lang="en-US" sz="32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softmax</a:t>
            </a: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gives probabilities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5929ED6-FDF6-2283-476B-672AC7C6C6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813" y="5055279"/>
            <a:ext cx="5989054" cy="13253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A9F7F44-BCF6-9399-7028-FAEC0AC9A2F3}"/>
              </a:ext>
            </a:extLst>
          </p:cNvPr>
          <p:cNvSpPr txBox="1"/>
          <p:nvPr/>
        </p:nvSpPr>
        <p:spPr>
          <a:xfrm>
            <a:off x="148779" y="6264327"/>
            <a:ext cx="7268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Step 3: Maximize log likelihood, L(</a:t>
            </a:r>
            <a:r>
              <a:rPr lang="en-US" sz="32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W,b</a:t>
            </a: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64E346-AE02-2BE9-8A9A-FD76E07D26AC}"/>
              </a:ext>
            </a:extLst>
          </p:cNvPr>
          <p:cNvCxnSpPr>
            <a:cxnSpLocks/>
          </p:cNvCxnSpPr>
          <p:nvPr/>
        </p:nvCxnSpPr>
        <p:spPr>
          <a:xfrm flipV="1">
            <a:off x="9399685" y="4554959"/>
            <a:ext cx="942641" cy="1751677"/>
          </a:xfrm>
          <a:prstGeom prst="line">
            <a:avLst/>
          </a:prstGeom>
          <a:ln w="635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02F5CC4-958C-C41D-0D21-C9347E6C26EC}"/>
              </a:ext>
            </a:extLst>
          </p:cNvPr>
          <p:cNvSpPr txBox="1"/>
          <p:nvPr/>
        </p:nvSpPr>
        <p:spPr>
          <a:xfrm>
            <a:off x="11236411" y="6572103"/>
            <a:ext cx="1847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57D4E50-F69B-BA4A-59B3-F8A799901D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0919" y="4532246"/>
            <a:ext cx="1783267" cy="31419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C358DC6-4389-4AB4-D826-109847773045}"/>
              </a:ext>
            </a:extLst>
          </p:cNvPr>
          <p:cNvGrpSpPr/>
          <p:nvPr/>
        </p:nvGrpSpPr>
        <p:grpSpPr>
          <a:xfrm>
            <a:off x="6064896" y="3363698"/>
            <a:ext cx="1957587" cy="977749"/>
            <a:chOff x="4548671" y="2522773"/>
            <a:chExt cx="1468190" cy="73331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686156-64D2-5D01-4DCB-3B68C94C4E13}"/>
                </a:ext>
              </a:extLst>
            </p:cNvPr>
            <p:cNvSpPr txBox="1"/>
            <p:nvPr/>
          </p:nvSpPr>
          <p:spPr>
            <a:xfrm>
              <a:off x="4548671" y="2971343"/>
              <a:ext cx="146819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r>
                <a:rPr lang="en-US"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k   (k, d)  d      k  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3321BF5-8374-4E14-937D-3FC182D09A7C}"/>
                </a:ext>
              </a:extLst>
            </p:cNvPr>
            <p:cNvSpPr/>
            <p:nvPr/>
          </p:nvSpPr>
          <p:spPr>
            <a:xfrm>
              <a:off x="5805333" y="2533252"/>
              <a:ext cx="57118" cy="3077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buClr>
                  <a:srgbClr val="000000"/>
                </a:buClr>
                <a:defRPr/>
              </a:pPr>
              <a:endParaRPr lang="en-US" sz="1867" kern="0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76B4CD5-FD05-6B1E-3AB6-F69337D7C9C3}"/>
                </a:ext>
              </a:extLst>
            </p:cNvPr>
            <p:cNvSpPr/>
            <p:nvPr/>
          </p:nvSpPr>
          <p:spPr>
            <a:xfrm>
              <a:off x="4630182" y="2528188"/>
              <a:ext cx="57118" cy="3077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buClr>
                  <a:srgbClr val="000000"/>
                </a:buClr>
                <a:defRPr/>
              </a:pPr>
              <a:endParaRPr lang="en-US" sz="1867" kern="0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BD6873F-6BEE-C97B-176C-71D8F00A15C6}"/>
                </a:ext>
              </a:extLst>
            </p:cNvPr>
            <p:cNvSpPr/>
            <p:nvPr/>
          </p:nvSpPr>
          <p:spPr>
            <a:xfrm>
              <a:off x="5405199" y="2522773"/>
              <a:ext cx="57118" cy="4485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buClr>
                  <a:srgbClr val="000000"/>
                </a:buClr>
                <a:defRPr/>
              </a:pPr>
              <a:endParaRPr lang="en-US" sz="1867" kern="0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9A46659-BF70-B38F-052C-66380A1D5023}"/>
                </a:ext>
              </a:extLst>
            </p:cNvPr>
            <p:cNvSpPr/>
            <p:nvPr/>
          </p:nvSpPr>
          <p:spPr>
            <a:xfrm>
              <a:off x="4907415" y="2525784"/>
              <a:ext cx="440439" cy="307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buClr>
                  <a:srgbClr val="000000"/>
                </a:buClr>
                <a:defRPr/>
              </a:pPr>
              <a:endParaRPr lang="en-US" sz="1867" kern="0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0788CD4-98C6-431D-8A42-5B19D84C3FDF}"/>
                </a:ext>
              </a:extLst>
            </p:cNvPr>
            <p:cNvSpPr txBox="1"/>
            <p:nvPr/>
          </p:nvSpPr>
          <p:spPr>
            <a:xfrm>
              <a:off x="4648034" y="2538889"/>
              <a:ext cx="243096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r>
                <a:rPr lang="en-US"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=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C15E30F-B865-1E21-2AB6-BD19251F2CB5}"/>
                </a:ext>
              </a:extLst>
            </p:cNvPr>
            <p:cNvSpPr txBox="1"/>
            <p:nvPr/>
          </p:nvSpPr>
          <p:spPr>
            <a:xfrm>
              <a:off x="5479822" y="2544080"/>
              <a:ext cx="243096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r>
                <a:rPr lang="en-US"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+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1E26D69-A1BE-B127-BBC4-E3DA2B30B78A}"/>
                  </a:ext>
                </a:extLst>
              </p14:cNvPr>
              <p14:cNvContentPartPr/>
              <p14:nvPr/>
            </p14:nvContentPartPr>
            <p14:xfrm>
              <a:off x="1108440" y="2165040"/>
              <a:ext cx="11083680" cy="4641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1E26D69-A1BE-B127-BBC4-E3DA2B30B7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9080" y="2155680"/>
                <a:ext cx="11102400" cy="466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852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AE3B-4FA7-4FD2-0527-BCB5CC9D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– special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71D3-76D5-BA05-602A-51848D4A2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Just a special case of the linear classifier with:</a:t>
            </a:r>
          </a:p>
          <a:p>
            <a:pPr lvl="1"/>
            <a:r>
              <a:rPr lang="en-US" dirty="0"/>
              <a:t>Only 2 classes, Y={0, 1}</a:t>
            </a:r>
          </a:p>
          <a:p>
            <a:pPr lvl="1"/>
            <a:r>
              <a:rPr lang="en-US" dirty="0"/>
              <a:t>Set one logit to zero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189" lvl="1" indent="0">
              <a:buNone/>
            </a:pPr>
            <a:r>
              <a:rPr lang="en-US" dirty="0"/>
              <a:t>(We’ll focus on the more general case.)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E621C-4768-7182-2D3A-CC5357E5BF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91733" y="3431886"/>
            <a:ext cx="4504267" cy="15351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02983D-FEE3-430B-EC10-A56150107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196" y="2653637"/>
            <a:ext cx="5021804" cy="27364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11BD6C7-BD67-1F83-2607-1A1B21FC0A4B}"/>
                  </a:ext>
                </a:extLst>
              </p14:cNvPr>
              <p14:cNvContentPartPr/>
              <p14:nvPr/>
            </p14:nvContentPartPr>
            <p14:xfrm>
              <a:off x="1049760" y="642240"/>
              <a:ext cx="10913400" cy="6215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11BD6C7-BD67-1F83-2607-1A1B21FC0A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0400" y="632880"/>
                <a:ext cx="10932120" cy="623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535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DFA8-2386-C9E3-A642-E8536B50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66271"/>
            <a:ext cx="11353800" cy="1325563"/>
          </a:xfrm>
        </p:spPr>
        <p:txBody>
          <a:bodyPr/>
          <a:lstStyle/>
          <a:p>
            <a:r>
              <a:rPr lang="en-US" dirty="0"/>
              <a:t>Show Loss in terms of “</a:t>
            </a:r>
            <a:r>
              <a:rPr lang="en-US" b="1" dirty="0"/>
              <a:t>f</a:t>
            </a:r>
            <a:r>
              <a:rPr lang="en-US" dirty="0"/>
              <a:t>”, our “logits”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39294C-D425-FDE0-1BBA-666CA2356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24145" y="-2350967"/>
            <a:ext cx="3452645" cy="43513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Take the “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 err="1"/>
              <a:t>”th</a:t>
            </a:r>
            <a:r>
              <a:rPr lang="en-US" dirty="0"/>
              <a:t> component of probability (assuming y=1,2,..K)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2EBB95-F780-227E-3E0A-321CC356A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6970" y="2891135"/>
            <a:ext cx="5718591" cy="12654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18A364-2368-DB9D-27E7-CDA61893E5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4539818"/>
            <a:ext cx="8551333" cy="15560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DD5212-0638-50F4-C302-77EC2A8AC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70" y="1591834"/>
            <a:ext cx="4940300" cy="990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E59707-74FD-B3F2-8E3A-25BD09C8342B}"/>
                  </a:ext>
                </a:extLst>
              </p14:cNvPr>
              <p14:cNvContentPartPr/>
              <p14:nvPr/>
            </p14:nvContentPartPr>
            <p14:xfrm>
              <a:off x="601200" y="1976400"/>
              <a:ext cx="11404800" cy="488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E59707-74FD-B3F2-8E3A-25BD09C834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1840" y="1967040"/>
                <a:ext cx="11423520" cy="490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29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9D415-BE27-600B-2D0A-C28D9B559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(nonlinear) neural network classifier:</a:t>
            </a:r>
            <a:br>
              <a:rPr lang="en-US" dirty="0"/>
            </a:br>
            <a:r>
              <a:rPr lang="en-US" dirty="0"/>
              <a:t>Multi-Layer Perceptron (MLP)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19CD94-5873-50BE-AF9F-5CB5314DF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3ED837-ADC2-F6EA-C86C-31F231F0D437}"/>
                  </a:ext>
                </a:extLst>
              </p14:cNvPr>
              <p14:cNvContentPartPr/>
              <p14:nvPr/>
            </p14:nvContentPartPr>
            <p14:xfrm>
              <a:off x="2201040" y="4698000"/>
              <a:ext cx="1395000" cy="36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3ED837-ADC2-F6EA-C86C-31F231F0D4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1680" y="4688640"/>
                <a:ext cx="141372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3565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D0B5-0EF8-C418-63D1-EB08B91A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an “MLP” for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1E49B-A72D-FBFC-5A78-DD7B9176F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0666"/>
            <a:ext cx="10515600" cy="38062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Generate the logits from ”x”, using a </a:t>
            </a:r>
            <a:r>
              <a:rPr lang="en-US" i="1" dirty="0"/>
              <a:t>nonlinear model</a:t>
            </a:r>
          </a:p>
        </p:txBody>
      </p:sp>
      <p:sp>
        <p:nvSpPr>
          <p:cNvPr id="4" name="TextBox 85">
            <a:extLst>
              <a:ext uri="{FF2B5EF4-FFF2-40B4-BE49-F238E27FC236}">
                <a16:creationId xmlns:a16="http://schemas.microsoft.com/office/drawing/2014/main" id="{4162C569-36A7-7475-4FDF-BEB646D17D87}"/>
              </a:ext>
            </a:extLst>
          </p:cNvPr>
          <p:cNvSpPr txBox="1"/>
          <p:nvPr/>
        </p:nvSpPr>
        <p:spPr>
          <a:xfrm>
            <a:off x="1888359" y="5931309"/>
            <a:ext cx="1364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>
              <a:defRPr/>
            </a:pPr>
            <a:r>
              <a:rPr lang="en-US" sz="2800" dirty="0">
                <a:solidFill>
                  <a:srgbClr val="9D2235"/>
                </a:solidFill>
                <a:latin typeface="Book Antiqua" panose="02040602050305030304" pitchFamily="18" charset="0"/>
                <a:ea typeface=""/>
                <a:cs typeface=""/>
                <a:sym typeface="Arial"/>
              </a:rPr>
              <a:t>Input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72E919E6-0EFA-DE16-1624-5CA33AC4F74D}"/>
              </a:ext>
            </a:extLst>
          </p:cNvPr>
          <p:cNvSpPr/>
          <p:nvPr/>
        </p:nvSpPr>
        <p:spPr>
          <a:xfrm>
            <a:off x="1783564" y="4723074"/>
            <a:ext cx="2022739" cy="999564"/>
          </a:xfrm>
          <a:prstGeom prst="trapezoid">
            <a:avLst>
              <a:gd name="adj" fmla="val 380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sp>
        <p:nvSpPr>
          <p:cNvPr id="6" name="TextBox 85">
            <a:extLst>
              <a:ext uri="{FF2B5EF4-FFF2-40B4-BE49-F238E27FC236}">
                <a16:creationId xmlns:a16="http://schemas.microsoft.com/office/drawing/2014/main" id="{2348B9F6-9515-1302-8FE0-3BD63DD0B985}"/>
              </a:ext>
            </a:extLst>
          </p:cNvPr>
          <p:cNvSpPr txBox="1"/>
          <p:nvPr/>
        </p:nvSpPr>
        <p:spPr>
          <a:xfrm>
            <a:off x="2069612" y="4712450"/>
            <a:ext cx="17322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>
              <a:defRPr/>
            </a:pPr>
            <a:r>
              <a:rPr lang="en-US" sz="2800" dirty="0">
                <a:solidFill>
                  <a:srgbClr val="9D2235"/>
                </a:solidFill>
                <a:latin typeface="Book Antiqua" panose="02040602050305030304" pitchFamily="18" charset="0"/>
                <a:ea typeface=""/>
                <a:cs typeface=""/>
                <a:sym typeface="Arial"/>
              </a:rPr>
              <a:t>Neural network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E42F29-1A4C-4916-5778-AABE12DEBED1}"/>
              </a:ext>
            </a:extLst>
          </p:cNvPr>
          <p:cNvSpPr txBox="1"/>
          <p:nvPr/>
        </p:nvSpPr>
        <p:spPr>
          <a:xfrm>
            <a:off x="3230380" y="594664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  <a:cs typeface="Arial"/>
                <a:sym typeface="Arial"/>
              </a:rPr>
              <a:t>x</a:t>
            </a:r>
          </a:p>
        </p:txBody>
      </p:sp>
      <p:sp>
        <p:nvSpPr>
          <p:cNvPr id="8" name="TextBox 85">
            <a:extLst>
              <a:ext uri="{FF2B5EF4-FFF2-40B4-BE49-F238E27FC236}">
                <a16:creationId xmlns:a16="http://schemas.microsoft.com/office/drawing/2014/main" id="{BB4B3C40-8B2B-2F51-ECAC-369BFFC54147}"/>
              </a:ext>
            </a:extLst>
          </p:cNvPr>
          <p:cNvSpPr txBox="1"/>
          <p:nvPr/>
        </p:nvSpPr>
        <p:spPr>
          <a:xfrm>
            <a:off x="1254990" y="3227235"/>
            <a:ext cx="3553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>
              <a:defRPr/>
            </a:pPr>
            <a:r>
              <a:rPr lang="en-US" sz="2800" dirty="0">
                <a:solidFill>
                  <a:srgbClr val="9D2235"/>
                </a:solidFill>
                <a:latin typeface="Book Antiqua" panose="02040602050305030304" pitchFamily="18" charset="0"/>
                <a:ea typeface=""/>
                <a:cs typeface=""/>
                <a:sym typeface="Arial"/>
              </a:rPr>
              <a:t>Output (“logits”)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35573E-7D1A-6916-04A1-81F0772665E6}"/>
              </a:ext>
            </a:extLst>
          </p:cNvPr>
          <p:cNvCxnSpPr>
            <a:cxnSpLocks/>
          </p:cNvCxnSpPr>
          <p:nvPr/>
        </p:nvCxnSpPr>
        <p:spPr>
          <a:xfrm flipH="1" flipV="1">
            <a:off x="2376513" y="4369064"/>
            <a:ext cx="7279" cy="34220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8DA077-4651-DC01-9616-0972B80E77C7}"/>
                  </a:ext>
                </a:extLst>
              </p:cNvPr>
              <p:cNvSpPr txBox="1"/>
              <p:nvPr/>
            </p:nvSpPr>
            <p:spPr>
              <a:xfrm>
                <a:off x="1436610" y="4010039"/>
                <a:ext cx="9878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377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</m:oMath>
                  </m:oMathPara>
                </a14:m>
                <a:endParaRPr lang="en-US" i="1" dirty="0">
                  <a:solidFill>
                    <a:prstClr val="black"/>
                  </a:solidFill>
                  <a:latin typeface="Cambria Math" panose="02040503050406030204" pitchFamily="18" charset="0"/>
                  <a:cs typeface="Arial"/>
                  <a:sym typeface="Arial"/>
                </a:endParaRPr>
              </a:p>
              <a:p>
                <a:pPr defTabSz="914377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−12.7</m:t>
                      </m:r>
                    </m:oMath>
                  </m:oMathPara>
                </a14:m>
                <a:endParaRPr lang="en-US" dirty="0">
                  <a:solidFill>
                    <a:prstClr val="black"/>
                  </a:solidFill>
                  <a:latin typeface="Calibri" panose="020F0502020204030204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8DA077-4651-DC01-9616-0972B80E7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610" y="4010039"/>
                <a:ext cx="98783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5CED8B-D398-2448-B9FF-C77E836568E3}"/>
                  </a:ext>
                </a:extLst>
              </p:cNvPr>
              <p:cNvSpPr txBox="1"/>
              <p:nvPr/>
            </p:nvSpPr>
            <p:spPr>
              <a:xfrm>
                <a:off x="2834769" y="3955661"/>
                <a:ext cx="10222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377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</m:oMath>
                  </m:oMathPara>
                </a14:m>
                <a:endParaRPr lang="en-US" i="1" dirty="0">
                  <a:solidFill>
                    <a:prstClr val="black"/>
                  </a:solidFill>
                  <a:latin typeface="Cambria Math" panose="02040503050406030204" pitchFamily="18" charset="0"/>
                  <a:cs typeface="Arial"/>
                  <a:sym typeface="Arial"/>
                </a:endParaRPr>
              </a:p>
              <a:p>
                <a:pPr defTabSz="914377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Arial"/>
                        </a:rPr>
                        <m:t>50.1</m:t>
                      </m:r>
                    </m:oMath>
                  </m:oMathPara>
                </a14:m>
                <a:endParaRPr lang="en-US" dirty="0">
                  <a:solidFill>
                    <a:prstClr val="black"/>
                  </a:solidFill>
                  <a:latin typeface="Calibri" panose="020F0502020204030204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5CED8B-D398-2448-B9FF-C77E83656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769" y="3955661"/>
                <a:ext cx="102226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568C0454-EE67-6733-538B-D1134B5EB8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4437" y="4010039"/>
            <a:ext cx="4538587" cy="15391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20ADF9-289D-1856-79DE-DCF3BA253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1470025"/>
            <a:ext cx="7213600" cy="7112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1989B4-6ACC-D06E-7BF8-6A6E3FC7CD93}"/>
              </a:ext>
            </a:extLst>
          </p:cNvPr>
          <p:cNvCxnSpPr>
            <a:cxnSpLocks/>
          </p:cNvCxnSpPr>
          <p:nvPr/>
        </p:nvCxnSpPr>
        <p:spPr>
          <a:xfrm flipH="1" flipV="1">
            <a:off x="2703371" y="4377127"/>
            <a:ext cx="7279" cy="34220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0EBC2-9E15-6C5C-9AD9-A2B0342BD04B}"/>
              </a:ext>
            </a:extLst>
          </p:cNvPr>
          <p:cNvCxnSpPr>
            <a:cxnSpLocks/>
          </p:cNvCxnSpPr>
          <p:nvPr/>
        </p:nvCxnSpPr>
        <p:spPr>
          <a:xfrm flipH="1" flipV="1">
            <a:off x="3051746" y="4388933"/>
            <a:ext cx="7279" cy="34220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3B82369-5618-021C-B14C-1B60C018E0B6}"/>
              </a:ext>
            </a:extLst>
          </p:cNvPr>
          <p:cNvSpPr txBox="1"/>
          <p:nvPr/>
        </p:nvSpPr>
        <p:spPr>
          <a:xfrm>
            <a:off x="6096000" y="3155420"/>
            <a:ext cx="547858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Get a vector of </a:t>
            </a:r>
            <a:r>
              <a:rPr lang="en-US" sz="1867" i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probabilities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from the vector of </a:t>
            </a:r>
            <a:r>
              <a:rPr lang="en-US" sz="1867" i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logits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, using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softmax</a:t>
            </a: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EE10DE9-99C3-500C-80AB-250230A29E7E}"/>
                  </a:ext>
                </a:extLst>
              </p14:cNvPr>
              <p14:cNvContentPartPr/>
              <p14:nvPr/>
            </p14:nvContentPartPr>
            <p14:xfrm>
              <a:off x="673200" y="4347000"/>
              <a:ext cx="10128240" cy="2122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EE10DE9-99C3-500C-80AB-250230A29E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3840" y="4337640"/>
                <a:ext cx="10146960" cy="214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924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DC69-3B60-40D1-E9FB-99EF7173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Multi-layer perceptron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16D611-4830-E093-C8EF-A0F65DE60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2063221"/>
            <a:ext cx="7125617" cy="357557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4884B-5BC1-7D87-9661-68DF21D814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40940" y="1795557"/>
            <a:ext cx="4673600" cy="147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71A98D-9468-4914-AE20-892A09836A53}"/>
              </a:ext>
            </a:extLst>
          </p:cNvPr>
          <p:cNvSpPr txBox="1"/>
          <p:nvPr/>
        </p:nvSpPr>
        <p:spPr>
          <a:xfrm>
            <a:off x="3281083" y="2252974"/>
            <a:ext cx="219612" cy="287323"/>
          </a:xfrm>
          <a:prstGeom prst="rect">
            <a:avLst/>
          </a:prstGeom>
          <a:solidFill>
            <a:srgbClr val="B2DA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f</a:t>
            </a:r>
            <a:r>
              <a:rPr kumimoji="0" lang="en-US" sz="1867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D8285-8166-F35D-CE8E-AA745FAD3F7A}"/>
              </a:ext>
            </a:extLst>
          </p:cNvPr>
          <p:cNvSpPr txBox="1"/>
          <p:nvPr/>
        </p:nvSpPr>
        <p:spPr>
          <a:xfrm>
            <a:off x="4518215" y="2256786"/>
            <a:ext cx="219612" cy="287323"/>
          </a:xfrm>
          <a:prstGeom prst="rect">
            <a:avLst/>
          </a:prstGeom>
          <a:solidFill>
            <a:srgbClr val="B2DA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f</a:t>
            </a:r>
            <a:r>
              <a:rPr kumimoji="0" lang="en-US" sz="1867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0132CC-55AF-71F0-41B7-8CB5FD138B8D}"/>
              </a:ext>
            </a:extLst>
          </p:cNvPr>
          <p:cNvSpPr txBox="1"/>
          <p:nvPr/>
        </p:nvSpPr>
        <p:spPr>
          <a:xfrm>
            <a:off x="5791711" y="2244834"/>
            <a:ext cx="243656" cy="287323"/>
          </a:xfrm>
          <a:prstGeom prst="rect">
            <a:avLst/>
          </a:prstGeom>
          <a:solidFill>
            <a:srgbClr val="B2DA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f</a:t>
            </a:r>
            <a:r>
              <a:rPr kumimoji="0" lang="en-US" sz="1867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3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3CC9F0-39A3-D367-913B-B51F91D3C5FA}"/>
                  </a:ext>
                </a:extLst>
              </p14:cNvPr>
              <p14:cNvContentPartPr/>
              <p14:nvPr/>
            </p14:nvContentPartPr>
            <p14:xfrm>
              <a:off x="316440" y="492120"/>
              <a:ext cx="11751480" cy="5268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33CC9F0-39A3-D367-913B-B51F91D3C5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7080" y="482760"/>
                <a:ext cx="11770200" cy="528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644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D239-D901-D051-6921-68248491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04A87-E3CA-A7BF-C828-3D377502F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83DAA7A1-B668-AF9F-1FB8-196F001ED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1012" y="324926"/>
            <a:ext cx="5443537" cy="2731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D3C687-F522-38F7-82F4-C7B6F7FCC4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37388" y="284957"/>
            <a:ext cx="4673600" cy="147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231FDC-6F26-380F-52B9-A2091764E641}"/>
              </a:ext>
            </a:extLst>
          </p:cNvPr>
          <p:cNvSpPr txBox="1"/>
          <p:nvPr/>
        </p:nvSpPr>
        <p:spPr>
          <a:xfrm>
            <a:off x="7519315" y="2736586"/>
            <a:ext cx="4672685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Notes:</a:t>
            </a: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Make sure W’s give right shape</a:t>
            </a: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“a” is a nonlinearity applied separately to each element</a:t>
            </a: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“a” is often “</a:t>
            </a:r>
            <a:r>
              <a:rPr kumimoji="0" lang="en-US" sz="1867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ReLU</a:t>
            </a: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”</a:t>
            </a: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“f” represents the logits for our case</a:t>
            </a: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Last layer usually has no nonlinearity</a:t>
            </a: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Can stack more hidden layers</a:t>
            </a: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Wide enough MLP with </a:t>
            </a:r>
            <a:r>
              <a:rPr kumimoji="0" lang="en-US" sz="1867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ReLU</a:t>
            </a: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can approximate any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CE8BF-4A98-F577-81FC-6A9CFB286464}"/>
              </a:ext>
            </a:extLst>
          </p:cNvPr>
          <p:cNvSpPr txBox="1"/>
          <p:nvPr/>
        </p:nvSpPr>
        <p:spPr>
          <a:xfrm>
            <a:off x="2934706" y="451463"/>
            <a:ext cx="219612" cy="287323"/>
          </a:xfrm>
          <a:prstGeom prst="rect">
            <a:avLst/>
          </a:prstGeom>
          <a:solidFill>
            <a:srgbClr val="B2DA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f</a:t>
            </a:r>
            <a:r>
              <a:rPr kumimoji="0" lang="en-US" sz="1867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5C9DD-35F7-89D6-F7D0-AE733E8740AD}"/>
              </a:ext>
            </a:extLst>
          </p:cNvPr>
          <p:cNvSpPr txBox="1"/>
          <p:nvPr/>
        </p:nvSpPr>
        <p:spPr>
          <a:xfrm>
            <a:off x="3896204" y="451463"/>
            <a:ext cx="219612" cy="287323"/>
          </a:xfrm>
          <a:prstGeom prst="rect">
            <a:avLst/>
          </a:prstGeom>
          <a:solidFill>
            <a:srgbClr val="B2DA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f</a:t>
            </a:r>
            <a:r>
              <a:rPr kumimoji="0" lang="en-US" sz="1867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557390-506F-4C9C-0751-83CEBF5B402C}"/>
              </a:ext>
            </a:extLst>
          </p:cNvPr>
          <p:cNvSpPr txBox="1"/>
          <p:nvPr/>
        </p:nvSpPr>
        <p:spPr>
          <a:xfrm>
            <a:off x="4898354" y="428022"/>
            <a:ext cx="243656" cy="287323"/>
          </a:xfrm>
          <a:prstGeom prst="rect">
            <a:avLst/>
          </a:prstGeom>
          <a:solidFill>
            <a:srgbClr val="B2DA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f</a:t>
            </a:r>
            <a:r>
              <a:rPr kumimoji="0" lang="en-US" sz="1867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3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2534C4A-2993-C7DE-B508-55132A8D708E}"/>
                  </a:ext>
                </a:extLst>
              </p14:cNvPr>
              <p14:cNvContentPartPr/>
              <p14:nvPr/>
            </p14:nvContentPartPr>
            <p14:xfrm>
              <a:off x="208800" y="427680"/>
              <a:ext cx="11768760" cy="5632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2534C4A-2993-C7DE-B508-55132A8D70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440" y="418320"/>
                <a:ext cx="11787480" cy="565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0614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C3E3-E40C-F262-4D52-C9AE86EB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Pytorch</a:t>
            </a:r>
            <a:r>
              <a:rPr lang="en-US" dirty="0">
                <a:solidFill>
                  <a:schemeClr val="bg1"/>
                </a:solidFill>
              </a:rPr>
              <a:t>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9A56-2338-A165-807D-50180A635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Define the MLP - 2 hidden layers</a:t>
            </a:r>
            <a:endParaRPr lang="en-US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MyMLP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nn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Module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	def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d_in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n_hidden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5, </a:t>
            </a:r>
            <a:r>
              <a:rPr lang="en-US" b="0" dirty="0" err="1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n_classes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=2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		super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MyMLP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self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fc1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nn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.Linear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in_features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d_in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out_features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n_hidden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relu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nn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.ReLU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en-US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re-use, it has no parameters</a:t>
            </a:r>
            <a:endParaRPr lang="en-US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self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fc2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nn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.Linear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in_features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n_hidden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out_features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n_hidden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		# next an output layer - one logit per class.</a:t>
            </a:r>
            <a:endParaRPr lang="en-US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nn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.Linear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in_features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n_hidden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out_features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n_classes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forward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h1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relu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fc1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en-US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first layer of neurons a(</a:t>
            </a:r>
            <a:r>
              <a:rPr lang="en-US" b="0" dirty="0" err="1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Wx</a:t>
            </a:r>
            <a:r>
              <a:rPr lang="en-US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+ b)</a:t>
            </a:r>
            <a:endParaRPr lang="en-US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h2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relu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fc2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en-US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second layer of hidden units/neurons</a:t>
            </a:r>
            <a:endParaRPr lang="en-US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logits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h2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logits, one for each class</a:t>
            </a:r>
            <a:endParaRPr lang="en-US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	return</a:t>
            </a:r>
            <a:r>
              <a:rPr lang="en-US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logits</a:t>
            </a:r>
            <a:endParaRPr lang="en-US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dirty="0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BF6A51-D700-5709-6255-A26EF8A82C01}"/>
                  </a:ext>
                </a:extLst>
              </p14:cNvPr>
              <p14:cNvContentPartPr/>
              <p14:nvPr/>
            </p14:nvContentPartPr>
            <p14:xfrm>
              <a:off x="559440" y="611280"/>
              <a:ext cx="11609280" cy="603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BF6A51-D700-5709-6255-A26EF8A82C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080" y="601920"/>
                <a:ext cx="11628000" cy="605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717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AE96F2-1257-BB35-21E2-F0C9BC45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Monday / Next week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A638A-284F-DF1E-356C-34A1AB2CD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4128" y="4727781"/>
            <a:ext cx="10515600" cy="1500187"/>
          </a:xfrm>
        </p:spPr>
        <p:txBody>
          <a:bodyPr/>
          <a:lstStyle/>
          <a:p>
            <a:r>
              <a:rPr lang="en-US" dirty="0"/>
              <a:t>Cross entropy loss (is identical to negative log likelihood, for classification!)</a:t>
            </a:r>
          </a:p>
          <a:p>
            <a:r>
              <a:rPr lang="en-US" dirty="0"/>
              <a:t>Cross validation</a:t>
            </a:r>
          </a:p>
          <a:p>
            <a:r>
              <a:rPr lang="en-US" dirty="0"/>
              <a:t>Start discussing neural net training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F813E9-8E33-766F-F764-058600773362}"/>
                  </a:ext>
                </a:extLst>
              </p14:cNvPr>
              <p14:cNvContentPartPr/>
              <p14:nvPr/>
            </p14:nvContentPartPr>
            <p14:xfrm>
              <a:off x="1745280" y="134640"/>
              <a:ext cx="10250280" cy="420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F813E9-8E33-766F-F764-0586007733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5920" y="125280"/>
                <a:ext cx="10269000" cy="42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775276-D8C9-9ED9-1C62-8ADBF5CBAF3B}"/>
                  </a:ext>
                </a:extLst>
              </p14:cNvPr>
              <p14:cNvContentPartPr/>
              <p14:nvPr/>
            </p14:nvContentPartPr>
            <p14:xfrm>
              <a:off x="7587720" y="5621040"/>
              <a:ext cx="2331000" cy="57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775276-D8C9-9ED9-1C62-8ADBF5CBA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8360" y="5611680"/>
                <a:ext cx="2349720" cy="59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805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977</Words>
  <Application>Microsoft Office PowerPoint</Application>
  <PresentationFormat>Widescreen</PresentationFormat>
  <Paragraphs>152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Office Theme</vt:lpstr>
      <vt:lpstr>1_Office Theme</vt:lpstr>
      <vt:lpstr>3_Office Theme</vt:lpstr>
      <vt:lpstr>PowerPoint Presentation</vt:lpstr>
      <vt:lpstr>Predict a probability distribution with a neural net</vt:lpstr>
      <vt:lpstr>PowerPoint Presentation</vt:lpstr>
      <vt:lpstr>PowerPoint Presentation</vt:lpstr>
      <vt:lpstr>How to construct loss functions</vt:lpstr>
      <vt:lpstr>The likelihood function</vt:lpstr>
      <vt:lpstr>One more problem:</vt:lpstr>
      <vt:lpstr>Spice up your optimization problem with a monotonic transform! </vt:lpstr>
      <vt:lpstr>Maximum log likelihood</vt:lpstr>
      <vt:lpstr>Minimizing “negative log likelihood”</vt:lpstr>
      <vt:lpstr>The loss could look like this</vt:lpstr>
      <vt:lpstr>Linear classifier (known as logistic regression 😫)</vt:lpstr>
      <vt:lpstr>Linear classifier network</vt:lpstr>
      <vt:lpstr>Logistic Regression – special case</vt:lpstr>
      <vt:lpstr>Show Loss in terms of “f”, our “logits”</vt:lpstr>
      <vt:lpstr>Simplest (nonlinear) neural network classifier: Multi-Layer Perceptron (MLP) </vt:lpstr>
      <vt:lpstr>Use an “MLP” for neural network</vt:lpstr>
      <vt:lpstr>Multi-layer perceptron</vt:lpstr>
      <vt:lpstr>PowerPoint Presentation</vt:lpstr>
      <vt:lpstr>Pytorch Implementation</vt:lpstr>
      <vt:lpstr>Monday /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VS</dc:creator>
  <cp:lastModifiedBy>Greg Ver Steeg</cp:lastModifiedBy>
  <cp:revision>8</cp:revision>
  <dcterms:created xsi:type="dcterms:W3CDTF">2026-01-23T17:19:50Z</dcterms:created>
  <dcterms:modified xsi:type="dcterms:W3CDTF">2026-01-24T02:57:18Z</dcterms:modified>
</cp:coreProperties>
</file>