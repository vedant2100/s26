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70" r:id="rId1"/>
    <p:sldMasterId id="2147483734" r:id="rId2"/>
    <p:sldMasterId id="2147483746" r:id="rId3"/>
  </p:sldMasterIdLst>
  <p:notesMasterIdLst>
    <p:notesMasterId r:id="rId28"/>
  </p:notesMasterIdLst>
  <p:sldIdLst>
    <p:sldId id="366" r:id="rId4"/>
    <p:sldId id="761" r:id="rId5"/>
    <p:sldId id="259" r:id="rId6"/>
    <p:sldId id="952" r:id="rId7"/>
    <p:sldId id="768" r:id="rId8"/>
    <p:sldId id="956" r:id="rId9"/>
    <p:sldId id="271" r:id="rId10"/>
    <p:sldId id="949" r:id="rId11"/>
    <p:sldId id="950" r:id="rId12"/>
    <p:sldId id="951" r:id="rId13"/>
    <p:sldId id="436" r:id="rId14"/>
    <p:sldId id="941" r:id="rId15"/>
    <p:sldId id="802" r:id="rId16"/>
    <p:sldId id="955" r:id="rId17"/>
    <p:sldId id="752" r:id="rId18"/>
    <p:sldId id="322" r:id="rId19"/>
    <p:sldId id="323" r:id="rId20"/>
    <p:sldId id="324" r:id="rId21"/>
    <p:sldId id="289" r:id="rId22"/>
    <p:sldId id="290" r:id="rId23"/>
    <p:sldId id="374" r:id="rId24"/>
    <p:sldId id="286" r:id="rId25"/>
    <p:sldId id="942" r:id="rId26"/>
    <p:sldId id="953" r:id="rId27"/>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3167"/>
    <p:restoredTop sz="89592"/>
  </p:normalViewPr>
  <p:slideViewPr>
    <p:cSldViewPr snapToGrid="0">
      <p:cViewPr varScale="1">
        <p:scale>
          <a:sx n="92" d="100"/>
          <a:sy n="92" d="100"/>
        </p:scale>
        <p:origin x="184" y="115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notesMaster" Target="notesMasters/notesMaster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viewProps" Target="view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svg"/><Relationship Id="rId1" Type="http://schemas.openxmlformats.org/officeDocument/2006/relationships/image" Target="../media/image21.png"/><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24.svg"/></Relationships>
</file>

<file path=ppt/diagrams/_rels/drawing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svg"/><Relationship Id="rId1" Type="http://schemas.openxmlformats.org/officeDocument/2006/relationships/image" Target="../media/image21.png"/><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24.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A96AC9E-52F9-46EA-9B76-C20F836EF63B}"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A9710464-A625-49E0-BA01-04B966A7B974}">
      <dgm:prSet/>
      <dgm:spPr/>
      <dgm:t>
        <a:bodyPr/>
        <a:lstStyle/>
        <a:p>
          <a:r>
            <a:rPr lang="en-US" b="1"/>
            <a:t>Modern machine learning paradigms</a:t>
          </a:r>
          <a:endParaRPr lang="en-US"/>
        </a:p>
      </dgm:t>
    </dgm:pt>
    <dgm:pt modelId="{E8735003-C7E9-4851-A047-F5340B6EF787}" type="parTrans" cxnId="{427B050B-53E3-456D-8639-3BB40D546C3C}">
      <dgm:prSet/>
      <dgm:spPr/>
      <dgm:t>
        <a:bodyPr/>
        <a:lstStyle/>
        <a:p>
          <a:endParaRPr lang="en-US"/>
        </a:p>
      </dgm:t>
    </dgm:pt>
    <dgm:pt modelId="{BE5150A9-A22B-427A-AA0F-D8E703B62809}" type="sibTrans" cxnId="{427B050B-53E3-456D-8639-3BB40D546C3C}">
      <dgm:prSet/>
      <dgm:spPr/>
      <dgm:t>
        <a:bodyPr/>
        <a:lstStyle/>
        <a:p>
          <a:endParaRPr lang="en-US"/>
        </a:p>
      </dgm:t>
    </dgm:pt>
    <dgm:pt modelId="{B5773405-C4A2-4CF1-B028-58867F8340E1}">
      <dgm:prSet/>
      <dgm:spPr/>
      <dgm:t>
        <a:bodyPr/>
        <a:lstStyle/>
        <a:p>
          <a:r>
            <a:rPr lang="en-US" b="1"/>
            <a:t>- Transfer learning</a:t>
          </a:r>
          <a:endParaRPr lang="en-US"/>
        </a:p>
      </dgm:t>
    </dgm:pt>
    <dgm:pt modelId="{ED36ACA9-B745-443E-AAA3-83DDBD280D9B}" type="parTrans" cxnId="{F7E29A52-21D6-44AE-88F7-4CA756DCE663}">
      <dgm:prSet/>
      <dgm:spPr/>
      <dgm:t>
        <a:bodyPr/>
        <a:lstStyle/>
        <a:p>
          <a:endParaRPr lang="en-US"/>
        </a:p>
      </dgm:t>
    </dgm:pt>
    <dgm:pt modelId="{ACB14901-6560-47B8-8C07-D2FA0247B0F6}" type="sibTrans" cxnId="{F7E29A52-21D6-44AE-88F7-4CA756DCE663}">
      <dgm:prSet/>
      <dgm:spPr/>
      <dgm:t>
        <a:bodyPr/>
        <a:lstStyle/>
        <a:p>
          <a:endParaRPr lang="en-US"/>
        </a:p>
      </dgm:t>
    </dgm:pt>
    <dgm:pt modelId="{3AA6CCCB-BEE1-45CC-9D0E-6DF09F80DFA0}">
      <dgm:prSet/>
      <dgm:spPr/>
      <dgm:t>
        <a:bodyPr/>
        <a:lstStyle/>
        <a:p>
          <a:r>
            <a:rPr lang="en-US" b="1"/>
            <a:t>- Self supervised learning</a:t>
          </a:r>
          <a:endParaRPr lang="en-US"/>
        </a:p>
      </dgm:t>
    </dgm:pt>
    <dgm:pt modelId="{53F39BC2-E77C-4E1C-AD37-C9F5E135F003}" type="parTrans" cxnId="{094CE245-7D62-4DCF-B065-CF3490C9C7B8}">
      <dgm:prSet/>
      <dgm:spPr/>
      <dgm:t>
        <a:bodyPr/>
        <a:lstStyle/>
        <a:p>
          <a:endParaRPr lang="en-US"/>
        </a:p>
      </dgm:t>
    </dgm:pt>
    <dgm:pt modelId="{AEDF6CAB-0A96-4467-A872-74C6F96BDE95}" type="sibTrans" cxnId="{094CE245-7D62-4DCF-B065-CF3490C9C7B8}">
      <dgm:prSet/>
      <dgm:spPr/>
      <dgm:t>
        <a:bodyPr/>
        <a:lstStyle/>
        <a:p>
          <a:endParaRPr lang="en-US"/>
        </a:p>
      </dgm:t>
    </dgm:pt>
    <dgm:pt modelId="{8F98CF3E-E57F-4741-BD44-3D8872BA4F0A}" type="pres">
      <dgm:prSet presAssocID="{DA96AC9E-52F9-46EA-9B76-C20F836EF63B}" presName="root" presStyleCnt="0">
        <dgm:presLayoutVars>
          <dgm:dir/>
          <dgm:resizeHandles val="exact"/>
        </dgm:presLayoutVars>
      </dgm:prSet>
      <dgm:spPr/>
    </dgm:pt>
    <dgm:pt modelId="{B8D74A1F-BA91-4602-BD43-805DE12F5B19}" type="pres">
      <dgm:prSet presAssocID="{A9710464-A625-49E0-BA01-04B966A7B974}" presName="compNode" presStyleCnt="0"/>
      <dgm:spPr/>
    </dgm:pt>
    <dgm:pt modelId="{7B564375-E5D4-44BA-8170-DA738510C74A}" type="pres">
      <dgm:prSet presAssocID="{A9710464-A625-49E0-BA01-04B966A7B974}"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ead with Gears"/>
        </a:ext>
      </dgm:extLst>
    </dgm:pt>
    <dgm:pt modelId="{7AD6CA89-FA3F-4193-A695-FC4CB2FD5722}" type="pres">
      <dgm:prSet presAssocID="{A9710464-A625-49E0-BA01-04B966A7B974}" presName="spaceRect" presStyleCnt="0"/>
      <dgm:spPr/>
    </dgm:pt>
    <dgm:pt modelId="{9A18B90E-A43C-4542-8939-73AFBE16CE7C}" type="pres">
      <dgm:prSet presAssocID="{A9710464-A625-49E0-BA01-04B966A7B974}" presName="textRect" presStyleLbl="revTx" presStyleIdx="0" presStyleCnt="3">
        <dgm:presLayoutVars>
          <dgm:chMax val="1"/>
          <dgm:chPref val="1"/>
        </dgm:presLayoutVars>
      </dgm:prSet>
      <dgm:spPr/>
    </dgm:pt>
    <dgm:pt modelId="{241D1394-1A83-446B-8117-1CBE517B46F8}" type="pres">
      <dgm:prSet presAssocID="{BE5150A9-A22B-427A-AA0F-D8E703B62809}" presName="sibTrans" presStyleCnt="0"/>
      <dgm:spPr/>
    </dgm:pt>
    <dgm:pt modelId="{73EBD0EE-9DF8-4EB1-8DB9-8C7429B279E7}" type="pres">
      <dgm:prSet presAssocID="{B5773405-C4A2-4CF1-B028-58867F8340E1}" presName="compNode" presStyleCnt="0"/>
      <dgm:spPr/>
    </dgm:pt>
    <dgm:pt modelId="{726494A0-6AA2-4F30-96CA-4151DA827A9E}" type="pres">
      <dgm:prSet presAssocID="{B5773405-C4A2-4CF1-B028-58867F8340E1}"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hare"/>
        </a:ext>
      </dgm:extLst>
    </dgm:pt>
    <dgm:pt modelId="{5DDFF16C-EEEF-4EBD-913C-F18E5418D3A5}" type="pres">
      <dgm:prSet presAssocID="{B5773405-C4A2-4CF1-B028-58867F8340E1}" presName="spaceRect" presStyleCnt="0"/>
      <dgm:spPr/>
    </dgm:pt>
    <dgm:pt modelId="{BB175423-5E28-4A63-B60A-3ADE3058DE31}" type="pres">
      <dgm:prSet presAssocID="{B5773405-C4A2-4CF1-B028-58867F8340E1}" presName="textRect" presStyleLbl="revTx" presStyleIdx="1" presStyleCnt="3">
        <dgm:presLayoutVars>
          <dgm:chMax val="1"/>
          <dgm:chPref val="1"/>
        </dgm:presLayoutVars>
      </dgm:prSet>
      <dgm:spPr/>
    </dgm:pt>
    <dgm:pt modelId="{EC353FFD-2F9A-4068-B440-F2757CB9415A}" type="pres">
      <dgm:prSet presAssocID="{ACB14901-6560-47B8-8C07-D2FA0247B0F6}" presName="sibTrans" presStyleCnt="0"/>
      <dgm:spPr/>
    </dgm:pt>
    <dgm:pt modelId="{B82DCDE9-E432-4607-9C58-6E8AEEF9C9BD}" type="pres">
      <dgm:prSet presAssocID="{3AA6CCCB-BEE1-45CC-9D0E-6DF09F80DFA0}" presName="compNode" presStyleCnt="0"/>
      <dgm:spPr/>
    </dgm:pt>
    <dgm:pt modelId="{34C7F13A-9A0D-4CCE-A751-2DEFCF9B1D5E}" type="pres">
      <dgm:prSet presAssocID="{3AA6CCCB-BEE1-45CC-9D0E-6DF09F80DFA0}"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lassroom"/>
        </a:ext>
      </dgm:extLst>
    </dgm:pt>
    <dgm:pt modelId="{820E4DC5-8791-4AA0-88C4-64374F80DAA1}" type="pres">
      <dgm:prSet presAssocID="{3AA6CCCB-BEE1-45CC-9D0E-6DF09F80DFA0}" presName="spaceRect" presStyleCnt="0"/>
      <dgm:spPr/>
    </dgm:pt>
    <dgm:pt modelId="{982B866C-8F00-4E4E-8226-0E3FADBE2BF8}" type="pres">
      <dgm:prSet presAssocID="{3AA6CCCB-BEE1-45CC-9D0E-6DF09F80DFA0}" presName="textRect" presStyleLbl="revTx" presStyleIdx="2" presStyleCnt="3">
        <dgm:presLayoutVars>
          <dgm:chMax val="1"/>
          <dgm:chPref val="1"/>
        </dgm:presLayoutVars>
      </dgm:prSet>
      <dgm:spPr/>
    </dgm:pt>
  </dgm:ptLst>
  <dgm:cxnLst>
    <dgm:cxn modelId="{427B050B-53E3-456D-8639-3BB40D546C3C}" srcId="{DA96AC9E-52F9-46EA-9B76-C20F836EF63B}" destId="{A9710464-A625-49E0-BA01-04B966A7B974}" srcOrd="0" destOrd="0" parTransId="{E8735003-C7E9-4851-A047-F5340B6EF787}" sibTransId="{BE5150A9-A22B-427A-AA0F-D8E703B62809}"/>
    <dgm:cxn modelId="{094CE245-7D62-4DCF-B065-CF3490C9C7B8}" srcId="{DA96AC9E-52F9-46EA-9B76-C20F836EF63B}" destId="{3AA6CCCB-BEE1-45CC-9D0E-6DF09F80DFA0}" srcOrd="2" destOrd="0" parTransId="{53F39BC2-E77C-4E1C-AD37-C9F5E135F003}" sibTransId="{AEDF6CAB-0A96-4467-A872-74C6F96BDE95}"/>
    <dgm:cxn modelId="{F7E29A52-21D6-44AE-88F7-4CA756DCE663}" srcId="{DA96AC9E-52F9-46EA-9B76-C20F836EF63B}" destId="{B5773405-C4A2-4CF1-B028-58867F8340E1}" srcOrd="1" destOrd="0" parTransId="{ED36ACA9-B745-443E-AAA3-83DDBD280D9B}" sibTransId="{ACB14901-6560-47B8-8C07-D2FA0247B0F6}"/>
    <dgm:cxn modelId="{23424591-3AE6-480A-83EA-A400B44D759D}" type="presOf" srcId="{A9710464-A625-49E0-BA01-04B966A7B974}" destId="{9A18B90E-A43C-4542-8939-73AFBE16CE7C}" srcOrd="0" destOrd="0" presId="urn:microsoft.com/office/officeart/2018/2/layout/IconLabelList"/>
    <dgm:cxn modelId="{5D84A3AD-7643-4833-8241-9336E3F37F14}" type="presOf" srcId="{B5773405-C4A2-4CF1-B028-58867F8340E1}" destId="{BB175423-5E28-4A63-B60A-3ADE3058DE31}" srcOrd="0" destOrd="0" presId="urn:microsoft.com/office/officeart/2018/2/layout/IconLabelList"/>
    <dgm:cxn modelId="{42F657C9-B929-46DF-A7AE-A28AB2F397CF}" type="presOf" srcId="{DA96AC9E-52F9-46EA-9B76-C20F836EF63B}" destId="{8F98CF3E-E57F-4741-BD44-3D8872BA4F0A}" srcOrd="0" destOrd="0" presId="urn:microsoft.com/office/officeart/2018/2/layout/IconLabelList"/>
    <dgm:cxn modelId="{B6477EDC-10C1-45BE-BD8F-9D6A8B9AA792}" type="presOf" srcId="{3AA6CCCB-BEE1-45CC-9D0E-6DF09F80DFA0}" destId="{982B866C-8F00-4E4E-8226-0E3FADBE2BF8}" srcOrd="0" destOrd="0" presId="urn:microsoft.com/office/officeart/2018/2/layout/IconLabelList"/>
    <dgm:cxn modelId="{4561B74B-4384-4C8C-918B-90CA2B573A8B}" type="presParOf" srcId="{8F98CF3E-E57F-4741-BD44-3D8872BA4F0A}" destId="{B8D74A1F-BA91-4602-BD43-805DE12F5B19}" srcOrd="0" destOrd="0" presId="urn:microsoft.com/office/officeart/2018/2/layout/IconLabelList"/>
    <dgm:cxn modelId="{275CDE5C-D958-4F2F-B53E-7E8C27753219}" type="presParOf" srcId="{B8D74A1F-BA91-4602-BD43-805DE12F5B19}" destId="{7B564375-E5D4-44BA-8170-DA738510C74A}" srcOrd="0" destOrd="0" presId="urn:microsoft.com/office/officeart/2018/2/layout/IconLabelList"/>
    <dgm:cxn modelId="{88BD101E-2573-46C8-AED8-500B9591BFDC}" type="presParOf" srcId="{B8D74A1F-BA91-4602-BD43-805DE12F5B19}" destId="{7AD6CA89-FA3F-4193-A695-FC4CB2FD5722}" srcOrd="1" destOrd="0" presId="urn:microsoft.com/office/officeart/2018/2/layout/IconLabelList"/>
    <dgm:cxn modelId="{880FB646-FFB8-42FA-8FC1-D8630995F826}" type="presParOf" srcId="{B8D74A1F-BA91-4602-BD43-805DE12F5B19}" destId="{9A18B90E-A43C-4542-8939-73AFBE16CE7C}" srcOrd="2" destOrd="0" presId="urn:microsoft.com/office/officeart/2018/2/layout/IconLabelList"/>
    <dgm:cxn modelId="{5B0F4718-16C6-4CB1-9D64-250849E9D00B}" type="presParOf" srcId="{8F98CF3E-E57F-4741-BD44-3D8872BA4F0A}" destId="{241D1394-1A83-446B-8117-1CBE517B46F8}" srcOrd="1" destOrd="0" presId="urn:microsoft.com/office/officeart/2018/2/layout/IconLabelList"/>
    <dgm:cxn modelId="{3DEECC64-78BF-452E-8C92-2FD014B86645}" type="presParOf" srcId="{8F98CF3E-E57F-4741-BD44-3D8872BA4F0A}" destId="{73EBD0EE-9DF8-4EB1-8DB9-8C7429B279E7}" srcOrd="2" destOrd="0" presId="urn:microsoft.com/office/officeart/2018/2/layout/IconLabelList"/>
    <dgm:cxn modelId="{F6F0A2D2-40EC-4CC2-ACBF-E90DBB49BC30}" type="presParOf" srcId="{73EBD0EE-9DF8-4EB1-8DB9-8C7429B279E7}" destId="{726494A0-6AA2-4F30-96CA-4151DA827A9E}" srcOrd="0" destOrd="0" presId="urn:microsoft.com/office/officeart/2018/2/layout/IconLabelList"/>
    <dgm:cxn modelId="{64B1F82C-B6DC-4EF2-85E1-DA951ED443FE}" type="presParOf" srcId="{73EBD0EE-9DF8-4EB1-8DB9-8C7429B279E7}" destId="{5DDFF16C-EEEF-4EBD-913C-F18E5418D3A5}" srcOrd="1" destOrd="0" presId="urn:microsoft.com/office/officeart/2018/2/layout/IconLabelList"/>
    <dgm:cxn modelId="{352B13A3-A403-4601-A53B-2629DCEC9710}" type="presParOf" srcId="{73EBD0EE-9DF8-4EB1-8DB9-8C7429B279E7}" destId="{BB175423-5E28-4A63-B60A-3ADE3058DE31}" srcOrd="2" destOrd="0" presId="urn:microsoft.com/office/officeart/2018/2/layout/IconLabelList"/>
    <dgm:cxn modelId="{A8998CCD-9983-4060-95DD-E5E6493C56BE}" type="presParOf" srcId="{8F98CF3E-E57F-4741-BD44-3D8872BA4F0A}" destId="{EC353FFD-2F9A-4068-B440-F2757CB9415A}" srcOrd="3" destOrd="0" presId="urn:microsoft.com/office/officeart/2018/2/layout/IconLabelList"/>
    <dgm:cxn modelId="{21BF25B1-52CE-4367-8E8B-76C9B971D1B4}" type="presParOf" srcId="{8F98CF3E-E57F-4741-BD44-3D8872BA4F0A}" destId="{B82DCDE9-E432-4607-9C58-6E8AEEF9C9BD}" srcOrd="4" destOrd="0" presId="urn:microsoft.com/office/officeart/2018/2/layout/IconLabelList"/>
    <dgm:cxn modelId="{8F146D93-D7A8-47B3-953D-962A5B399561}" type="presParOf" srcId="{B82DCDE9-E432-4607-9C58-6E8AEEF9C9BD}" destId="{34C7F13A-9A0D-4CCE-A751-2DEFCF9B1D5E}" srcOrd="0" destOrd="0" presId="urn:microsoft.com/office/officeart/2018/2/layout/IconLabelList"/>
    <dgm:cxn modelId="{F5C3B8AF-03E1-4C9D-8877-CA546A634FD5}" type="presParOf" srcId="{B82DCDE9-E432-4607-9C58-6E8AEEF9C9BD}" destId="{820E4DC5-8791-4AA0-88C4-64374F80DAA1}" srcOrd="1" destOrd="0" presId="urn:microsoft.com/office/officeart/2018/2/layout/IconLabelList"/>
    <dgm:cxn modelId="{EC0D0636-38B8-4E69-A475-6129F1547852}" type="presParOf" srcId="{B82DCDE9-E432-4607-9C58-6E8AEEF9C9BD}" destId="{982B866C-8F00-4E4E-8226-0E3FADBE2BF8}"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564375-E5D4-44BA-8170-DA738510C74A}">
      <dsp:nvSpPr>
        <dsp:cNvPr id="0" name=""/>
        <dsp:cNvSpPr/>
      </dsp:nvSpPr>
      <dsp:spPr>
        <a:xfrm>
          <a:off x="738477" y="513562"/>
          <a:ext cx="1079825" cy="107982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A18B90E-A43C-4542-8939-73AFBE16CE7C}">
      <dsp:nvSpPr>
        <dsp:cNvPr id="0" name=""/>
        <dsp:cNvSpPr/>
      </dsp:nvSpPr>
      <dsp:spPr>
        <a:xfrm>
          <a:off x="78583" y="1911041"/>
          <a:ext cx="239961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90000"/>
            </a:lnSpc>
            <a:spcBef>
              <a:spcPct val="0"/>
            </a:spcBef>
            <a:spcAft>
              <a:spcPct val="35000"/>
            </a:spcAft>
            <a:buNone/>
          </a:pPr>
          <a:r>
            <a:rPr lang="en-US" sz="2300" b="1" kern="1200"/>
            <a:t>Modern machine learning paradigms</a:t>
          </a:r>
          <a:endParaRPr lang="en-US" sz="2300" kern="1200"/>
        </a:p>
      </dsp:txBody>
      <dsp:txXfrm>
        <a:off x="78583" y="1911041"/>
        <a:ext cx="2399612" cy="720000"/>
      </dsp:txXfrm>
    </dsp:sp>
    <dsp:sp modelId="{726494A0-6AA2-4F30-96CA-4151DA827A9E}">
      <dsp:nvSpPr>
        <dsp:cNvPr id="0" name=""/>
        <dsp:cNvSpPr/>
      </dsp:nvSpPr>
      <dsp:spPr>
        <a:xfrm>
          <a:off x="3558022" y="513562"/>
          <a:ext cx="1079825" cy="107982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B175423-5E28-4A63-B60A-3ADE3058DE31}">
      <dsp:nvSpPr>
        <dsp:cNvPr id="0" name=""/>
        <dsp:cNvSpPr/>
      </dsp:nvSpPr>
      <dsp:spPr>
        <a:xfrm>
          <a:off x="2898129" y="1911041"/>
          <a:ext cx="239961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90000"/>
            </a:lnSpc>
            <a:spcBef>
              <a:spcPct val="0"/>
            </a:spcBef>
            <a:spcAft>
              <a:spcPct val="35000"/>
            </a:spcAft>
            <a:buNone/>
          </a:pPr>
          <a:r>
            <a:rPr lang="en-US" sz="2300" b="1" kern="1200"/>
            <a:t>- Transfer learning</a:t>
          </a:r>
          <a:endParaRPr lang="en-US" sz="2300" kern="1200"/>
        </a:p>
      </dsp:txBody>
      <dsp:txXfrm>
        <a:off x="2898129" y="1911041"/>
        <a:ext cx="2399612" cy="720000"/>
      </dsp:txXfrm>
    </dsp:sp>
    <dsp:sp modelId="{34C7F13A-9A0D-4CCE-A751-2DEFCF9B1D5E}">
      <dsp:nvSpPr>
        <dsp:cNvPr id="0" name=""/>
        <dsp:cNvSpPr/>
      </dsp:nvSpPr>
      <dsp:spPr>
        <a:xfrm>
          <a:off x="6377567" y="513562"/>
          <a:ext cx="1079825" cy="107982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82B866C-8F00-4E4E-8226-0E3FADBE2BF8}">
      <dsp:nvSpPr>
        <dsp:cNvPr id="0" name=""/>
        <dsp:cNvSpPr/>
      </dsp:nvSpPr>
      <dsp:spPr>
        <a:xfrm>
          <a:off x="5717674" y="1911041"/>
          <a:ext cx="239961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90000"/>
            </a:lnSpc>
            <a:spcBef>
              <a:spcPct val="0"/>
            </a:spcBef>
            <a:spcAft>
              <a:spcPct val="35000"/>
            </a:spcAft>
            <a:buNone/>
          </a:pPr>
          <a:r>
            <a:rPr lang="en-US" sz="2300" b="1" kern="1200"/>
            <a:t>- Self supervised learning</a:t>
          </a:r>
          <a:endParaRPr lang="en-US" sz="2300" kern="1200"/>
        </a:p>
      </dsp:txBody>
      <dsp:txXfrm>
        <a:off x="5717674" y="1911041"/>
        <a:ext cx="2399612" cy="720000"/>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context>
    <inkml:brush xml:id="br0">
      <inkml:brushProperty name="height" value="0.053" units="cm"/>
      <inkml:brushProperty name="color" value="#FF0000"/>
    </inkml:brush>
  </inkml:definitions>
  <inkml:trace contextRef="#ctx0" brushRef="#br0">16185 7597 7986,'1'6'2,"3"-2"1,-2-3 569,5-1-223,-4 0-590,1 0 264,-4 5 1,0 1-1,0 4 89,0 1 1,0-4 0,0 1 0,0 0-47,0 2 1,2 0-1,0 1 1,2 1-31,-2 2 0,4-2 0,0 4 0,1-2-91,0 1 1,1 4 0,2-2-1,0 1-76,-3 0 0,3-1 1,-3 2-1,2-1 71,2 1 1,0-2-1,0-1 1,0 1 44,-1 0 0,0 0 1,-2 2-1,0-1 17,0 1 1,0-2 0,1 0 0,-2 0-20,1-1 0,2-1 0,1 2 1,0-2-85,-1-2 0,1 3 1,0-2-1,0-1-117,0-1 0,-2-1 0,-1 1 0,0 0-708,0-1 926,-3 2 0,0-16 0,-5 1 0</inkml:trace>
  <inkml:trace contextRef="#ctx0" brushRef="#br0">15980 7208 7253,'0'8'-358,"0"-1"1,0-4 0,0 5 338,0 0 0,0-2 0,-1 1 30,-3 2 1,3 0 0,-3 2-1,3 0-24,1 0 1,-4-4 0,1 0 0,0 1 15,2 2 1,0-3 0,-1 0 396,-2 2 592,0-4 0,4-2-436,0-6 1,0-3 0,0-5 0,0 0-214,0 0 1,0 0 0,0 1 0,0-1-190,0 0 0,0 0 0,0 0-63,0 1 0,0 2-1502,0 1 831,0 5 0,0 5 305,0 8 1,0 2 0,-1-2 202,-2 0 1,1 0-1,-1 0 478,2-1 1,1-2 1033,0-1-455,0-5 0,0-5-606,0-8 1,0 1-1,0 3-665,0-1 1,1 2-427,2-2 151,-1 6 543,2-3 531,-4 5 496,0 0-972,0-5 0,2 4-790,1-2 63,-2 1 0,4 1-1215,-5-2-271,0 1 2176,5-2 0,39-11 0,-14 6 0,-1 0 0</inkml:trace>
  <inkml:trace contextRef="#ctx0" brushRef="#br0">13487 7025 7843,'11'0'-220,"1"0"0,1 0 1,2 0-78,-2 0 0,-5 0 1,-1 0-1,2 0 297,0 0 0,2 0 115,0 0 0,-5-1 142,-2-3 0,-4 3 1,-4-3-1,-3 3 39,-3 1 1,-1 0-1,-1 0 1,-2 0-39,-4 0 0,-2 4 1,-2 1-1,2-1-108,2 1 1,-3-1 0,5-3 0,-1 1-25,2 2 1,5 1-128,2-2 0,10 2 1,8 4 0,7-2 0,19-15 0,18-11 0,8-6 0,-2 2 0,-7 5 0,-1 0 0,0 0 0,0 0 0,1-1 0</inkml:trace>
  <inkml:trace contextRef="#ctx0" brushRef="#br0">17588 9032 7661,'-15'4'84,"1"-1"1099,1 0 1,1-1 2003,1 2-1538,5-3 1,1 5-1252,5-2 0,4-2 0,-1 5 0,0 2-528,-2 0 0,-1 6 0,0-1 0,0 0-215,0 2 0,0-1 0,-1 3 1,-2-2-254,0 0 1,-5-4 0,5 2 61,0-2 789,-3-1 1,5-6-1,-2-5 1,1-8 259,2-5 0,0 1 1,2-3-1,0 0-222,2 1 0,3-4 0,-2 4 0,-1 0-385,1 2 1,2 5 0,-2 1-1454,1 1 1168,-3 2 0,1 8 1,-5 2-1,-2 2 50,-5 2 0,0 0 0,0 0 0,0-1 335,0 1 1,-2 0 0,0-1 243,-1-3 1,4-2-366,-1-5 1,6-2-1,-2-1-843,3-4 1,1 1 0,1-2 957,3 0 0,26-17 0,13-7 0,5-4 0,-1 1 0</inkml:trace>
  <inkml:trace contextRef="#ctx0" brushRef="#br0">18030 7198 9201,'-1'-10'559,"-2"2"-25,0 1 1,-2 4-1,1 0-104,-3 1 0,1 2 0,-1 2 0,0 1-32,1 4 0,-3-1 1,5 0-1,-1 0 1215,0 0-659,1-3 1,6 0-857,1-6 1,0 2 0,4-3-87,1 3 1,17-24 0,10-19 0,1-2 0,-6 10 0,-1 0 0,1 0 0,0 0 0</inkml:trace>
  <inkml:trace contextRef="#ctx0" brushRef="#br0">17663 9108 8033,'-11'0'-234,"0"0"1,4 3-1,0 1 1,-1-2 663,-2 0 1,-1-2-1,1 0 1,0 1 43,3 2 0,-3-1 0,3 2-212,-3 1 0,3-4 1,1 4 274,1 0 1,2-3 105,3 6 0,1-5-437,3 4 1,-3-3 0,2 3-225,-1 1 1,-2-2 0,0 3 0,0 2-202,0 2 1,-2 1 0,0-3 0,-2 0 21,2 0 1,-3-1 0,2 1-190,0 0 61,2-5 0,1-7 0,0-9 325,0-3 0,5-30 0,1-4 0</inkml:trace>
  <inkml:trace contextRef="#ctx0" brushRef="#br0">18051 7198 7899,'-6'-5'0,"3"-2"771,2-3 0,1-1 0,0 1 1532,0-1-1599,0 0-831,0 0 1,0 10 0,-1 3 0,-2 4-315,0 2 0,-1 0 1,4 5-1,0 2 441,0-2 0,27-8 0,13-3 0,2 0 0,0 1 0</inkml:trace>
  <inkml:trace contextRef="#ctx0" brushRef="#br0">19228 7780 8053,'-8'4'-453,"2"1"1002,2 1 1,-5-4 0,3 3 701,0 0 0,0-3-948,3 5 1,1-3-676,-1 3 0,2-3 1,2 2 371,2-1 0,29-15 0,14-10 0,5-1 0,-1 0 0</inkml:trace>
  <inkml:trace contextRef="#ctx0" brushRef="#br0">20825 5611 7075,'13'-14'0,"6"-4"0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context>
    <inkml:brush xml:id="br0">
      <inkml:brushProperty name="height" value="0.053" units="cm"/>
      <inkml:brushProperty name="color" value="#FF0000"/>
    </inkml:brush>
  </inkml:definitions>
  <inkml:trace contextRef="#ctx0" brushRef="#br0">6582 7273 8268,'7'0'-740,"0"0"1,-5-1 0,3-1 739,0-2 0,-4 0 0,8 3 0,-6-2 0,2 1 0,-1-1 0,-3 0 0,2 0 0,-1 2 0,-2-4 0</inkml:trace>
  <inkml:trace contextRef="#ctx0" brushRef="#br0">6657 7230 8268,'0'-11'-1795,"0"4"1795,0 0 0,0 3 0,0-3 0,1 5-184,3-2-166,-3-2 962,4 5 176,-5-4 622,0 5-1098,0 5 0,0-3-235,0 6 1,0-5 0,0 4-141,0 2 1,0-3 0,0 1 0,0 1-104,0 2 1,0 1 0,0-1 0,0 2-80,0 3 0,-1-2 1,-2 5-1,0 1-77,0 2 0,1 0 1,0 1-1,-2 1 173,2 2 0,-3-3 0,1 2 0,1-3 137,-2-3 0,4 0 1,-4 3-1,1 0 25,1-3 0,-2-1 1,2-4-1,0 1 85,0-1 1,2-1 0,1-1 0,0 0 9,0 0 1,0-4 0,0 0-172,0 1-127,0-3 81,0 0 0,0-6 109,0-3 0,0-2 0,0-5 0,0 1 0,0-1 0,15-48 0,-6 24 0,0-1 0</inkml:trace>
  <inkml:trace contextRef="#ctx0" brushRef="#br0">6711 7284 8268,'11'-11'-163,"-4"2"1,-1 0 685,-1 2 1,0 1 155,-2-1-685,-2-3 1,4 10 0,-5 0 0,0 6-117,0 4 0,0 1 0,0 1 0,0 2-16,0 4 1,-3 2-1,-2 2 1,0 0 9,0-1 1,-2 4 0,2 1 0,0-3 107,1 0 1,-4 2 0,4 1 0,-1-2-59,0-2 0,-2 0 0,3-2 0,2 0-66,1-2 0,-3-5 1,0 1-102,2-2 1,1-5 95,1 0 1,-1-4 18,-3 0 0,3-6 0,-3-4 52,3-3 1,1-1 0,0 1 0,0-2 77,0-3 0,0 3 0,0-3 0,0 0 0,0 1 0,0-4 0,0 2 0,0-1 0,0-2 0,4 2 0,-1-1 0,0-1 4,-2-1 1,0 2-1,1 0 1,2-1 91,-2-2 1,1 1 0,-1 1 0,2 1 97,-2-1 0,-1 2 0,-1 0 1,0 1 123,0 3 0,0-2 0,0 0 413,0 2 1,0 1-179,0 1 1,0 7-354,0 4 1,0 4 0,0 7-133,0 0 0,0 0 0,0 1 1,0 1-130,0 1 0,0 4 0,0-2 1,0 1-111,0 2 0,0 1 0,0 2 0,0 1 38,0 2 0,0-1 1,0 3-1,0 0-47,0-3 0,-1-2 1,-1 0-1,-2-2-6,2-2 0,1 2 1,1-6 293,0-1 0,0-7 151,0-6 0,0-5 1,0-5-1,0-2 148,0-3 0,0-2 0,0-4 0,0-2-112,0-2 1,0 1 0,0-5-1,1 0-268,2 2 0,0-4 0,3 3 0,0-1-341,0 0 1,1 7 0,3-1 0,-3 5-331,-4 2 698,3 7 0,-4 10 1,1 9-1,-3 4-29,-3 3 1,1 1-1,-2 3 1,0 1-92,0-1 1,-3 2 0,4 1 0,-1 1-56,-1-1 1,3 3 0,-4-1 0,1 0-85,3 1 1,-3-2 0,1-3 0,1 0 81,-2 4 1,4-8 0,-3 0-1,3-5-91,1-2 254,0-1 0,0-5-50,0-5 1,-1-5-1,-2-5 1,0-2 26,0-3 1,2 2 0,1-4 0,0 0 24,0 1 0,0 1 0,0-2 0,0 1 87,0-1 0,0 0 1,0-1-1,0 2 97,0 1 1,0 3 0,1-4 0,2 2 46,0 0 1,2 3 0,-3 4 0,2-2 433,-2 0 0,1 1 681,0 1-1269,-1 5 0,2 2 0,-4 7 0,0 3-245,0 0 1,0 2-1,0 3 1,0 2-244,0-1 0,0 6 0,0-2 0,0 4 369,0 0 0,24 28 0,-9-23 0,0-1 0</inkml:trace>
  <inkml:trace contextRef="#ctx0" brushRef="#br0">6689 7252 8167,'10'-2'-274,"-3"-1"0,-2 0 1060,-5-4-500,0 5-43,0-3 0,0 13-156,0 3 1,-1 2 0,-2-2 0,0 1-84,0 3 0,2 1 0,1 6 1,0 1-183,0 2 0,-1 1 0,-1 4 1,-2-1-233,2 1 1,0-4 0,2 0 0,0-4 190,0 0 1,0-5 0,0-3 488,0-2 0,-1-6-23,-2-2 1,-2-8 0,-4-3 0,3-3 262,2 0 0,0-5 0,4 0 0,-1-3-173,-3-5 0,3 1 1,-2-4-1,1-1-408,2-1 1,0 0 0,0 1 0,0-1-176,0 0 0,4 4 0,0-1 0,-2 2 218,-1 2 1,3 4 0,-1 3 0,1 2 640,1 1 0,-3 4-215,5 0 0,-4 5 0,0 2-285,-2 6 1,-1 4 0,0 2 0,0 2-164,0 4 1,0 3 0,0 0 0,0 2-136,0 2 0,-3 3 0,-2 4 0,0 1-76,0-1 0,-2 0 1,4 1-1,-1-1-47,-1 0 0,4 0 0,-2-2 0,0-3 167,0 0 0,1-7 155,-1-6 1,2-4 120,1-7 0,0-7 0,-2-12-116,-1-1 0,2 3 0,-3-3 0,3 0-48,1 1 1,0-6 0,0-3-1,0 0-108,0-2 0,1 1 0,1-4 0,3 1 44,1-1 0,0 0 0,3 1 0,-2 3 214,1 0 1,-2 4 0,0 0-1,-1 7 517,-3 3 0,1 5-355,0-1 0,-2 7 0,3 1 0,-3 7-95,-1 7 0,0-1 0,0 5 0,0 1-187,0 1 0,0 6 0,0 0 1,-1 2-148,-3 2 1,3-3-1,-2 2 1,0 1-295,0 1 0,0 1 0,-3 0 0,1-4-33,3-2 0,1-4 0,1-1 0,0-3 473,0-4 0,0-31 0,0-8 0</inkml:trace>
  <inkml:trace contextRef="#ctx0" brushRef="#br0">6592 7306 7993,'10'-2'641,"-3"-1"-248,3 2 0,-9-5-93,3 2 1,-3 2-169,-1-6 0,1 6 49,3-2 92,-3-2 104,4 5-330,-5-4-1257,0 5 0,3-1 687,1-2 506,-1 1 1,-1-2-1,0 2 424,2-1-85,-1 2 0,-3-5 64,0 2 1,0 2 102,0-6 1,1 6-285,3-2 0,-3 2-82,3-2-81,-3 3 1,-1-2-58,0 6 0,0 4 0,0 8 0,0 4-202,0 5 0,-4 6 1,-1 10-1,0 8-90,-4 7 1,0 5 0,3-28 0,1 0 0,-1 0 0,1 0-5,-1-1 1,1-1 0,-4 29 0,0-8 0,3-4 47,1-7 1,2-11 489,3-8 0,0-10 0,0-12-99,0-9 1,0-2 0,0-6 0,0-1-14,0-1 1,0-2-1,0 0 1,0 0-47,0-4 1,0 2-1,0-3 1,0-1 39,0 1 1,0-2 0,1-3-1,1 0 102,2 4 0,3-4 0,-2 4 0,1-5 61,2-3 1,1 8-1,-1-2 1,-2 4-96,-1 5 1,0-3 0,-3 7-1,2 0 50,-2 3 0,-1 5-280,-1 2 1,0 4-1,-1-3-52,-2 1 18,1 1 0,-2 5 0,4 3 83,0 3 0,0 3 0,0 1-111,0-1 1,0 6-1,0 2 1,0 2-106,0 2 1,-2 0 0,0 0 0,-2 4-87,2 2 1,-3 2 0,2 0 0,0-2 114,2-2 0,1 3 1,0-4-1,0-2-127,0-4 575,0-3 0,0-11 0,0-7 155,0-7 1,0-8 0,0-7 0,0-2-12,0-2 1,4-1 0,-1-3 0,1-2-179,1-2 1,-3 2 0,4-6 0,0 0-274,0 2 1,1-3 0,3 5 0,-2 3-90,-1 3 0,-3 8 186,3 8 0,-1 9 1,1 9-1,-3 9-56,-3 6 0,-5 7 1,0 3-1,-2 2-84,-3 2 0,3-1 0,0 0 0,0 2-199,0 2 1,3-2-1,-3 3 1,1-1-31,3 0 1,-3 0-1,1-5 1,2-2 90,1-4 1,1-4 0,0-3-1,0-3 204,0-3 1,1-8 267,2-4 1,-1-4-1,2-8 1,0-3 152,0-3 0,-1-3 0,-2-4 1,2-4-90,0-2 1,1-2 0,-3 0 0,1-2-170,2-1 1,0-1 0,-3 2 0,1 0-125,2 4 1,-1 1 0,-3 7-1,0 4 305,0 2 0,-1 8-294,-2 5 1,-2 9 0,-4 5 0,3 3-305,2 0 1,-1 4-1,3 1 1,-3 2-67,-1 2 0,2 0 0,-2 2 1,0 2-64,0-2 1,3 2 0,-3 0 0,1 2-671,2 2 1,1-4 1079,-2-1 0,8-2 0,-3-1 0</inkml:trace>
  <inkml:trace contextRef="#ctx0" brushRef="#br0">6355 6313 7116,'0'7'377,"0"0"1,0-3 0,0 3-341,0 1 0,0 6 0,0 1 0,0 1-69,0-1 1,0 6 0,-1-1 0,-2 5-57,0 3 1,-1 1-1,3 3 1,-1 0-67,-2 1 1,-3-1-1,2 1 1,0-1-27,0 0 1,1-1 0,1-2 0,-2-5 197,-1-5 0,4 1 0,-3-7 406,0-4 1,4-4-87,-2-8 1,-2-5 0,1-6 0,2-4-28,1-2 1,-3-3 0,0-1 0,2-3-146,1 0 0,1-2 0,0-4 0,0-2-202,0-1 0,0-1 0,0 2 0,1-2 57,3-2 1,2 5-1,4-2 1,1 3 189,0 4 1,-4 4 0,0 7-4,2 4 1,-4 8-1,-2 6-145,-2 6 1,-1 8 0,-1 4-1,-1 4-38,-2 3 0,-4 3 0,2 5 1,-1 2-202,-1 1 1,5 5 0,-4-2 0,-1 3-168,2 1 1,-3 4 0,2 1-1,-2 0 182,2 0 1,-3-1 0,4-4 0,0-2 157,3-5 1,-2-3-1,2-11 321,0-5 0,2-10-19,1-7 0,0-10 1,0-8-1,0-2-11,0-2 0,0 1 1,0-2-1,0-2-168,0-4 1,1-6 0,2-2 0,1 0-80,2 0 0,-2-4 1,3 0-1,1-3-6,2-3 0,2 0 0,1 4 0,2 1 109,-2 3 1,2 3-1,0 8 139,-2 6 1,-2 12-231,-4 10 0,-2 9 0,-5 9 0,-1 3-50,-3 0 1,2 6 0,-4 1-1,0 3-172,0 2 1,0-1 0,-3 2 0,2 2-8,-1 3 0,2 0 1,0-1-1,0 0 77,0 1 0,3-1 0,0 1 0,1-7 61,2-6 0,0-4 0,0-4 161,0-4 0,0-9 0,0-7 248,0-8 1,0-12-1,0 0 1,0-6-22,0-5 0,4-1 1,0-6-1,-1 0-212,2-2 0,-3-5 1,4-1-1,0 0-136,0 0 0,2-7 0,2 2 0,1 3-86,0 5 0,-1 8 0,-2 10 266,-1 5 1,-4 11-1,-1 12 1,-3 10 22,-3 10 1,-4 5 0,2 6-1,-1 2-84,-1 2 0,5-1 1,-3 4-1,0 2-214,0 1 0,2-2 0,-3-1 1,-1 2-227,-2 1 1,3 5 0,0-1 0,-2 0 146,0-2 0,-2-2 0,0-1 1,0-4 152,0-3 1,5-9 0,2-11 23,-1-2 0,4-7 0,-3-5 89,3-6 1,1-8 0,0-3-1,1-1-179,3 0 1,-3 0 0,3-4-1,-3 1-82,-1-1 0,0 2 0,0 1 0,0 1 52,0-1 1,0 2 0,0-1-1,1 0-28,2 1 1,-1-3 0,2 3 0,0 0-40,0 3 0,3-2 0,-2 2 0,-1 1-49,1 1 1,0 2 0,-3 2-19,2 0 0,1 6-47,-2-2 0,-1 4 1,1 4-1,-2 3-967,-1 3 1,2 1 1262,1-1 0,-2-4 0,4-1 0</inkml:trace>
  <inkml:trace contextRef="#ctx0" brushRef="#br0">6290 6378 8392,'-6'1'336,"3"2"1,0 6-278,0 4 1,1 1-1,-1 7 1,0 4 92,0 5 0,2 2 1,-3 10-1,2 4 52,-2 2 1,2 3 0,-4 4-1,1 1-136,2-4 0,2-5 0,1-1 0,0-6-88,0-4 1,0-8-1,0-6 1,0-7 392,0-3-297,0-6 0,0-6 0,-1-7 0,-1-4 174,-2-3 1,-3-3 0,3-5 0,1 1-55,-2-1 1,3-4-1,-4-3 1,1-2-59,2-1 0,2-1 0,1 2 0,1 1 32,3 1 1,-2 3-1,6-1 97,0 6 1,0 10-179,-1 8 0,-2 10 0,-5 18 1,0 4-139,0 2 0,-5 2 0,-1 3 1,-1 3-155,0-1 1,4 4-1,-5-4 1,1 1-148,1-3 0,0-4 1,4-3-1,-2-4-269,2-2 0,1-6 1,2-4 2,2-5 0,0-3 0,4-5-23,1 0 1,-3-5 0,0-1-75,0 0 1,-4-3 712,3 2 0,-13-13 0,-3-2 0</inkml:trace>
  <inkml:trace contextRef="#ctx0" brushRef="#br0">19120 7899 7754,'-11'0'887,"5"-1"0,2-3 292,3-3 1,1-2-1,1-2-532,3 0 0,-3 0 1,4 2-415,0 1-322,-4 4 1,4 5-1,-5 2 1,-1 3-253,-3 0 1,3 4 0,-4-3-213,0 3 1,4-3 1587,-3 0-687,3-4 1,2-2 0,3-7 0,3-3-206,3-3 0,1-1 0,-1 1 0,1-1-69,0-1 0,0-1 1,-1 4-1,1 2-176,0 2 1,-4 1-165,0 2 0,-4 8 1,0-1-132,-1 6 1,-7 1 0,-2 1 216,-3 0 0,-1 0 1,0-2-1,1 0 184,-1-2 1,0-5 0,0 2 654,1-3 1,-1-1-202,0 0 0,5-5 0,4-2-364,4-2 1,4 1-1,6 2 1,1 0-108,1 0 1,4 4-1,-2-2 1,0 3-165,-1 1 1,0 0 0,-5 0-1,1 1-85,0 3 0,-5-2 0,-2 6 0,-3 0 75,-1 2 1,-5 0 0,-2 0 0,-4-2 171,-3 0 0,0-2 0,-2 2 0,-1-2 146,0-1 0,4 2 0,-2-3 0,4-2 172,0-1 0,4-1 0,1-1-161,1-3 0,1-2 1,5-4-1,2-1-99,0 0 1,9 1 0,-1 2 0,1 1-16,0-2 0,-1 5 1,0 0-380,-1 3 1,1 1 0,-1 1-53,-3 3 0,-2-2 1,-5 5-1,-1 2 30,-3 0 1,-2 6 0,-5-1 0,2-1 258,1-1 0,-1-2 0,3-2 0,-1-2 280,-1-1 0,5 2 234,-4-3 1,4-2-1,0-5-154,2-5 1,2-1 0,2-2-384,4 0 1,3 0 0,0 1 0,-2 0-77,-1 3 1,-3-2-1,3 5-36,1-2 1,-2 3-111,2 0 1,-6 6-1,2 4-354,-3 3 1,-1 1-1,0 0-372,0-1 0,0 1 1085,0 0 0,9 0 0,3 0 0</inkml:trace>
  <inkml:trace contextRef="#ctx0" brushRef="#br0">18915 6324 7767,'0'-11'-720,"0"0"0,0 4 720,0 0 0,0 3-156,0-3 1,0 3 276,0-3 1,0 3 0,-1-2 279,-3 2 1,3-5 126,-3 2 0,3 1 2,1-1 0,0 3 103,0-3 1,-1 1 613,-3-1-496,3-3-534,-4 9 1,5 1 0,0 7 0,0 3-79,0 1 1,0 3 0,-1 3 0,-1 2-68,-2 4 1,-3 6 0,3-1 0,1 4 14,-2 0 1,2 5-1,-3 3 1,2 2 68,1 1 0,-2 0 0,2 0 0,-1-1-48,-1-2 1,4 0 0,-2-4-1,1-1-159,2-1 1,0-5 0,0-2 0,0 1-68,0-1 1,-3-2 0,-1 3 0,2-2 44,1-2 0,1-1 0,0-1 1,-2-1 45,-1 1 0,2-2 1,-4-1-1,1-2 17,1-1 1,-2-1 0,2-1 0,0 1-6,0 2 1,-1-4 0,0 2 0,0-2 90,0 1 0,2-2 0,-1 3 0,2-3-1,1-2 0,-4 1 1,0 0-1,2 0-27,1-1 0,1 1 1,0 0-1,0 0 7,0 0 0,0-4 0,-1 0-99,-3 1 1,3 2 0,-3 1-100,3 0 0,-3-1 1,1 1-89,0 0 0,2 0 0,0 0 74,-3-1 0,3-2 0,-2-1 94,1 1 1,1-2-131,-2 1 0,1 1-78,-1 2 0,2-2-11,1-1 1,0 0 189,0 4 1,0-4 205,0 0 0,0-3 1,0 3 13,0 1 1,0-2 6,0 1 1,0 1-418,0 2 0,-2-2-471,-1-1 1,2-4-356,-3 5 1,3-5 400,1 4 1,1-4 0,1-1 706,2-4 0,0-4 0,6-21 0,4-10 0,1-1 0,0 0 0</inkml:trace>
  <inkml:trace contextRef="#ctx0" brushRef="#br0">18893 6658 7767,'0'-14'-363,"0"-1"1,0-4-1,0 1 1,1-1 417,3 1 1,-3-1-1,3 3 1,-3 1 121,-1-1 1,0-2 0,-1 3 0,-2-1 10,0 0 0,-1 1 0,4 2 0,0-3-41,0-1 1,0 3 0,0-3 0,0 0-6,0 0 0,0 4 1,0-1-1,1 2-64,3 1 0,-3 0 1,3 1-1,-3-1 98,-1 0 0,0 0 1,0 0 74,0 1 1,-1-1-165,-3 0 0,3 0 1,-4 2-1,2 0-45,-1 2 0,0 3 0,3-3 421,-2-1 191,1 3-534,-2 0 1,4 10 0,0 3 74,0 6 1,0-1-1,0 5 1,0 1 135,0 1 1,0 3-1,0 2 1,0 4-82,0 2 0,0 3 1,0 1-1,0 3-57,0 4 0,-4 3 0,0 9 0,2 0-79,1 0 1,-3 5-1,2-28 1,1-1 0,-1 2-1,1 0-43,0 0 1,1 1 0,1-3 0,2 1 0,1 29 0,2 0-250,3 0 1,-3-9 0,0-2 0,0-6-176,0-3 0,0-4 1,1 1-1,-3-3 75,-3-7 0,-1 1 0,0-3 0,0 0-46,0 2 0,-1-5 1,-3 2-1,-2-3-9,0-3 1,0-4 0,4 3-1,-3-3-184,-1-4 0,2-1-215,-3-5 438,5 0 0,-3-9 0,5-2 294,0-3 0,9-15 0,3-4 0</inkml:trace>
  <inkml:trace contextRef="#ctx0" brushRef="#br0">4359 13791 8345,'-4'-7'1489,"1"0"-891,0-2 0,2 3-39,1-1 0,5 1 0,2-1-315,3 3 1,2 2 0,2 0 0,4-2 39,2 2 1,8 0 0,4 2 0,9 0-188,8 0 1,-17 0-1,1 0 1,6 0-1,2 0 1,4 0-1,0 0-88,5 0 1,1 0 0,3 0 0,1 0 0,-14 0 0,0 0 0,0 0 0,2 0 0,-1 0 0,1-1-116,-1 0 1,1 0 0,0 0-1,19 0 1,-2-1 0,-4-1-1,-2-1 1,-1 0 0,-1 1 64,-3 0 1,-1 0 0,-3 0-1,-1 0 1,-6 1 0,-1 1-1,-4 0 1,-2-1-89,23-1 0,-11 2 1,-8 1-1,-6 0 30,-3 0 0,-8 0 0,-4 0 57,-2 0 0,-1 0-10,0 0-878,-5 0 3,-2 0 0,-8 4 0,-5-1 927,-4 0 0,-23-2 0,-10-1 0</inkml:trace>
  <inkml:trace contextRef="#ctx0" brushRef="#br0">5416 7241 8050,'4'-11'1167,"-1"0"0,5 4-747,-5 0 1,2 5 0,-3-1-307,2 6 0,0 2 0,-4 7 0,0 2-106,0 0 0,0 2 1,-2-2-1,0 3-55,-2 0 1,0 2 0,1-4 0,-2 1 105,-1 0 1,4-2 0,-2-3 0,2 0 215,-2-1 1,3 1 0,-2 0 240,1 0 0,-1-4-52,-1 0 0,-1-5-100,2 2 1,2-4 0,-3-4 0,3-3 117,1-2 1,0-3-1,0-3 1,0-1-215,0-1 0,1-4 0,1 3 0,3-2-239,1-2 0,-2 2 0,3 1 0,0 1-350,-1-1 1,3 3-250,-6 2 0,1 9 343,-4 8 0,-1 8 1,-3 11-1,-3 1 85,-3 2 0,-2-1 0,0 5 0,-1 1-82,0 1 0,7-1 1,-5 0-1,2 1-197,-1-1 1,3 0-1,1 1 1,0-2-85,0-4 1,3-2-1,0-3 1,2-2-840,1-4 1,0-2-793,0-1 2136,0-5 0,9-44 0,3-16 0</inkml:trace>
  <inkml:trace contextRef="#ctx0" brushRef="#br0">5103 8277 7713,'0'-11'-1632,"0"0"1699,0 0 1,-3 1 65,-1-1 0,-1 1 0,3 2 1,-2 1 70,2-2 0,-3 3 0,2-1 58,0-1 1,-2 2 0,2-1 95,0-2 1,1 0-1,0-2 139,-2 0 1,0 4 0,4 0 264,0-2 0,0 3-457,0-1 0,2 1-101,1-1 1,-2 3-78,3 8 1,-3 2 0,-1 5-1,0-1-35,0 1 0,0 0 0,0 1 1,0 1-20,0 2 0,0 3 0,0-3 0,0 1-27,0-1 0,0 4 0,0-2 0,0 0-12,0-3 1,0 2 0,0 0-1,0-1 63,0 1 1,0 2 0,0-3 0,0 2 32,0 2 1,-3 2 0,-2 1 0,0 2-108,0 2 0,0 4 1,3 0-1,-3 4-291,-1 6 1,4-2 0,-2 1 0,3-1-138,1 0 1,0-2-1,0 2 1,0-4-57,0-3 0,0-5 1,0-2-1,0-4-208,0-2 1,0-5-1,1 0 669,3-4 0,2-52 0,5-17 0</inkml:trace>
  <inkml:trace contextRef="#ctx0" brushRef="#br0">3442 7457 7920,'0'-15'-24,"1"2"1,1 0 288,2 1 0,-1 4 0,-3 0 0,0 0 701,0-2 0,4 0 10,0-1 0,-1 4 773,-3-1-1429,0 6 1,0 6-1,0 6-45,0 2 1,0 5-1,0 1 1,0 4 19,0 3 0,0 4 1,0 8-1,-1 6-133,-3 6 0,3 2 0,-4 2 0,1 6-261,0-28 0,0 1 0,1 3 0,0 0 1,0 2-1,-1-1 0,0 2 0,0-1-280,-1-1 0,0-1 1,0-4-1,-1 0 1,-4 26-1,0-3-349,3-3 1,1-8 0,4-8 0,-2-7-2598,2-6 3325,0 0 0,12-34 0,2-3 0</inkml:trace>
  <inkml:trace contextRef="#ctx0" brushRef="#br0">4758 13867 7780,'0'6'992,"0"-2"1,5-4 0,3 0-1,5 0-516,5 0 0,9 0 0,8 0 1,11 2-535,14 1 0,-21 0 0,3 0 0,6 2 0,2 0 58,2 2 0,9-7 0,-22-8 0,7-5 0,5-3 0,4-4 0,2-2 0,1 0 0,-1 0 0,-1 1 0,0 0 0,0 1 0,-1-1 0,1 1 0,0-1 0,-1 0 0,1 1 0,0-1 0,-1 0 0</inkml:trace>
  <inkml:trace contextRef="#ctx0" brushRef="#br0">6301 6421 8043,'0'-11'56,"0"0"1,0 0 0,0 1 490,0-1 0,-4 4 0,1-1 76,0 0 0,2-2 557,1 0-765,0 4 1,0 2-238,0 8 0,0 2 1,0 6-1,0 2-134,0 4 0,0 8 0,0 8 0,0 8-225,0 7 1,-1 5 0,-1 5 0,-1-27 0,1 1 20,-1 2 0,0 0 1,0 2-1,-1-1 0,-2 1 1,1-2-1,0-1 0,0-1-254,2-1 0,-1-1 0,-4 23 1,4-11-1,2-9-1286,0-13 1700,2-11 0,2-49 0,1-28 0,-1 21 0,0 0 0,0 0 0</inkml:trace>
  <inkml:trace contextRef="#ctx0" brushRef="#br0">4370 7554 8176,'0'-16'-75,"0"3"0,0-4 1,0 0 403,0 1 0,0-2 0,1-3 0,1 2 493,2 1 0,-1 5 1,-1-1-542,1 2 1,-2 7-1,3 5 1,-2 7-17,2 6 0,-3 6 0,3 9 0,-3 5-205,-1 5 1,0-1 0,-1 4 0,-2 1-319,0-2 1,-4 1 0,2 2 0,-1 2-98,-3 1 1,0 0 0,-2 3-1,0 0-224,0 0 0,1-3 1,-1 0-1,1-7 579,3-7 0,-3-47 0,4-17 0</inkml:trace>
  <inkml:trace contextRef="#ctx0" brushRef="#br0">2319 8536 7998,'-6'-11'-384,"0"0"0,4 0 1202,-2 1 1,0 0-1,1 2-25,0 0 1,-2 6-1,2 1-396,0 7 1,-2 11 0,3 14 0,-3 8-401,-1 12 0,-2 9 0,1-25 0,0 2 0,0 2 1,-1 2 4,-1 2 0,1 2-29,3-3 0,-3 3 0,-7-2 0,-4 2 0,-1 1 0,0 1 0,1 0 0,-1 0 0</inkml:trace>
  <inkml:trace contextRef="#ctx0" brushRef="#br0">8416 14234 7836,'-11'0'66,"0"0"0,1-5 0,0-2 0,2-3 553,0-1 0,6 0 1,-2 1-1,4-1-90,4 0 0,7 0 0,8 2 0,6 1-268,7 5 1,12 0 0,11 1 0,-23 0-1,1 0-211,3 1 1,2 0 0,7-1-1,2 0 1,7-1 0,1-1-283,-15 1 0,0-1 0,4-3 0,9-6 0,5-4 0,3-2 0,1 1 0,-9 1 1,0 1-1,0 0 0,0-1 0,1 1 0</inkml:trace>
  <inkml:trace contextRef="#ctx0" brushRef="#br0">17652 13921 7777,'-26'0'3,"3"3"1,-2 1 0,3-2 576,4-1-375,3-1 1,15 0-1,7 0 1,10 0 87,7 0 1,9-1 0,9-1 0,6-3-23,5-1 1,0 0 0,-23 2 0,1 0 0,-1 0 0,1 2-40,29-3 0,-28 1 0,0 1 1,27-1-1,-28 2 0,0 0-157,-1 0 0,1 0 0,20 0 0,-3-1 0,-11 2 29,-11 1 0,-13-2 0,-11 0 0,-5-2-170,-8 2 1,-11 1-1,-10 1 1,-8 0-77,-5 0 1,-4 3 0,-5 1 0,0 0 101,0 0 0,-1-1 1,-2 3-1,0-1 28,0-3 1,-1 0 0,-1 1 0,-1 0-6,29-1 0,0-1 1,-28 4-1,0-1 0,1 1 12,1 0 1,-1 3 0,6 0-1,1 1 121,5 2 0,6-1 0,5-2 0,6-2 235,8-1 0,10 2 1,13-3-93,12-2 1,13-1-1,18-1 1,7 0-172,8 0 1,-24-1 0,0-1 0,2-1-1,1 1 1,1-1 0,1 1-104,3 0 0,0-1 1,-3 1-1,1-1 0,1 2 1,0 0-1,0-1 1,-1 0-68,1 1 1,-1 0 0,1-1 0,1-1-1,-2 1 1,0-1 0,-3 1 0,-1 0-70,-3-1 1,-1 1 0,17-2 0,-14 4 244,-9 0 0,-20 0 0,-18 0 1,-14 0 419,-10 0 0,-10 5 0,-9 1 1,-5 1-334,-1 0 1,28-3-1,-1 0 1,-2 1 0,0 0-1,-2 1 1,-1 0-125,-2 2 1,0-1 0,0-1 0,0 0 0,-2 1-1,-1 0 1,0-1 0,0 0-275,0 0 0,-1-1 0,0 1 0,0 0 0,1 0 0,0 0 0,2 0 0,2 0-259,3-1 0,2-1 1,-23 0-1,13 0 1,7-3 5,6-1 1,10-1-1,10-3 289,9-3 0,12-3 0,11-1 0,6 1 143,7-1 0,9 4 0,9-1 0,6 0 33,-27 3 1,-1 1 0,0 0 0,1 0 0,2 1 0,1 0 0,0 1 0,-1 0 7,0 0 1,0 1 0,3-1 0,-1-1 0,0 1 0,-1 1 0,0-1 0,1 1-151,-2 1 1,0-1-1,26 2 1,-7 3-1,-9 2-290,-7 0 1,-18 4 0,-9-3 0,-11 4 436,-10 3 0,-7-5 0,-11 6 0,-4-1 0</inkml:trace>
  <inkml:trace contextRef="#ctx0" brushRef="#br0">17512 9129 7998,'11'0'1104,"-4"0"1,-1-1 0,0-1 471,0-2 0,-2 1 1,3 3-549,1 0 1,-2 0-1020,1 0 1,-1 1 0,2 2-279,-5 5 1,-2-2 0,-1 1-564,0 1 0,0 2 655,0 0 0,-1-4 1477,-2-2-628,1-3 0,-2-2 1,5-1 419,2-2-1307,-1-4 0,1 6 6,-6-1 0,-3 2 0,-5 1 81,0 0 0,4 3 0,0 1 1,-1-1 240,2 2 0,-3-4-190,2 3-1295,2-3 1,0 0-4330,5 3 5701,0 2 0,24 14 0,6 3 0</inkml:trace>
  <inkml:trace contextRef="#ctx0" brushRef="#br0">15915 7338 12408,'0'-11'-181,"0"4"1,0 0 0,0-2 1081,0 0 1,1-2-1,2 0 1,0 0 738,0 1 0,1-1-934,0 0-773,0 0 0,-6 6 1,0 5-76,-2 6 1,-3 4 0,4 1-1,-1 0-345,-1-1 0,4 1 0,-3 0-757,3 0 1212,1 0 0,1-5 135,3-3 0,1-3 1,2-3-1,-2-5-189,0-1 1,-4-2-1,2 0-584,-1 0 0,-2 1-2218,0-1 119,0 5 2769,0 1 0,28 19 0,8 4 0</inkml:trace>
  <inkml:trace contextRef="#ctx0" brushRef="#br0">17976 7133 8017,'-7'-1'976,"0"-3"1,4-2 68,0-5 1,1 4 727,2 0-1402,0 0-1068,0 1 1,0 2 696,0 8 0,5 21 0,1 10 0</inkml:trace>
  <inkml:trace contextRef="#ctx0" brushRef="#br0">19120 7834 13971,'-7'4'1052,"-1"0"3205,6-1-3918,-8-3 0,9 1-2489,-2 3-50,1-3 2065,2 9 1,29-14 0,7 3 0</inkml:trace>
  <inkml:trace contextRef="#ctx0" brushRef="#br0">20512 13964 7678,'10'0'-121,"1"-1"0,0-2 332,0 0 0,0-5 0,1 5 1,2-1 305,4-1 0,4 3 1,2-4-1,3 1-202,4 3 0,4 1 0,9 1 0,4 0-85,6 0 1,-22 0 0,1 0-1,4 0 1,2 0 0,2 0 0,0 0-13,3 0 1,1 0 0,6 0 0,2 1 0,3 0 0,0 0 0,0 1 0,-1 1-226,0 0 1,1 0 0,-1-1 0,0 0 0,0 1 0,-1 0 0,-2-1 0,-1 0-207,-2 0 1,-2-1 0,-5 0 0,-1-1 0,-9 0 0,-1 0 0,23 0 212,-9 0 0,-6-4 0,-3 1 0,3-1 0</inkml:trace>
  <inkml:trace contextRef="#ctx0" brushRef="#br0">19292 13726 7790,'-10'0'0,"-1"0"555,0 0 1,5-1 0,5-1 67,7-2 0,11-3 0,14 2 1,8 0-432,12 1 0,7 0 0,-23 4 0,0 0 0,2 0 1,1 0-48,3 0 0,0 0 0,5 0 0,0 1 0,1 0 0,0 1 0,-2 0 0,0 0 12,-2 2 1,-1-2 0,-4 0-1,-1-1 1,-2 1 0,-2 1-1,25 0-211,-11 1 0,-12-2 0,-21-5 1,-15 0-1,-18-4 1,-12 0 73,-11 1 1,-13 1-1,21 5 1,-1 0-1,-3 0 1,-2 0 0,-1 0 0,-2 0 0,0 0 0,-1 0 0,0 0 1,-1 0-1,0 0 0,-1 1-42,0 1 0,0 0 1,0 0-1,1 2 0,0 1 1,1 1-1,4-1 1,2 0-273,3 1 1,3-1 0,-16 6-1,17 0 1,16 0 292,16-1 0,9-1 0,15 2 0,5 2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context>
    <inkml:brush xml:id="br0">
      <inkml:brushProperty name="height" value="0.053" units="cm"/>
      <inkml:brushProperty name="color" value="#FF0000"/>
    </inkml:brush>
  </inkml:definitions>
  <inkml:trace contextRef="#ctx0" brushRef="#br0">19789 2450 8134,'-6'6'255,"0"-2"79,2-4 1,3-1-178,-3-2 0,4 1-322,4-1 0,-3 0 0,4 1-702,0-2 867,-4 1 0,4 3 0</inkml:trace>
  <inkml:trace contextRef="#ctx0" brushRef="#br0">18440 2450 8213,'-7'0'-1619,"0"0"2200,4 0 1,-3 0-285,3 0-658,1 0 361,-7 0 0,22 33 0,0 9 0</inkml:trace>
  <inkml:trace contextRef="#ctx0" brushRef="#br0">19389 3593 7981,'11'6'66,"-4"-1"-14,1-5 0,-5 4 242,4-1 567,-4 1-290,2-4 1,-7 1-1054,-1 3 482,2-3 0,5 18 0,8-1 0</inkml:trace>
  <inkml:trace contextRef="#ctx0" brushRef="#br0">22109 4683 22718,'0'-10'-581,"0"-1"0,0 4 0,0-1 0,0 0 1607,0-2 0,0 0 0,0-1 0,0 0-43,0 0 1,-4 0 0,0 1-574,2-1 0,1 0 1,1 0 425,0 0 0,0 4 938,0 0-1454,0 0 1,0 0-576,0 0 0,0 3 255,0-3 0,0 3 59,0-3 0,1 5 1,1-3 272,2 0-332,0 4 0,0-4 0,-2 6 0,1 3 0,-2 3 0,-1 3 0,0 0 0,0 2 0,-1 2 0,-2 0 0,1 4 0,-1-3 0,2 1-261,1 0 0,-4 2 0,0-3 0,2 1-62,1-1 0,-3 0 0,1-4 0,0-1 15,2 1 1,-3 0 0,1 0 1405,0 0-558,-3-5 0,5-6 0,-4-8 0,2-1-540,-1-2 0,1-5 0,3-2 0,1-2 0,2-2 0,-1 1 0,2-2 0,1-1 0,2-1 0,-1 1 0,2 5 0,0 1 0,2-1 0,-3 3 0,-1 2 0,0 3 0,0 4 0,-3 2 0,5 5 0,-6 5 0,2 2 0,-3 2-155,-1 2 0,-1 5 0,-3 1 0,-2 1-805,0 0 1,-4-1-1,3 6 1,-1 1 617,1 1 1,-2 1 0,4-5 0,1 1 226,-1-1 1,-2 0-1,3-2 1,2-2 274,0-2 0,-1 0 309,-1-5 1,1-5-1,3-5 527,0-6 0,0-8 1,0-4-1,0-2-854,0-2 0,0-3 0,0-3 0,0-1-142,0-1 0,0-2 0,1 6 0,1-1 0,2 1 0,3 2 0,-3 6 0,-2 4 0,-1 2 0,3 7 0,-1 5 0,0 6 0,-3 8 0,-3 4 0,-1 3-1107,-2 0 0,2 4 1,-3 2-1,0-1 1028,1 0 1,-4 24 0,4 1 0</inkml:trace>
  <inkml:trace contextRef="#ctx0" brushRef="#br0">18451 4446 18352,'-1'11'0,"-2"1"233,0 2 1,-5-1 0,4 4 0,-2 0-140,-3 0 1,3-3 0,-1 3 0,0-2 160,1-1 1,-3-2 0,5-3 0,-1 0 332,0-2 1,0-5-1,3 1-249,-2-6 0,1-4 0,3-6 0,0-3 142,0-1 1,0-1 0,0-3-1,0-2-348,0-2 0,0 2 1,0-3-1,0 1-180,0-1 1,1 5 0,1 4 0,3 1-108,1 3 1,-2 6 0,2 6-485,-2 7 0,0 6 1,-4 9-1,0 1 65,0 0 0,0 4 0,0 3 0,0 2-79,0 1 1,0-3-1,-1-1 1,-2-1 538,0 1 0,-2-4 0,3 0 0,-3-5 154,-1-5 0,2-3 0,-3-4 719,-1-3 1,3-4-1,0-5 1,1-4 10,1-5 1,-1-6 0,4 0 0,0-4-192,0 0 0,1 0 0,2-2 0,2-2-297,1-4 0,0 5 1,2 1-1,-1 0-226,2 1 1,-1 0 0,0 3-1,-2 2-50,-1 2 0,2 6-2,-3 5 0,0 9 0,-4 3 1,0 7-482,0 6 1,-4 2 0,-1 3 0,0 1-65,1 1 0,-5 4 1,3-2-1,-1 0 349,0 3 0,3-2 1,-2 0-1,0 1 109,0-1 0,0-1 0,-1-4 1,3 0-131,3-3 638,1-5 1,0-7 0,1-12 706,3-9 0,1-6 0,3-4 0,-1-1-486,2-1 0,-3-5 0,0 3 0,0-2-333,0 0 1,0 1-1,2 0 1,-2 3-138,-1 2 1,-1 2 0,-3 3-56,2 4 1,-3 8-442,0 6 1,-3 10-1,-6 8 1,3 2-208,2 2 0,-5 0 1,3 2-1,-1 1 227,0-1 1,3-1 0,-2-1 0,0 1-290,0 2 0,0-6 1,-1 1-1,2-2-107,0-1 1,4-4 0,-4 1 575,1-6 1,2-5-1,-1-6 239,2-4 0,1-4 1,0-3-1,0-3-614,0 0 1,3-3 0,2 3 506,1 0 0,17-20 0,9-9 0,4-1 0,-1 0 0</inkml:trace>
  <inkml:trace contextRef="#ctx0" brushRef="#br0">23598 4489 9564,'7'-11'-296,"-1"1"0,0 0 373,0 3 0,-4-3 0,3 4 672,0 0 0,-3 1 0,4 7-704,-1 1 0,-1 3 0,-6 6 0,0 1-165,-2 2 1,-3 4-1,2-1 1,-1 2 110,-2 2 1,0-1-1,-1 1 1,2-2-111,-1-2 0,-1 2 0,1-6 0,2 0 86,1 2 1,-2-8 276,3 3 0,1-10 1,3-3-128,0-8 0,0-8 0,0-1 0,0-4 28,0-2 1,3 0 0,2 3 0,0 2 90,0 2 0,2-1 0,-2 3 0,-1 1 304,1-1 1,4 2-487,-2 3 1,-1 5 0,0 4-187,-1 4 0,-2 5 1,-3 6-1,0 3-56,0 1 0,-3 1 1,-2 2-1,0-1-1,0-1 0,-2-1 1,3 2-1,1-2 124,-2-1 1,3-2 0,-4-3 262,1 0 1,1-7-1,4-4 298,0-6 0,5-9 0,2-6 0,3-4 28,1-2 1,-1-5 0,2-1 0,2 2-30,0 0 0,0 4 1,-3 2-1,0 3 23,0 4 1,-5 6-696,-3 12 0,-3 8 0,-3 14 0,-4 4-216,-3 2 1,-1 7-1,0 2 1,1 0-448,-1 1 0,4 1 1,1-3-1,1-2 840,2-4 0,35-39 0,12-13 0,4-4 0,0 1 0</inkml:trace>
  <inkml:trace contextRef="#ctx0" brushRef="#br0">22314 2126 12726,'0'7'-995,"0"0"1,0-3 1174,0 3 1,0 0-1,1 3-177,2-3 0,0 3 0,4-3 0,1 2 58,2 2 1,1 1 0,0 1 0,1 3 24,2 1 0,3-2 0,3 6 0,-1 1-47,-1 1 1,4 4 0,4-1-1,2 2 3,2 2 1,1 1 0,1 1 0,1 1-55,-1-1 0,5 1 0,3 1 0,3 0 208,4-3 1,-1-1-1,-20-14 1,1 0-1,1 0 1,1 0 20,0 1 0,0-1 0,1 0 0,0 0 0,1 0 0,1 1 0,-2-1 0,1 0-143,0 0 0,0 0 0,1 1 0,0 0 0,0 0 0,-1 1 0,0 0 0,-1 0-98,0-1 0,-2 0 0,-3 2 1,0 0-1,22 17 0,-3 0 80,-1 1 1,-1-4-1,-2 2 1,-3-4 135,0-2 0,-2 0 0,3 2 0,0-1 142,-4-1 1,-1 0-1,-3 3 1,0 1-161,3 3 0,-4-2 1,3 2-1,0-2-295,-1-2 1,-2 0 0,-3-1 0,-2-2-131,-4-4 0,-2-5 0,1-2 1,-1 0 13,2-2 0,-5 5 1,1-4-1,-1 1-225,3-1 0,4 1 1,2 3-1,2-2-2760,2-1 3222,1 0 0,5 0 0,-1 0 0,-3 0 0</inkml:trace>
  <inkml:trace contextRef="#ctx0" brushRef="#br0">22314 2137 8461,'7'0'-464,"-1"-2"817,-1-1 0,3 0 1,-1-4-33,3-1 0,4 2 0,2-1 1,1-2-127,2 0 0,6-6 0,5 0 1,5-2-185,4-2 1,4-2 0,3-1-1,2-2-66,1-2 0,3-4 1,-25 16-1,1 0 1,-1-2-1,1-1 28,-2-1 1,1 0 0,-2 2-1,1-1 1,1-2 0,-1 1 0,0-1-1,1 0-18,0 0 0,0-1 1,-3-1-1,0 0 0,2-1 1,2 1-1,-2-1 1,0 1 40,0-1 0,1 0 0,2-1 1,1-2-1,-1 1 0,1-1 1,-1 0-1,-1 0 47,-1 0 1,0 0 0,-2 2 0,0 0 0,1 0 0,0-1 0,-1 1 0,0 1-72,1-2 0,0 1 1,-2-1-1,0 0 1,-1-1-1,-1 0 0,0 1 1,-2 0-33,0 0 1,0 0 0,19-22 0,-18 22 0,0 0 0,19-21 115,-4 3 0,-1 2 0,-1-1 0,4 2 67,0-2 0,-7 4 0,2 1 1,-2 1-78,0-1 0,-2 2 0,-2-1 0,0 2-64,-3 4 1,0 2-1,0 3 1,2-1 77,1 1 0,2 2 0,2 3 0,-1 2-155,-1 2 1,1-3 0,4 3 0,-1 2-223,-2 1 0,-5 5 0,-2 1 0,-4 1 317,-2 3 0,-2-3 0,-2 1 0,-7 2 0</inkml:trace>
  <inkml:trace contextRef="#ctx0" brushRef="#br0">23382 1619 19995,'17'-22'0,"-2"1"-265,1-1 1,-8 0-1,3 1 1,-3-1 230,-2 1 0,0 0 1,-3 3-1,0 4 145,0 2 1,-1 1 104,2 0 1,-2 6-1,5 5 1,2 8-276,0 5 0,3 5 0,1 7 1,3 5 31,1 5 1,-4 4-1,0 8 1,-3 5-22,-3 4 0,-5 0 1,0-25-1,0 1 0,-2 1 1,0 1-82,-1 3 1,-2 0 0,0 2 0,-1 0 0,-2 3-1,-1 1 1,-1 0 0,0 1-82,0-2 0,0 0 0,1 0 0,0 1 0,0-4 0,-1 1 0,1-1 1,-1 1 102,2 0 1,-2 0 0,0-5 0,-1-1 0,3-1 0,0 1-1,2-3 1,0-1-2048,-2 26 2154,2-5 0,4 0 0,0-4 0,0-2 0,0 0 0</inkml:trace>
  <inkml:trace contextRef="#ctx0" brushRef="#br0">23878 896 15242,'0'21'-447,"0"2"0,0 2 0,0 4 255,0 2 0,0 6 0,-1 3 0,-3 3-103,-3 4 1,-4 10-1,5-24 1,-1 0-1,0 2 1,-1 1 403,-1 2 0,1 1 0,1 1 0,-1 0 0,-1 4 0,-1 1 0,0 0 0,-1 1-49,-1 1 1,0 0 0,-1 2-1,1 0 1,0-2 0,1-1 0,-1 2-1,0 0 5,-1 1 1,1-1-1,-2 2 1,1 0-1,1-1 1,0-1 0,0-2-1,-1 0-193,1-1 1,0-1 0,1-3-1,-1 0 1,1-1 0,1 0-1,0-1 1,1-1-142,1-2 0,1 0 1,0-2-1,1-1 0,4 18 269,3-4 0,2 1 0,7-12 0,1-6 0,2-5 0</inkml:trace>
  <inkml:trace contextRef="#ctx0" brushRef="#br0">24558 809 16578,'-5'17'7,"3"0"1,-4-3 0,0 7-524,0 6 1,0 12-1,-3 13 1,6-22-1,-1 2 649,0 3 1,0 1 0,-1 5 0,0 0 0,-1 6 0,0 1 0,0 2 0,-1 2-4,0 0 0,0 1 0,-2 2 0,0 0 1,1-2-1,0-1 0,0 1 0,-1 0-323,0 1 0,-1 0 0,0 3 0,1 0 0,-1 0 0,1-1 0,-1-1 1,1-1 31,-3 0 0,1 0 0,0-1 1,0 1-1,-1 0 0,-1 1 1,1-1-1,1 1-12,0-1 0,1 0 1,-1-3-1,1 0 1,1-5-1,0 0 1,2-1-1,1 0 131,1-2 0,2-1 0,0 0 1,1-1-1,2-5 0,1-1 1,3 22 41,3-14 0,5-3 0,1-14 0,0-6 0,2-8 0</inkml:trace>
  <inkml:trace contextRef="#ctx0" brushRef="#br0">25087 529 21719,'-12'0'0,"-2"0"0,0 0 721,1 0 1,2 9 0,3 8 0,1 11-625,-2 11 0,0 15 0,3-19 1,0 1-1,-1 6 0,-1 1-72,0 5 0,-2 2 0,-2 6 1,-1 0-1,-1 3 0,-1 1 1,5-19-1,-1 1 0,0 1-195,-1 0 0,0 1 0,0 0 1,1 2-1,0 0 0,-1 0 1,0 1-1,0 0 0,0 0 1,1-2-1,0 0 0,0 0 93,0-1 1,0 0 0,0 0 0,1 0 0,-1-1 0,0 1 0,1 0 0,-1 0 0,1 1 0,0 0 0,0-1 0,0 1-151,0-1 0,0 0 1,1 0-1,1-1 0,-1 0 1,1-1-1,-6 18 1,0-1-1,1 0 0,1 1-249,2-1 0,0 0 0,0 0 0,1-1 0,2-3 0,3 0 476,0-4 0,2-1 0,0-1 0,1-1 0,2-3 0,1 0 0,1-1 0</inkml:trace>
  <inkml:trace contextRef="#ctx0" brushRef="#br0">22993 1781 10559,'-6'-5'672,"-2"8"0,4 3 0,2 10-152,1 9 0,-4 10 0,-1 7 0,-2 7-415,-3 9 1,7-27 0,-1 1 0,-2 3 0,-1 0 0,1 1 0,-1 1-190,1 0 0,0 0 0,0-2 0,1 0 0,-1 25 1,3-3-451,3-4 1,6-5 0,3-9 494,5-3 1,38-31 0,-20-7 0,1 1-1</inkml:trace>
  <inkml:trace contextRef="#ctx0" brushRef="#br0">23716 1446 10558,'5'6'8,"2"-2"1,3-2 0,1 3 319,-1 6 0,1 9 1,1 11-1,1 9-556,2 10 1,-1 9 0,-8-25-1,-2 1 1,0 2 0,-1 1 4,-1 1 0,0 0 0,-2 0 0,0 1 0,-2-2 0,-1-1 0,-2 1 0,-1-1-1277,-2-1 0,-1 0 1525,1 3 0,-4 1 0,-17 9 0,-7 2 0,11-12 0,0 0 0,0 0 0</inkml:trace>
  <inkml:trace contextRef="#ctx0" brushRef="#br0">24418 993 10492,'6'-28'76,"-3"3"0,-2 3 406,-1 4 1,-4 8-1,-5 7 1,-3 9-13,-2 12 1,-5 12 0,1 22 0,7-22-1,0 2-339,-1 4 0,-1 1 0,0 6 0,0 1 1,-2 5-1,0 2 0,0 5 0,1 1-76,4-16 1,0 0 0,0 2 0,0 3 0,0 1 0,0 0 0,0 1 0,0 0 0,1 0 0,1 1 0,0 1 0,0 0-308,1 0 1,1 0 0,0 1-1,1 0 1,0 2 0,1-1 0,1-1-1,0-1 1,1 1 0,1-2 0,0-1-1,1 1-335,0 0 0,1-1 0,0 0 587,1-1 0,0 0 0,0-1 0,2 3 0,1 1 0,0-1 0,-2-2 0</inkml:trace>
  <inkml:trace contextRef="#ctx0" brushRef="#br0">23716 3194 8204,'-4'11'-33,"2"1"0,-1 1 1,2 2 43,1-2 0,0 4 0,2 1-11,5 2 0,22-8 0,20-4 0,8 0 0,-2 0 0,-7 0 0,1 0 0,0 0 0,-1 0 0,1-1 0</inkml:trace>
  <inkml:trace contextRef="#ctx0" brushRef="#br0">18494 2633 11050,'0'-6'285,"1"-2"0,3 3 69,3-1 0,-1 2 86,1-3-261,0 0 1,3-4-298,-3 0 1,-3 4 0,-8 1 0,-3 1 106,-3 3 1,-2-4 0,-2 0 0,-3-1 150,0 0 1,-4-1 0,0-4 0,-4-1-59,-2-1 1,1-5 0,-2-1 0,-2-4 12,-1-4 1,-5-5 0,-2-3-1,1-3-283,0-3 1,0-1 0,2-2 0,-2-2-60,17 22 1,2 0-1,-14-23 1,0 1-1,0 3 66,-3 1 1,-1 0 0,-6 1-1,-2 1 244,-1 1 1,1 7-1,2-1 1,1 4 35,2 0 0,4 4 1,-1 1-1,2 2-51,2 1 0,-2 0 1,0-2-1,-4-2-31,0 2 0,3 2 0,-1 1 0,3 2-79,0 1 0,6 0 0,2-2 0,3 2-211,4 3 1,-1 2-1,4 1-743,2 1 1,3 1 1021,2 10 1,42 12-1,14 10 1</inkml:trace>
  <inkml:trace contextRef="#ctx0" brushRef="#br0">18375 2525 11231,'7'0'-1805,"-1"-1"2394,-1-3 1,4 3-16,-2-2 0,-1-2-278,1 1 1,-3 1 0,2 4-94,-2 2 0,-1 3 1,-7 6-78,-3 3 1,-3-2 0,-2 5 0,-3 2 80,-7 4 1,-5 4 0,-9 4 0,-5 2-43,-5 2 0,20-16 0,-2 2 1,-2 1-1,-2 2 0,-1 0 0,0 0-15,-1 3 1,0-1 0,-1-2 0,1 1 0,2 0 0,1 2 0,0-2 0,1 1-98,1 1 0,0 1 0,1-1 0,1 0 0,1 1 0,0 1 0,3-2 0,0 0-112,3-1 1,0-1-1,1 0 1,0 0-1,1 0 1,0 2-1,0-2 1,1 2-84,0-2 1,1 1 0,-13 26 0,1-1 0,1-2 44,-1 2 1,4-3-1,0 0 1,5 0-364,4 0 0,1-3 0,2 1 1,3-2-449,-1 2 0,-1-9 0,-2 0 1,-3-9-850,0-2 1757,2-2 0,-7-6 0,2-2 0,-2-5 0,-4-2 0,-1-3 0</inkml:trace>
  <inkml:trace contextRef="#ctx0" brushRef="#br0">16573 1608 9816,'17'-5'0,"-1"-2"-295,-1-3 1,7 0 0,7-2 0,3-2 187,4 0 0,3-5 0,8 2 0,2-1 520,1 0 1,-3 4-1,-3-3 1,-2 2-76,-3 6 1,1-2 0,-8 5 0,-4 0 4,-4 2 1,-8 4-1,0 4 1,-2 4-213,1 6 1,-1 2 0,-3 7-1,-1 2-214,-3 4 0,1 7 0,-3 4 0,0 3 10,0 4 0,-8 7 0,-1-23 0,-3 1 1,-1 3-1,-2 0 86,-1 2 0,-2 1 0,2 3 0,-2 0 0,-1-1 0,0 0 0,-1 1 0,0 0 41,-1 1 1,0 0 0,1 0-1,-1-1 1,2 1 0,1-1 0,1-2-1,2 0 39,2-2 0,1-1 0,2 1 1,2-1-1,1-1 0,1 0 0,0 0 1,2 0-63,0 0 0,1-1 0,3-2 0,1 0 0,11 24 1,1-4-26,0-6 1,-5 1 0,2-5 0,-4-6-36,0-5 1,-5-8 0,-2 0 0,-3-5-503,-1-3 391,0-5 0,0-8 1,0-9-1,0-9 43,0-6 1,0-7 0,1-8-1,3-5-181,3-4 1,4-5-1,3 0 1,4-1 201,3-2 1,-11 25 0,1 0 0,12-27 0,1 2 97,1 2 0,5 2 0,-1-4 0,1 1 85,-1 3 1,1 5 0,-5 7 0,-2 1-75,-4 2 0,0 8 0,-5 5 0,-1 6-124,-1 4 1,-4 6 0,-1 4-1,0 6-57,-1 6 1,-2 12 0,-9 12 0,-7 7 225,-9 9 1,7-20 0,-1 1 0,-4 1-1,0 1 1,0 0 0,0 1 69,-1 0 0,-1 1 0,0 1 1,-1 0-1,-1 4 0,-1 0 1,-1 3-1,0 0-200,-1 1 1,-1 0 0,0 1 0,0 0 0,0-2 0,0-1 0,1 0 0,0-1 26,0-1 0,1-1 0,1-1 0,0-1 1,3-3-1,0 0 0,1-3 0,-1-2 27,2-2 1,-1-1-1,2 0 1,1-1 0,-19 23-1,4 0-519,3 0 0,5-1 517,10-4 0,0 4 0,11 0 0,1-2 0,0-1 0</inkml:trace>
  <inkml:trace contextRef="#ctx0" brushRef="#br0">24083 1079 30002,'-5'6'-3231,"4"4"0,-4-3 2399,1 2 1,1 2-1,-4 0 1,-1 1 851,-2 2 0,-6 9 0,-2 10 0,-3 7-23,-4 10 0,11-21 1,1 1-1,-2 7 1,0 1-1,2 2 1,0 0-221,1 3 1,1 0-1,1 2 1,1 0-1,3 0 1,2 0-1,0 2 1,1 0-1787,1 1 1,1 0 1957,-1-2 0,-2 5 1,-3-9-1,-1 3 1,-2 3-1,0 0 1,-2 4-1,0-1 1,1 0-1,-1 0 0</inkml:trace>
  <inkml:trace contextRef="#ctx0" brushRef="#br0">4391 7079 8261,'15'0'0,"0"1"0,3 2-130,5 0 1,8 4-1,11-3 1,10-2 409,-21-1 1,2 0-1,10-1 1,2 0-1,9 0 1,3 0 0,-14 0-1,1 0 1,0 0-242,4 0 0,1 0 0,1 0 1,6 0-1,1 0 0,2 0 0,-11 0 1,2 0-1,0 0 0,1 0 0,3 0 1,1 0-1,1 0 0,1 1-158,0 0 0,-1 0 0,4 0 0,11-1 0,-26 0 0,4-1 1,4 0-1,3-1 0,3 0 0,2 0 0,1 0 0,2 0 0,0 0 1,1 0-1,0-1 0,-2 1 0,0 1 0,-2-1 0,0 0 1,0 1-1,0-1 0,0 0 0,0 1 0,0-1 0,0 0 0,0 0 1,0 1-1,1-1 0,-1 0 0,0 1 0,0-1 0,0 0 0</inkml:trace>
  <inkml:trace contextRef="#ctx0" brushRef="#br0">18515 2428 10127,'-7'0'166,"0"0"0,3 5 0,-2 2-229,2 3 63,0-4 0,4 46 0,0 8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context>
    <inkml:brush xml:id="br0">
      <inkml:brushProperty name="height" value="0.053" units="cm"/>
      <inkml:brushProperty name="color" value="#FF0000"/>
    </inkml:brush>
  </inkml:definitions>
  <inkml:trace contextRef="#ctx0" brushRef="#br0">2902 227 8304,'6'-5'119,"-1"-1"1,-5-5 0,0 0 86,0 0 0,0 4 0,0 0 2202,0-1-2119,0-2 1,0 14 0,0 8 0,0 9-243,0 8 1,-5 11-1,-2 4 1,-3 4-427,0 3 0,-2 7 0,5-28 0,0 0 0,0 1 1,-1 0-118,-1 2 1,1-1 0,-5 26 0,6-28-1,-1 0 1,-4 22 495,2-5 0,4-17 0,1-5 0</inkml:trace>
  <inkml:trace contextRef="#ctx0" brushRef="#br0">3323 453 8304,'20'0'121,"-2"0"1,3-1-1,-2-1 1,5-3 404,5-1 0,7 3 1,3 0-1,4 0-168,4 0 0,1 2 0,2-3 1,-2 3-279,0 1 0,-9 3 0,-3 2 0,-10 1 26,-7 3 1,-8 5 0,-7 3 0,-4 2-211,-4 3 1,-7-2-1,-8 10 1,-5 4-314,-5 4 0,-3 0 0,-3 2 0,-2 1-347,-1 1 0,3 2 0,0-1 764,5-3 0,32-15 0,13-16 0</inkml:trace>
  <inkml:trace contextRef="#ctx0" brushRef="#br0">4704 399 7836,'-11'-1'-148,"1"-3"0,-1 3 0,1-4 608,3 1 1,2-2-1,5-5-11,0 0 0,9 4 0,3 1 0,3 1-121,4 3 1,3-1 0,2 1 0,2-2-146,2 2 1,-3 1 0,4 2 0,1 1-140,1 2 0,1 3 0,1-2 0,-2 0-31,-2 0 0,1 2 1,-6-2-1,-4-1-49,-5 1 0,-6 3 0,-3 0 0,-3 1 107,-4 2 0,-4 0 1,-7 1-1,-2 3-53,-4 7 0,-2 1 0,-2 6 1,-1 1-178,-2 1 1,2 2 0,-2 3 0,2 3-92,2-1 0,-1-1 0,1-4 0,0-1 55,3 0 0,-1-1 0,5-2 0,1-5 157,1-5 1,6-3-1,2-5 173,3 0-129,1-5 1,3-6 0,2-6-1,0-2-140,0 1 0,0 0 0,-3-4 102,2 0 1,-1 1 0,-2-1 56,3 0 1,-3 0 0,3 0 97,-3 1 1,-1 2-1,0 1 1,1-1-48,3-2 0,-3 3 1,4 1-1,-2 0-154,1 0 0,4 0 1,-2-2-248,0 1 1,4 4 1,-3 0 1,2 3 76,-2 3 0,-2 3 1,-5 5-1,0 0-138,0 0 0,-4-1 1,-1 1-1,-1 0 384,-2 0 0,-21-34 0,-6-8 0</inkml:trace>
  <inkml:trace contextRef="#ctx0" brushRef="#br0">5999 388 7865,'11'0'-661,"-5"2"1001,-3 1 0,-2 4 0,-1 8 0,-1 4 419,-2 5 1,-5 5 0,-5 7-1,-1 2-754,1 1 0,-3 1 1,2-4-1,1-2-36,1-4 0,2-5 0,3-7 81,3-4 0,4-8 0,4-7 91,3-8 0,4-12 0,2-6 1,1-2-109,0 0 1,-2 0 0,-3-3 0,-2 0-103,-3-1 1,-3 1 0,-2-2 0,-4 1-123,-6 0 0,-4 0 1,-7 7-1,-1 4 19,-2 3 0,-2 4 0,-6 9 0,2 7 177,2 9 1,-2 10-1,4 9 1,-1 1 209,3-1 1,8 2-1,6-3 1,6 0-329,4 1 1,2-5-1,4 1 1,7-3-536,9-4 0,7-3 1,12-4 647,7 0 0,-9-11 0,10-3 0,4-2 0,0 0 0,5 0 0,0 0 0,0 0 0,0 1 0</inkml:trace>
  <inkml:trace contextRef="#ctx0" brushRef="#br0">6905 302 8165,'11'0'30,"0"0"1,0 0 344,-1 0 0,2-3 0,2-1 1,1 2 62,2 0 1,0 2 0,2 0 0,-2 2-240,-2 1 1,2 0 0,-5 4 0,-4 1-211,-2 2 1,-2 4-1,-5 2 1,-3-1-85,-3 1 0,-7 2 1,-4-3-1,-3 1-197,0 0 1,3 2 0,1-5 0,3-2-55,4-3 1,4-4 352,6 3 0,8-5 0,6 2 0,4-3 34,4-1 0,4 1 0,-2 3 0,1 3 72,-1 3 1,-3 0 0,-2 2 0,-2 2-107,-1 0 1,-7 5 0,-5-1 0,-4 2-47,-4 2 1,-6 0 0,-10 0 0,-4 2 81,-4 2 0,-4 0 1,-1-2-1,-2 1-34,-1-1 1,1-1 0,5-3-1,3-2-29,0-3 1,4-5 0,5-2 0,3-5-459,3-2 0,6-2 0,3-2-1234,1-5 1712,7-6 0,22-5 0,10-3 0,4-4 0,0 1 0</inkml:trace>
  <inkml:trace contextRef="#ctx0" brushRef="#br0">8006 410 8098,'6'11'136,"-1"0"0,-5 1 0,0 1 341,0 1 0,-6 7 0,-4 0 0,-4 7-175,-3 3 0,-1 3 1,-2 1-1,0 4-1522,2-1 1220,0 4 0,8-14 0,-1 2 0,0 3 0,0 1 0</inkml:trace>
  <inkml:trace contextRef="#ctx0" brushRef="#br0">9020 356 8091,'-23'0'0,"-2"1"-60,-4 3 0,2-2 1,-1 5-1,2 2 130,2 0 0,-2 6 0,2-1 0,4 1 352,8 0 0,6-3 0,8 4 1,2-2-202,7 1 1,8 0 0,9-2 0,3 2-67,6-2 0,4 0 0,2 0 0,0 2 1,1-2 0,-1 0 0,-1 0 0,-2 3-167,0 1 1,-11-3-1,-4 4 1,-10 1-383,-6 2 0,-10 4 0,-10 1 1,-8 1-87,-9-1 0,-2-1 0,-9-3 1,-1-1 286,2 1 0,1-7 1,5-4-1,5-6 225,5-4 0,7-3 1,7-5-1,5-8 117,2-4 0,10-7 0,6-3 0,5-2 247,5-2 1,-1 1-1,5 0 1,1-1-64,1 1 1,3-1 0,0 1 0,2 0-298,-1-1 1,-3 1-1,-3 0 1,-4-2-146,-2-2 1,-11 4 0,-7-1 0,-10 6-16,-9 0 1,-11 5-1,-8-2 1,-6 6-40,-7 7 1,-3 5-1,-5 6 1,-1 1 171,-3 3 0,8 3 0,1 6 0,9 3-103,12 0 1,7-2 92,14 0 0,31-7 0,14-2 0,4 0 0,0 1 0</inkml:trace>
  <inkml:trace contextRef="#ctx0" brushRef="#br0">10110 259 8085,'-14'4'0,"-1"0"127,2 2 0,0-2 0,-2 4 0,-1 3 601,-1 2 0,-2 8 1,4-1-1,1 5-164,-2 3 0,9 1 0,0 3 1,5 0-424,2 1 1,4-4 0,5-2 0,3-2-224,2-4 1,6-1 0,1-6-1,5 0-659,5-2 0,-1-6 0,6-2 1,-2 0-354,-2 0 0,1-1 0,-1-4 1094,0-3 0,10-26 0,3-10 0</inkml:trace>
  <inkml:trace contextRef="#ctx0" brushRef="#br0">10444 248 8511,'-8'11'0,"-3"0"794,-1 0 1,-5 2 0,0 6-1,-6 12-484,-6 13 0,15-17 1,-1 2-1,-3 5 1,-1 1-1,0 2 1,1 1-324,-2 0 1,0 1-1,1 3 1,1-1 0,1-2-1,1-1 13,1-2 0,3-1 0,6 15 0,13-14 0</inkml:trace>
  <inkml:trace contextRef="#ctx0" brushRef="#br0">15559 281 9705,'1'-8'567,"3"2"88,3 2 0,-1-4 0,2 5 0,3 0-302,2 2 1,7 1-1,-3 1 1,5 3-143,3 3 0,-2 3 1,2 1-1,-2 1-232,-1 2 0,2-1 0,-3 4 1,-5 0-230,-7-1 0,-4-1 1,-5 3-1,-2 1-202,-5 1 0,-7 2 0,-10 0 0,-2-2 137,-2-2 0,4 2 1,0-3-1,5-1 78,5-5 0,2-2 0,2-4 214,3 1 0,3-4 0,8 2 0,3-3 301,3-1 0,1 0 0,1 0 0,1 0 84,1 0 1,2 5 0,-3 1 0,1 1-146,0 0 0,-2 0 0,-2 4 0,1 0-76,0 0 0,-1 0 1,-3-1-1,-4 1-130,-1 0 1,-2 3 0,-2 1 0,-2-1-217,-7 2 1,-1-4 0,-6 2-1,-3-1 35,-3 2 0,2-3 1,-4 2-1,2-3-23,-1-4 0,3 1 0,-4-4 0,4-2-190,0 0 0,4-2 0,0 0 0,0-3-194,1-4 1,-2 0 0,5-9 585,0 1 1,12-26 0,3-11 0</inkml:trace>
  <inkml:trace contextRef="#ctx0" brushRef="#br0">16401 270 8346,'0'11'1338,"0"-1"-943,0 1 1,-2-2 0,0 0 0,-3 4-273,-1 3 1,-1 3 0,-4 6 0,0 4-396,1 2 0,-6 6 0,-3 3 0,-4 2-1021,-2 1 1,0-2 1292,3-5 0,10-10 0,3-10 0</inkml:trace>
  <inkml:trace contextRef="#ctx0" brushRef="#br0">16983 410 8371,'-7'0'883,"0"0"0,0 0 35,-4 0 0,4 0-444,0 0 1,4 5 0,-2 1-189,1 0 0,2 3 1,-1-1-1,2 1-67,1 2 0,3 0 0,2 0 0,1-1-197,2 1 0,2-1 0,1-2 0,1-1-974,2 2 1,3 0 0,4 1-1,1-2-1636,0 0 2588,-1-1 0,25-6 0,5-2 0</inkml:trace>
  <inkml:trace contextRef="#ctx0" brushRef="#br0">17188 345 8227,'0'11'22,"0"0"1,0 3-1,-1 1 1,-3-1 352,-3 2 1,-2 0 0,-3 7 0,-1 2-271,-2 4 1,-4 7-1,2 4 1,-1 0-462,0 0 0,5-3 0,-1-6 356,2-2 0,15-7 0,4-7 0</inkml:trace>
  <inkml:trace contextRef="#ctx0" brushRef="#br0">17512 367 8211,'0'7'1338,"0"0"0,-1 3-914,-3 3 1,2 5 0,-5 8 0,-3 7-822,-3 5 1,-3 9 0,-3 2 0,2 0-757,2-2 1,0-7 1152,5-4 0,4-17 0,1-5 0</inkml:trace>
  <inkml:trace contextRef="#ctx0" brushRef="#br0">18310 475 8155,'-7'0'-262,"0"0"256,-1 0 0,-2 0 1,-1 0 362,1 0 0,-1 0 0,0-1-20,0-3 1,-3 3 0,-1-3 0,1 3-27,-2 1 1,3-4-1,-5 1 1,-1 0 69,-1 2 0,-2 1 0,2 0 0,1 0-40,1 0 1,1 0-1,-1 0 1,3 0-94,3 0 0,2 0 0,0 1-180,3 3 1,2-2-279,5 6 0,0-5 0,1 4 0,2 2-152,0 0 1,2 2 0,-3 0-1,3 0 19,1 0 1,-3 3-1,0 0 1,0 0-11,0-2 1,0 2-1,4 0 205,1-1 1,2-2 0,1-2 0,-1-2 211,1 1 0,0-2 0,0 0 1,-2 0-78,-2 0 1,3 1 0,-4 4 0,1 0 47,0 0 0,-4 0 1,0-1-1,-1 1 118,-2 0 0,-5 0 0,-2 1 0,-3 1 28,-1 1 0,0 1 1,0-6-1,-3 0 65,0-2 1,-4-1 0,2 1 0,0-3 86,-4-3 0,4-1 0,-1 0 1,1-1-217,3-3 0,-3 2 1,2-6-1,1 0-805,1-1 0,1-6 0,0 1-3081,1 1 1612,4 1 2157,1 6 0,32 2 0,18 3 0,0 1 0,0 0 0</inkml:trace>
  <inkml:trace contextRef="#ctx0" brushRef="#br0">18796 378 8247,'-11'-5'558,"4"4"1,0-3-79,-2 3 1,3 1-1,0 1 1,0 4-59,0 6 1,3 5-1,-4 10 1,-1 2-319,2 4 0,-3 4 0,3 1 0,-1 1-204,0 3 0,3-8 0,-2-1 0,1-6-563,3-6 647,1-3 0,4-16 0,1-5 0,-1-8 165,2-6 1,-2-4 0,3-2-1,0-2-254,-1-2 0,-2-1 1,0-3-1,-1 0-129,-2-1 1,0-3 0,0-1 0,0-1-275,0-3 0,-5 4 1,-2 2-1,-4 5 377,-3 5 0,0 12 1,-4 5-1,-1 8 278,-1 8 1,-2 5-1,2 12 1,1 4 411,1 2 0,6 0 1,0-1-1,4-2-260,4-2 1,0 3-1,5-4 1,3-2-629,3-4 1,6-1 0,4-6 0,2-2-492,4-1 0,6-4 0,1-1 0,5-4 820,4-4 0,-3-9 0,7-7 0,2-1 0,3-3 0,0 1 0,1-1 0</inkml:trace>
  <inkml:trace contextRef="#ctx0" brushRef="#br0">19336 421 7392,'4'-11'-150,"-2"4"0,1 0 977,-2-2 1,-1 0-556,0-2 1,0 0-1,0 0-164,0 1 1,0 2 0,-1 2 0,-2 2-83,-5 1 0,-1 2 0,-2 1 0,0 1 11,0 3 0,-4 7 1,-3 7-1,-1 3 17,1 4 0,-3 4 1,3 7-1,-1 4-27,1 2 1,4-3 0,7-1-1,3 0-57,3-4 1,6-1 0,3-4 0,5-5 58,5-5 1,6-5 0,2-5 0,1-3 185,-1-2 1,-1 0-1,-3-5 1,0-3 7,-1-3 0,-1-4 0,-2-2 1,-4-1-299,-6 0 0,-3 1 0,-5 0 0,0-1-238,0 0 0,-6 2 0,-5 2 1,-7-1-233,-6 0 0,-3 1 0,-6 3 0,0 4 121,-3 1 0,-2 2 1,-2 2-1,1 1 274,2 4 0,2 3 0,7 2 0,4 1 44,4 2 0,2-1 1,8-3-1,4 0 106,3-1 0,3-4 0,43-15 0,11-9 0</inkml:trace>
  <inkml:trace contextRef="#ctx0" brushRef="#br0">19864 637 7978,'6'7'1080,"-2"0"-273,2-5 1,-4 3-993,5-5 185,1 0 0,23-17 0,11-9 0,2-1 0,0 0 0</inkml:trace>
  <inkml:trace contextRef="#ctx0" brushRef="#br0">20555 615 8923,'-6'0'3030,"2"-4"-3030,8 1 0,30-13 0,15-5 0,4 0 0,0 0 0</inkml:trace>
  <inkml:trace contextRef="#ctx0" brushRef="#br0">21202 572 7983,'-1'10'0,"-1"-2"401,-2-1 0,-4-3 0,2 3-401,0 1 0,6-13 0,6-2 0</inkml:trace>
  <inkml:trace contextRef="#ctx0" brushRef="#br0">10865 658 7994,'-12'0'143,"-2"0"0,1 0 0,-4 0 1,1 0 1582,3 0-1029,6 0-697,7 0 0,97-48 0,-55 28 0,-1 0 0,1 0 0</inkml:trace>
  <inkml:trace contextRef="#ctx0" brushRef="#br0">11405 615 7994,'11'17'174,"-1"-3"0,-4-2 0,-2-1 1,-4 0 324,-4 0 0,-5-4 0,-7 0 1,1 1-190,-1 2 1,2-3-1,3-1 1,1 0-311,3 0 0,17-13 0,8 0 0</inkml:trace>
  <inkml:trace contextRef="#ctx0" brushRef="#br0">13746 6647 8206,'16'0'-291,"-3"0"1,6-1 0,4-1 31,5-2 0,8 1 259,3 3 0,-16-5 0,-4-1 0</inkml:trace>
  <inkml:trace contextRef="#ctx0" brushRef="#br0">16012 6712 8709,'10'-6'311,"4"-2"0,17 4 1,12 2 29,13 1-341,-22 0 0,8 2 0,0-1 0,8 0 0,5 0 0,2 0 0,0 0 0,-4 0 0,0 0 0,0 0 0,0 0 0,0 0 0,0 0 0</inkml:trace>
  <inkml:trace contextRef="#ctx0" brushRef="#br0">16714 4187 7919,'4'-11'-266,"-2"4"0,1 0 387,-2-2 0,-1 3 1080,0-1-626,0 0 1,-1-3 827,-2 3-1025,1 2 0,-7 7 0,3 1-195,0 4 1,-4 4-1,3 2 1,-3 3-312,0 1 1,-5 2 0,0 5-1,-2 2-447,-2 2 0,-1-3 1,1 4-1,2 0-638,2-2 0,-3 0 0,4-6 1213,0 1 0,7-15 0,2-3 0</inkml:trace>
  <inkml:trace contextRef="#ctx0" brushRef="#br0">16476 4219 7999,'0'-7'162,"0"0"0,0 3 281,0-3 0,0 4 1,1-5-172,3 0 1,3 2 0,6 0-1,3 0-153,1 0 0,1-1 0,3-3 0,2 2-100,2 1 0,-1 1 1,4-2-1,-2 5-181,-2 2 1,-1 1 0,-3 1 0,-2 2 8,-3 5 1,-5 5-1,-2 2 1,-4 2 152,1 2 0,16 21 0,7 6 0</inkml:trace>
  <inkml:trace contextRef="#ctx0" brushRef="#br0">16994 4295 7932,'1'-6'-1064,"3"2"2643,-3 3-1470,4 1 0,-5 5 0,0 2 0,0 3-62,0 0 0,0 5 0,0 0 0,0 1-240,0 0 0,0 3 1,1-1-1,1 2-579,2 2 1,0-4 771,-4 0 0,4-10 0,2 2 0</inkml:trace>
  <inkml:trace contextRef="#ctx0" brushRef="#br0">17145 4273 7230,'-11'0'492,"1"5"1,-2 2-1,-3 4-600,-3 3 0,-2 3 0,-3 5 0,-1-1-244,-1 1 0,1 0-1,6-2 1,4-1-379,2-1 731,1-9 0,19-9 0,5-12 0</inkml:trace>
  <inkml:trace contextRef="#ctx0" brushRef="#br0">17124 4457 8020,'0'11'-1753,"0"-4"2657,0 0 1,0 0-405,0 4 0,0-4 0,-2 0-400,-1 2 0,2-3 1,-4 1-262,0 1 0,4-2 0,-3 1-293,3 2 1,1-3 0,-1 0 453,-3-1 0,22-11 0,1-6 0</inkml:trace>
  <inkml:trace contextRef="#ctx0" brushRef="#br0">17199 4414 8020,'6'-5'30,"-2"-2"1,-2-3 0,0-1 283,2 0 0,0 4-551,-4 0 1,1 5-1,1-1-238,2 6 0,-1-1 0,-1 4 475,1-1 0,8 18 0,6 1 0</inkml:trace>
  <inkml:trace contextRef="#ctx0" brushRef="#br0">17339 4532 7740,'-4'6'-962,"1"3"1968,-4-6 1,5 2-363,-2-1 1,2-2-558,-2 5 0,2-1 0,-4 3 0,1-2-187,2 1 1,-1 2 0,-1 1 0,0-1-2012,0 1 2111,-3 0 0,11 14 0,-1 4 0</inkml:trace>
  <inkml:trace contextRef="#ctx0" brushRef="#br0">17544 4403 7723,'0'11'-260,"0"-1"1,0 1 0,0 0 0,-1-1 644,-2-3 0,1 2 1,-2-1-1,0 1-259,0 2 1,1 0 0,3-1-107,0 1 0,1-1 190,3-3 1,2 1 0,4-4-1,1-2 10,0 0 1,0-4 0,0 0 0,-2-3 38,-2-1 1,3 3 120,-3-5-413,-2 6 1,-2-2 0,-5 8-1,-3 3-225,-1 3 0,-1 1 0,-4 1 0,-1 1-271,-2 1 0,2 4 0,-2-2 0,2-1-341,1 1 0,4-2 870,-1-3 0,11 5 0,-2 1 0</inkml:trace>
  <inkml:trace contextRef="#ctx0" brushRef="#br0">17663 4662 8006,'0'7'-228,"0"0"253,0 2 0,-4-3 1,1 1-335,0 1 0,-1 2 0,0 1 0,0-2 309,0-2 0,-2 8 0,-5-3 0</inkml:trace>
  <inkml:trace contextRef="#ctx0" brushRef="#br0">17793 4554 7998,'0'-7'0,"-2"1"0,0 0 566,-2 0 0,1 2 0,2-2 975,-3 1-2381,3-3 840,-4 7 0,34 6 0,7 6 0</inkml:trace>
  <inkml:trace contextRef="#ctx0" brushRef="#br0">12203 6539 6917,'0'6'348,"0"-1"188,0-5 0,5 0-430,2 0 0,-1 0 0,1 0 0,2 0-18,0 0 0,2 0 0,1 0 0,3 0-30,3 0 0,3 0 0,4 0 0,4 0 27,2 0 0,6-3 1,3-1-1,2 2 30,1 0 0,0 2 1,0 0-1,1 0-6,-1 0 1,0 0 0,0 0 0,0 0 2,0 0 0,1 0 0,-2 0 1,-2 0-33,0 0 0,-5 0 0,1 0 0,-4 0 16,-3 0 0,1 2 1,-4 0-1,2 2 53,2-2 0,-3-1 0,2 0 1,1 2-38,1 0 0,5 1 0,0-4 1,-2 0-13,-4 0 0,1 0 0,-2 0 0,0 0-35,0 0 0,1 0 0,-5 0 0,1 0 26,0 0 1,2 1 0,3 2 0,-3 0 18,-2 0 0,0-2 0,0-1 0,0 0 8,-4 0 1,1 3 0,-8 1 0,-1-2-5,2 0 1,-3-2-1,3 1 1,0 1-35,-3 2 1,-1-1 0,-1-3-1,0 0-64,0 0 1,-1 0 0,1 0 0,0 0-44,0 0 0,0 0 1,-1 0-90,1 0 1,0 0-103,0 0 0,0 0 39,-1 0 1,-2 0 38,-1 0-133,-5 0-106,8 0 0,-4 0 194,4 0 0,-2-1 300,-1-2 0,0 0 29,4-4 0,-4 5 48,0-2 0,-1 2 1,3-1 39,-2 0 1,-4-1-260,5 4 0,-1-4-135,4 1 0,-4-1-159,0 4 1,-3 0-371,3 0 620,-5 0 1,7 1-1,-5 2 223,2 0 0,-2 1-35,3-4 0,-3 0-164,3 0 0,-3 4-194,3-1-531,0 1 0,0-4-123,0 0 0,-4-1 90,0-3 1,-6 3 804,-5-3 0,-11-22 0,-5-11 0,-2-2 0,0 0 0</inkml:trace>
  <inkml:trace contextRef="#ctx0" brushRef="#br0">12484 6518 7770,'0'-7'42,"0"-1"0,0 1 364,0-4 1,1 5-95,3 3 0,-2 2 0,5 1 0,2 0-85,0 0 1,3 3 0,3 2 0,3 0-128,2 0 1,6 2-1,4-2 1,5 1 13,5 2 0,8-2 0,5 0 0,7-1-78,-28-4 1,0 0 0,2 0 0,0-1 0,1 1-1,0-2 1,0 1 0,1 0-83,0 0 1,1 0-1,-2 1 1,-1-2-1,0 1 1,-1-1 0,-1 0-1,0-1-4,-1-2 1,-1 0 0,23-2 0,-2 0 0,-5 2 68,-8 1 0,-4 2 0,-7 1 0,-4 0 148,-4 0 1,-5 0 0,0 1-1,-2 2 93,-1 0 1,0 4 0,-2-2-1,0 0 54,-2 0 0,-4 3-186,5-1-1023,-6-2 1,4 4-1362,-2-6 2256,-3 1 0,8 1 0,-3 1 0</inkml:trace>
  <inkml:trace contextRef="#ctx0" brushRef="#br0">13854 6507 8300,'22'-1'0,"-1"-3"227,1-3 1,4 1-1,3 0 1,1 1 215,-1 3 0,1-3 1,-4 2-1,0 0-473,1 2 1,-2 5-1,-5 0 1,-2 2-219,-3 3 0,-8-3 0,-3 1 0,-3 1 135,-1 2 1,-1-3 0,-4-1 0,-5 0 86,-3 0 0,-1-2 1,2 2-1,0 0-451,1 0 1,-2-4 476,5 2 0,8-3 0,2-1 0</inkml:trace>
  <inkml:trace contextRef="#ctx0" brushRef="#br0">17857 4295 6333,'0'15'0,"0"2"0</inkml:trace>
  <inkml:trace contextRef="#ctx0" brushRef="#br0">17825 4316 7753,'-6'-1'-648,"2"-2"1,3 0 0,0-3 959,-3 1 0,3 1 348,-2 0 0,3 2-385,3-6 1,0 6 0,4-2 187,1 3 1,-2 1-382,1 0 1,0 0-305,4 0 1,-5 1 0,-1 2-92,0 0 0,-4 2 0,3-1 16,-3 3 1,-1-1-1,-1 0 154,-3-1 1,2 2 301,-6-3 0,1-1 355,-4-3 0,4 0-49,0 0 0,5-1 0,-3-3 122,0-3 0,4 1-261,-3-1 0,3 0-413,1-4 1,4 4-123,-1 0 1,2 4-70,-1 0 1,-3 3 53,2 3 0,-1 3 0,-2 5 6,0 0 1,0 0 0,0-1 0,0 1 120,0 0 1,0-4 0,0 0 0,0 2 336,0 0 1,0-1 1396,0-1-597,0-5 0,0-7-737,0-9 0,0 0 0,0-1 1,0 3-193,0 1 0,0 1 0,0-1 1,0 0 101,0 0 0,3 1-793,1-1 131,-1 0 0,-3 10 0,0 4 109,0 6 1,-3 3-1,-2 1 1,0 1 54,0-1 1,1-1 0,1-1 0,0 0-44,0 0 1,-1 0 597,0-1 0,-1 0 880,2-3 0,1-3-621,-1-8 0,2-2 0,1-5 0,0-1-174,0-2 0,0 1 0,0-4 0,0 1-224,0 3 0,3 1 1,1 2-1,-2-1-115,-1 0 0,3 0-1475,0 0 910,-1 5 1,-3 6 0,0 8 0,0 1-344,0 2 1,0 3 0,0 2 0,0-1 891,0 1 0,34 8 0,8-1 0</inkml:trace>
  <inkml:trace contextRef="#ctx0" brushRef="#br0">18008 4457 6966,'6'0'2098,"-1"1"-1904,-5 3 0,0 2 0,0 4-346,0 1 0,0 1 0,1 1-408,3 2 0,-3 0 1,3-2-1,-3 3 560,-1 1 0,-5 25 0,-1 9 0</inkml:trace>
  <inkml:trace contextRef="#ctx0" brushRef="#br0">18116 4468 6498,'-7'1'1038,"0"1"-1136,-2 2 1,0 4-1,-2-1 1,-1 3-139,-2 1 0,1-1 0,-4 1 0,0 1 236,0 3 0,4-3 0,-3 18 0,6-2 0</inkml:trace>
  <inkml:trace contextRef="#ctx0" brushRef="#br0">18116 4683 7755,'1'-7'1454,"3"0"-951,-3 5 1,4-2-1,-5 8 1,0 3-479,0 2 1,-4 6 0,1 0-26,0 2 0,-7 30 0,-2 10 0</inkml:trace>
  <inkml:trace contextRef="#ctx0" brushRef="#br0">17987 3356 7675,'0'6'1092,"0"4"-1048,0-3 0,0-1 46,0 1 0,0-3 139,0 3 1,5-5-32,2 2 0,-1-3 0,1-1 77,1 0 0,-2 0 0,2-1 1,0-2-80,1 0 1,-1-1-1,-2 3-95,-2-3 0,1 3-155,-1-2 0,-3 6 1,1 4-1,-3 3-217,-2 1 0,-5 0 0,4-1 0,-2 2-288,-3 3 1,0-2-1,-2 4 1,0-2-113,0-1 1,1 1 0,0-1 670,3 0 0,-8-2 0,3-2 0</inkml:trace>
  <inkml:trace contextRef="#ctx0" brushRef="#br0">18127 3507 7747,'7'0'216,"0"0"1,-3 0 512,3 0 1,-4 1-572,0 3 0,-2-2 0,-1 6-297,0 0 1,-3 2-1,-1 0 1,1 0-250,-2-3 0,4 3 388,-3-3 0,12 12 0,4 4 0</inkml:trace>
  <inkml:trace contextRef="#ctx0" brushRef="#br0">17825 3388 8827,'-1'8'-737,"-3"-1"737,3-5 0,-9 8 0,4-4 0</inkml:trace>
  <inkml:trace contextRef="#ctx0" brushRef="#br0">17803 3216 7785,'-6'0'-2039,"0"0"2120,3 0 1,0 0 600,-4 0 0,4 0-64,-5 0 1,6-1 286,-2-3-347,3 3-781,1-4-295,0 5 1,4 5 216,-1 2 1,1 3 0,-5-1 155,-3-2 1,2 2 462,-5-6 0,3 1 186,-3-4 1,3 0 4,-3 0 0,5-5-5,-2-2 0,4-3-196,4 0 0,-2 0-357,5 3 0,-3 1-257,3 2 0,-3 3 1,2-1 118,-2 4 1,0 0-139,-4 6 0,0-5 1,-1 3 310,-3-1 968,3-1-464,-9-4 0,9-2-267,-2-1 1,3 0 0,3-3-63,4 2 0,3-4 0,1 5-238,0 0 0,-1-1-376,1 0 1,0 0 0,-2 6-79,-1 1 1,-4 0 338,-4 4 0,0-4 117,0 5 1,-4-6 542,-4 2 1,2-3-88,-1-1 1,5-1-1,-2-3-81,3-3 0,1 1 1,0-1-172,0-2 1,1 1 0,3 1 0,2 2-55,0 0 1,3 4-1,-1-3-668,1 3 1,-2 1 137,1 0 0,-5 1 1,3 3 198,-1 3 0,-1-1 0,-6 0 0,0 0 111,-2 0 1,0-2 0,0 2 145,-3-2 0,-3 4 0,-1-5 146,1 0 0,2-2 366,1-1 1,4 0 93,-4 0 1,4-1-217,0-3 0,3-1-214,3-2-322,-2-3 0,4 10-555,-5 0 0,0 2-2,0 5 1,-1 0 470,-3 4 0,0-4 780,-4 0 425,-1-4-521,3 1 1,0-5-238,2-2 1,3 0-201,1-4 0,5 1-347,2-1 68,-2-3 1,1 9-414,-3-3 543,-1 3 0,2 2 0,-5 2 58,-2 0 1,0 1 176,-4-4 0,3 0 643,-3 0-449,5 0 1,-3-1-144,5-3 0,1 3 1,2-4 56,0 0 1,2 4-295,-1-2-282,2 1 1,0 4-42,-3 1 1,-2 3 284,-1 5 1,0 0 207,0 0 0,-3-4 398,-1 0 0,-1-5-988,2 2-2395,2-3 2899,-4-1 0,24-24 0,5-6 0</inkml:trace>
  <inkml:trace contextRef="#ctx0" brushRef="#br0">10995 6637 7829,'-25'3'11,"-1"1"1,1-1-1,4-3 1,-1 0 530,0 0 1,6-1 3,1-2 0,9-2 1,6-2-1,7 3 181,7 3 0,8-3 1,12 1-1,8 0-337,7 2 0,-19 2 0,1 2 0,2-1 1,0 0-1,2 2 0,0 0-273,1 1 0,1 2 0,0-2 1,1 2-1,2 1 0,1 2 1,2-1-1,0 2-686,3 1 1,0 0 0,0 0-1,0 0 569,-3 3 0,3-1 0,0-8 0,3-2 0,1 0 0,3 1 0,0 0 0,0-1 0</inkml:trace>
  <inkml:trace contextRef="#ctx0" brushRef="#br0">10995 6496 8076,'26'5'-604,"-2"-3"1,5 4 0,1 0 1040,1 0-437,6-3 0,14-4 0,8-3 0,-14 0 0,-1 0 0,1 0 0</inkml:trace>
  <inkml:trace contextRef="#ctx0" brushRef="#br0">10822 7975 7777,'-5'6'-204,"-1"2"570,-4-4 931,4 4-379,1-7 1,4 4 863,-3-5-1340,3 0 0,-3 0-223,8 0 1,2 0 0,5-1 0,1-3-55,2-3 1,-1 0 0,5-3-1,1-3 2,2-3 0,1 1 0,4-7 1,2-4-86,4-4 1,3-5-1,3-3 1,-1-5-54,0-2 0,-2 1 0,-6 1 0,-4 0-129,-3-1 1,-10 11 0,-4 4 0,-6 6-113,-2 5 0,-5 6 1,-3 6-1,-5 4-47,-5 7 1,-4 6 0,-2 11 0,-2 5 229,-2 5 1,3 5 0,-3 8-1,2 1 135,2 5 0,3 3 0,3 3 0,10-26 0,2-1-341,2 2 1,0 0 0,0 28-1,10-3 1,9-3 234,9-3 0,9-46 0,7-10 0,3-4 0,0 1 0</inkml:trace>
  <inkml:trace contextRef="#ctx0" brushRef="#br0">11664 7316 7663,'-1'-6'581,"-3"4"-382,-3 4 1,-3 6 0,-1 6 0,-1 6 65,-2 8 1,1 8-1,-4 14 1,1 9-124,9-26 0,1 0 0,0 2 1,1 1-1,1 1 0,1 0 0,1-1 1,1 0-292,-1-2 0,2 0 1,4-1-1,2-1 0,0-1 1,2-2-1,13 24 149,4-9 0,3-19 0,5-2 0,4-1 0,0 0 0</inkml:trace>
  <inkml:trace contextRef="#ctx0" brushRef="#br0">11847 7640 6705,'-5'-6'192,"4"1"0,-5 5 1332,3 0-870,1 0 0,-1 0 0,6 0-136,5 0 1,1 0 0,3 0 0,1 0-209,2 0 0,4 0 0,-1 0 0,2 0-279,2 0 0,-1 0 0,1 2 0,-2 0-157,-2 2 0,-2 4 0,-6-1 0,-3 3-143,-4 1 1,-1 3 0,-5 1-1,-3 2 114,-5 2 0,-7 1 0,0 0 0,-2-1 263,-2 0 1,4 3 0,2-6 0,0-1 46,3 1 1,1-2 0,2-3 0,3 0-149,4 0 0,1-4 0,2 0-476,0 1 0,5 1 0,2-1 1,4-2-1752,3-1 2220,-2 3 0,17-14 0,6-6 0,0 3 0,1-1 0</inkml:trace>
  <inkml:trace contextRef="#ctx0" brushRef="#br0">12322 7921 8245,'-1'-6'1031,"-3"5"0,-3 7-1118,-3 8 1,-2 6 0,-1 5 0,-2 4-1490,-2 2 1,2 3 1575,-3 2 0,5 17 0,5-23 0,1 1 0</inkml:trace>
  <inkml:trace contextRef="#ctx0" brushRef="#br0">12624 7770 7723,'-10'7'0,"2"0"0,2 1 384,1 2 0,-3 2 0,1 1 1,-2 3 24,2 1 0,-1-3 0,4 4 0,2 0-146,1-1 1,1-2-1,0-4 1,0 0-88,0 0 0,6-5 0,3-3 0,4-2 77,0-1 1,3-1 0,0-1 0,-1-3-129,1-1 0,2 0 0,-5-2 0,-2 2-473,-3 1 89,-5 1 0,-5 9 0,-8 3 1,-7 6-107,-4 4 0,-4 2 0,-1 2 0,-2-1-151,-2 1 1,4-1 0,1 1 0,4-2-1735,7-2 1100,0-7 1150,12-11 0,14-21 0,10-12 0,2-2 0,0-1 0</inkml:trace>
  <inkml:trace contextRef="#ctx0" brushRef="#br0">12851 7511 7723,'24'-11'107,"-3"0"0,-6 0 0,-1 2 0,-2 1 872,-1 5 0,0 2 1,-1 3-1,1 5-67,0 8 0,0 9 1,-2 6-1,-2 6-630,-3 7 0,-4 6 0,-5 8 0,1-26 1,-2 0-478,-2 1 1,-1-1-1,-3 0 1,-1-1-1,-2 0 1,0 0-1,-2 0 1,0 0-163,-1 1 1,0-2-1,0-3 1,0 0-1,-13 23 1,3-8-1672,7-9 1,5-6-572,9-8 2599,7-7 0,40-54 0,-14 13 0,0 0 0</inkml:trace>
  <inkml:trace contextRef="#ctx0" brushRef="#br0">13023 7996 7710,'0'7'-421,"1"-1"1508,3-1 1,-2 0 0,7-3 0,2 2-723,2-2 0,2 3 1,0 0-1,3 0-1116,2 0 0,1-2 0,-2-3 0,-1 0-744,1 0 0,-3 0 1495,-2 0 0,-2-24 0,-1-6 0</inkml:trace>
  <inkml:trace contextRef="#ctx0" brushRef="#br0">13131 7856 7710,'-11'0'-6,"4"0"0,0 0 2773,-1 0-2504,3 0 0,10 5 0,9 1 0,5 1-1691,3 0 1428,-1-4 0,26-14 0,9-7 0,-14 4 0,-1 0 0,0 0 0</inkml:trace>
  <inkml:trace contextRef="#ctx0" brushRef="#br0">14199 7640 7804,'-10'6'77,"-1"-2"0,4-3 0,-1-1 894,0 0 1,2 0 608,-1 0-1149,4 0 1,7-1 0,7-2-212,1 0 1,0-1 0,-1 4-1,-1 0-321,1 0 0,0 0 0,0 1 0,-2 3-231,-1 3 1,0-1 0,-4 3 0,-2 1 67,-1 4 0,-2 1 1,-3-1-1,-4 4 127,-5 3 0,0 0 1,-4 1-1,0 0 249,0-1 1,0-3 0,-1 0 0,4 0 159,2-1 1,5-1 0,1-6-381,1 1 0,3-1 0,5-3 0,6-4-540,4-1 1,1-2 0,7 0 0,1 0 647,1 0 0,14-18 0,7-7 0,2-2 0,1 0 0</inkml:trace>
  <inkml:trace contextRef="#ctx0" brushRef="#br0">14523 7802 7804,'0'11'540,"1"-5"-389,3-3 0,2-1 0,5-2 0,1 0-1131,2 0 980,-2 0 0,17-8 0,6-4 0,0 0 0,0 0 0</inkml:trace>
  <inkml:trace contextRef="#ctx0" brushRef="#br0">14879 7770 7787,'0'7'388,"0"0"0,0-3 229,0 3 1,1-1 0,2 2-200,0-1 0,6-3 1,-2 2-107,3-1 1,2-2 0,1-3 0,2 0-79,2 0 1,-3 0-1,4 0 1,2 0-97,0 0 0,-2-3 0,-1-1 1,-2 1-20,-1-2 1,-2 4-73,-2-3 1,-4 9 0,-3 6-1,-7 5-462,-7 5 0,-1 4 0,-7 1 1,-2 3-331,-3 5 1,-2-2 0,6 4 0,1-4-700,1-3 0,5 1 1444,-2-5 0,8-9 0,2-7 0</inkml:trace>
  <inkml:trace contextRef="#ctx0" brushRef="#br0">13962 7532 7128,'6'-11'0,"-2"-1"-69,-3-2 1,0 2 0,1-2 2942,2 2-2403,0 1 1,-4 6 0,0 6-1,0 9-223,0 7 1,0 8-1,-2 5 1,-1 5-310,-4 4 0,1 4 0,-2 4 0,0 3-643,-2 3 0,0 6 0,-1 1 704,0 0 0,2-20 0,-2 3 0,-1-1 0,1 0 0</inkml:trace>
  <inkml:trace contextRef="#ctx0" brushRef="#br0">15343 7521 10281,'-3'12'473,"-2"3"1,-1 4-457,-3 5 1,1 8-1,-2 8 1,1 3-413,-3 4 0,-1 1 1,1 2 394,-3-3 0,3 12 0,4-29 0,1 1 0</inkml:trace>
  <inkml:trace contextRef="#ctx0" brushRef="#br0">15451 7392 7708,'6'-5'33,"0"-1"487,-2-5 1,2 1 144,4-1 0,1 1 0,0 3-240,0 3 0,0 3 0,-1 2-351,1 3 0,-1 2 1,-3 5-1,-2 0 26,0-1 1,-4 5 0,2 0-1,-1 1-167,-2 0 1,0-2 0,0-3 0,0 1 37,0 2 0,0-2 1,0 2 335,0-2 1,0-1 0,1 0-432,2 0 1,5 0 0,5-1-1,4 1 124,3 0 0,28-10 0,-17-1 0,0-1 0</inkml:trace>
  <inkml:trace contextRef="#ctx0" brushRef="#br0">14005 7597 7623,'7'-10'-1004,"-1"2"1004,-1 1 0,2 3 0,-2-2 0,1 1 0,-3 1-553,0 0 1133,-2 3-83,-1-4 1,0 4-1,0-3 1,0-2-353,0-5 0,2 4-532,1 0-196,-2 5 656,4-8 1,-5 8 491,0-6 0,0 5 108,0-4 1,0 3 1273,0-3-1498,0 4 1,-1 1 0,-1 9-279,-2 8 0,-8 6 0,0 8 0,-2 8-232,-2 8 0,-3 6 1,10-21-1,0 1 1,-1 4-1,-1 0-157,0 3 0,1 1 0,1-1 0,2 0 0,1 1 1,1 0-1,3-2 0,1-1-204,1-1 1,2-1 0,11 23 0,13-5 0,8-7-884,7-6 1305,7-4 0,6-26 0,8-5 0,-16-1 0,0-1 0,0 1 0</inkml:trace>
  <inkml:trace contextRef="#ctx0" brushRef="#br0">15257 7521 7659,'-6'-7'-645,"2"0"1,3 0 1452,1-4 1,-4 4-126,1 0 0,-1-1 11,4-2 1,-3 3 164,-1-1 1,2 6-241,5-2 1,3 9 0,5 6 0,0 8 53,0 9 1,3 6-1,0 14 1,0 6-770,-2 6 1,-7-24 0,-1 1-1,0 2 1,-1 0 0,-1 2-1,-2-1-411,-3-1 0,0 1 0,-3-2 1,-2-1-1,-3 0 0,-3-2 507,2-1 0,-5 1 0,-9 3 0,-7 5 0,-1-1 0,-3 4 0,0-1 0,1 1 0</inkml:trace>
  <inkml:trace contextRef="#ctx0" brushRef="#br0">11124 8406 7679,'-11'0'-460,"-1"0"1,-1 0 0,-1 0 728,1 0 1,4 0 0,3-1 0,0-1 575,0-2 0,4-1-508,-2 2 0,6 2 1,3-3-1,7 3 43,4 1 1,2 0 0,5 0-1,2 1-52,4 3 1,3 2 0,4 4 0,4 1-269,2 0 1,2 0-1,4-1 1,6 1-625,6 0 0,-26-7 0,1-1 1,2 0-1,1 0 564,-2 3 0,6-7 0,-1-15 0,7-12 0,4-6 0,1-3 0,0 2 0,-6 3 0,1 0 0,-1 0 0,1 0 0,-1 0 0,1 0 0</inkml:trace>
  <inkml:trace contextRef="#ctx0" brushRef="#br0">11286 6529 8055,'-23'6'0,"1"-3"56,0-2 1,-1 1-1,9 0 1,1 2 1168,1-2 0,2 0 0,3 2-435,3 3 1,14-2-1,8-1 1,12-3-341,12-1 0,12 0 0,-17-1 0,2 1 1,6-2-1,2-1-326,3-2 1,4-1-1,-12 2 1,2 0-1,2 0 1,4-1-1,1-1 1,2 0 0,6 1-1,1 0 1,1 0-985,-12 1 0,1 0 0,0 1 0,1 0 0,4 1 0,0 0 1,1 1-1,0-1 860,4 1 0,0 0 0,1 1 0,-1-1 0,-11 0 0,0-1 0</inkml:trace>
  <inkml:trace contextRef="#ctx0" brushRef="#br0">11588 2644 8041,'-5'-6'-45,"4"-4"1,-4 4 393,1 0 1,2-3 159,-1 1 1,-2-1 325,1-2 100,1 5-608,3 1 0,0 15 0,0 5-37,0 8 1,0 5 0,0 7 0,0 4-91,0 8 0,-4 10 0,2-25 0,-1 1 1,1 2-1,0 1-112,-1 1 1,1 0 0,0 2 0,0-1 0,2 2 0,0-1 0,0 1 0,0 1-163,0-2 0,0-1 0,0 0 0,0-1 0,0-5 0,0-1 0,0 30-295,0-3 0,-3-4 0,-1-4 0,0-3-71,0-3 0,1 0 1,-4-1-1,0-1 122,1-3 0,-4-1 1,4-6-1,-1-1 158,0-2 0,3 1 1,-2-5-1,2-1 75,1-1 0,-2-3 0,2-1 1,0-2-187,2-1 1,0-2-374,-3-3 1,3 0-770,-2-1 1413,1-4 0,7-10 0,1-8 0</inkml:trace>
  <inkml:trace contextRef="#ctx0" brushRef="#br0">11394 4284 8107,'7'0'848,"0"0"1,1 0 0,1-1-545,-2-3 1,3 3 0,-3-4 0,3 2-136,1-1 1,0-1 0,4 3 0,3-2-122,2 2 0,3 1 0,2 0 0,4-2-36,2 0 0,11-1 1,5 3-1,7-2 115,-24 2 0,1-1 0,1-1 0,2 1 0,4 0 0,2 0 0,0-1 0,1-1-14,2-1 1,1 1 0,-2 0-1,0 0 1,-3 1 0,1 0-1,-2 0 1,0 0-96,0 0 0,0 0 1,-1 2-1,0 0 0,-1-1 1,0 0-1,-1 2 1,-1-1 96,-1 1 1,0 0-1,-1 0 1,0 0-1,1 0 1,-1 0-1,0 0 1,1-1 74,-1-1 1,0 0 0,28 0 0,-2-5-1,-3 0-9,-1 1 1,0 0-1,0 3 1,-1-2-7,-3-1 1,3 4 0,-3-3-1,2 2-8,-2-1 0,-7 0 1,-7 4-1,-2 0-58,-2 0 1,4 0 0,-1 0-1,-3 0-104,-2 0 1,-2 0 0,2 2 0,-3 0 40,0 2 0,-1 3 0,-2-4 0,2 0 199,2-2 1,-3-1 0,3 1 0,-1 2 5,1 0 1,-3 1 0,4-3 0,0 1-222,-2 2 0,0 0 1,-6-4-1,0 0 106,-3 0 0,1 3 0,-4 1 0,1-1-208,0 2 0,-2-4 0,-3 4 0,-1-1-198,1-1 1,0 5-1,0-5 159,0 0 0,-1 1 1,1 0-1,0-2 83,0 0 1,1 1 0,1 1-1,3-1 73,0 2 1,-2-2-1,1 3 1,0-2 61,-1-1 1,1-2 0,-1-1-1,0 0 240,-1 0 0,-1 0 0,-1 0 223,0 0-1040,0 0-1070,-5 0 1,-2 1-72,-4 3 0,-1-3-167,-2 3 0,-3-3 1778,-5-1 0,-19 0 0,-5 0 0</inkml:trace>
  <inkml:trace contextRef="#ctx0" brushRef="#br0">11631 4090 6218,'0'-7'2225,"0"-1"-1846,0 6 113,0-3-452,0 5 313,-4 0 1,2 1 0,-2 2 188,-1 0 1,4 2 0,-4-2 579,0 0-523,4 1-315,-4-4 0,5-1-224,0-3 0,0 2-651,0-6-294,5 6 1,-4-2 59,3 8 1,-3 2 463,-1 5 0,0 0 583,0-1 0,0-2 880,0-1-543,0-5 1,3-2 0,2-6 0,0-2-20,0-3 0,2 3 1,-2-7-1,0 3-166,-1 1 1,5 1 0,-3-1-346,0 0 0,2 4 0,-3 1-429,1 1 1,-4 3-268,2 5 0,-3 3 0,-1 5 0,0 0-27,0 0 1,-1 3-1,-1 0 1,-2 0 477,2-2 1,-3-2-1,0 0 1,0-2 524,0 0 1,1-5 130,0 4 0,-1-5 0,-2-2 20,3-6 1,3-2 0,1-1 0,1-3 156,3 0 0,-2 0 0,4 1 0,0 0-218,0 0 0,0 1 0,3 0 0,-3 2-576,-1 1 0,2 3 1,-3-2-492,2 1 0,-3 3 157,0 5 1,-1 0-1,-4 4 180,-1 1 0,0 2 0,-4-1 0,-1 0 224,-2-2 0,1-3 0,0 2 1,2 0 519,-1 0 1,2-4-1,-1 2 566,-2-3-2202,4-1 253,1 0 1,8-4 969,4 1 0,30-25 0,9-2 0</inkml:trace>
  <inkml:trace contextRef="#ctx0" brushRef="#br0">12074 3550 7507,'7'0'1780,"0"0"1,-3 0-1229,3 0 1,-3 0-732,3 0 0,-5 1 399,2 3-13,-3 2 1,-2 4 0,-3-3 215,-3-4 1,1-1 0,-1-4-26,-2-1 0,5 0 0,-1-4 0,1-1-167,1-2 0,-1 0 1,4-1-1,0 0 5,0 0 0,5 0 0,2 2 0,3 2 1,-3-2 0,0 6-497,1 0 1,1 3-1,-2 4 1,-3 3-661,-3 3 0,-1 2 0,0 1 0,0 1 590,0-1 0,-4 3 1,-1-2-1,-1-1 665,-2-1 1,2-6 0,-1-1-9,-2 0 1,1-5 0,0 1 0,2-6 396,1-4 0,-2 0 1,3-6-1,2 0-71,0 1 1,2 0 0,0 2-671,0-3 1,2 3-1,1-1-338,4 5 0,-1 3 1,2 5-145,0 0 0,-2 1 0,0 3 0,-1 3-219,-3 3 1,-1 4-1,-1 2 1,0-1 48,0 1 1,-4 2 0,-2-3 0,-2 1 150,1-1 1,4 0 0,-3-4 0,0-2-59,0-2 0,4-2-400,2-5 976,5-5 0,14-17 0,7-10 0,0-3 0,0 0 0</inkml:trace>
  <inkml:trace contextRef="#ctx0" brushRef="#br0">12624 3086 7759,'-6'1'0,"1"2"313,0 0 0,3 1 728,-5-4 1,3 0-363,-3 0 1,5-5-1,-2-2-163,3-3 0,1 3 0,1 0 365,3-1-600,-3 3 1,5-3-412,-3 4-596,-1 0 1,2 9 271,-4 2 0,-1-1 611,-2 1 1253,1-4-597,-2 2 0,4-10-500,0-2 1,1 2-942,2 1 1,0 3-653,4 1 1,-5 1 472,2 3 1,-3 2-1,-2 5 578,-3-1 0,3-2 0,-4-1 700,1 1 1,1-3 757,-4-1 1,5-4 0,-2-4-418,3-3 0,1-3 0,1 1 0,1 0-163,2 2 0,4 0 0,0-4-447,1 0 1,2 4-1,0 1-1165,0 1 0,-1 2 0,0 4-240,-3 3 1,-1 2 0,-3 4 0,0 1-2308,0 0 3510,-2 0 0,4 19 0,1 4 0</inkml:trace>
  <inkml:trace contextRef="#ctx0" brushRef="#br0">13185 3043 7759,'11'0'14,"-4"0"362,0 0 1,-4-1 205,0-3 1,0 3 0,-1-4 290,2 1 0,-1 1-662,-3-4 0,-1 5 0,-2-2-165,-5 3 1,-1 1 0,-2 0 0,0 0 100,0 0 0,4 0 1,0 0 130,-1 0 0,2 0 222,-2 0 1,6-1-102,-2-3 1,4 2-1,3-6 1,2 0-74,1-2 1,1 1 0,4 0-1,-1 3 18,1 2 1,0-4-1,0 5-175,0 0 1,-1 2-1,0 2-537,-3 3 1,1-2 0,-4 6-86,-2 0 0,0 2 603,-2 0 1,0-2 384,0-1-1229,-5-5-4285,4 3 4979,-4-5 0,58-29 0,-20 11 0,0 0 0</inkml:trace>
  <inkml:trace contextRef="#ctx0" brushRef="#br0">13800 3194 7723,'5'-6'-705,"-4"0"1,4 4 1449,0-2 0,-4-1 1286,3 2-324,-3 2-206,-1-4-855,0 5 1,0 5-869,0 2 0,0 2-112,0 2 734,0-5 38,0-1 1,0-6 0,1-3-15,3-3 0,-3-3 1,4 1-1,-2 0-228,1 2 1,-1 4 0,-1-3-758,1 1 0,-2 2-35,3 7 0,-3-2 1,-1 6 116,0 0 1,0 2 0,0 0 0,0 1-532,0 0 1,1 0 0,2 0 1009,0-1 0,20 16 0,1 2 0</inkml:trace>
  <inkml:trace contextRef="#ctx0" brushRef="#br0">14329 3572 7693,'-1'-7'574,"-3"-1"1,3 1 0,-4-2 604,0 2 1,4-3-365,-2 3 0,0 1-297,0-1 0,0 5-712,-4 2 0,5 5 0,-3 6 0,1 1-260,1 2 1,-5-2 0,4 3 0,-1-3 206,0-2 0,1 1 1,3-1-1,-1-2 565,-2-1 0,1-3 940,3 3 1,0-6-421,0-1 1,0-4 0,1-7-469,2 0 1,3 0-1,5 0-384,0 1 1,-4 2-1,0 2-290,2 2 1,-3 0-914,1 4 54,-5 0 0,3 5-505,-5 2 1,0 3 1667,0 0 0,29 1 0,7 0 0</inkml:trace>
  <inkml:trace contextRef="#ctx0" brushRef="#br0">14717 4111 6307,'0'-10'592,"0"2"0,0 1-158,0-1 1,-3-2 0,-2 1 0,0 0 444,0 2 1,-3 0-226,1-4 0,1 2-109,-1 1 1,-1 0-525,-2 4 0,2 6 0,2 5 0,0 2-308,0 2 1,3 0 0,-3 0-1,0-1-184,0 1 0,3 0 812,0 0 0,3-5-39,3-3 1,3-6 0,5-4 0,0-4 206,0-4 1,0 3-1,-1-2 1,1 2-421,0 1 0,-1 1 0,-2 0-1305,-1 3 688,-4 2 0,1 10 0,-4 2 0,0 3-1068,0 0 0,0 1 1596,0 0 0,15 0 0,3-1 0</inkml:trace>
  <inkml:trace contextRef="#ctx0" brushRef="#br0">15084 4554 7706,'0'-7'-699,"0"-1"1,0 5 1033,0-4 1,0 3 417,0-3 0,0 3-173,0-3-54,0 5-131,0-3 1,-1 5 1349,-3 0 91,3 0-826,-4 0-537,5 0-499,0 5 0,0-3-317,0 5 1,0-3 100,0 3 0,4-3 297,0 3 0,0-5 524,0 2 7,-3-3-24,9-1 0,-8 0 583,5 0-685,-4 0-409,2 5 1,-7-4 39,-1 3 1,2-2-214,-3 2 0,2-3-1355,-2 2-1749,3-1-1108,-4-2 4334,5 0 0,0 4 0,0 2 0</inkml:trace>
  <inkml:trace contextRef="#ctx0" brushRef="#br0">15429 4748 7697,'0'11'-555,"0"0"1,0-4 2001,0 0 0,0 0-425,0 4 1,0-4-505,0 0 0,-1-3-24,-2 3 1,1-3-1,-2 2 510,-1-1 1,4-3-546,-3-6 0,3 2 0,1-5 0,1-2-109,3 0 0,-2-2 0,4 0 0,0 2-188,0 1 1,-4-1 0,3 3-415,0 0 1,-3 0-601,6 2 0,-6 4 209,2 0 1,-3 5 809,-1 6 1,0 0 612,0-1 0,0-2-1157,0-1 0,0-4 1,0 5-4564,0 0 4940,0-3 0,0 24 0,0 1 0</inkml:trace>
  <inkml:trace contextRef="#ctx0" brushRef="#br0">11804 2147 7840,'6'-1'-22,"-1"-1"1,-2-3 132,1-1 0,0-1 1,-4-4 198,0 0 1,-5 2 0,-2 1-147,-3 5 1,3 3-1,1 3 1,0 6-191,0 4 1,0 5-1,-3 7 1,3 4-102,2 2 0,-4 5 0,5 0 1,0-1-84,2-2 1,1 0 0,1-2-1,4-2 116,6-4 0,1-7 1,5-5-1,0-4 517,-1-6 0,1-3 0,2-3 0,-2-6 84,-1-4 1,-3 0 0,-5-4 0,-2 1-214,-1 3 0,-1 1 0,-4 1 0,0 1-449,0-1 0,-2 1 1,-1 3-508,-4 3 0,-3 0-304,-1 0 1,2-1 0,0 3-936,2-2 1901,0 1 0,25 7 0,7 2 0</inkml:trace>
  <inkml:trace contextRef="#ctx0" brushRef="#br0">12225 2180 11228,'0'11'212,"-1"-1"1,-2 2-296,0 3 1,-1 2 0,3 5 0,-2 2-403,0 2 1,-1-1 0,4-4-1,0 0-429,0-3 0,0 1 1,1-6 913,3-3 0,2-28 0,5-12 0</inkml:trace>
  <inkml:trace contextRef="#ctx0" brushRef="#br0">12031 2126 7825,'-11'3'1057,"0"1"-835,5 0 1,7-4 0,10-2 0,6 0-354,3-2 1,3 1-1,2 3 1,3 0-330,-1 0 1,4 0 0,-2 1 0,1 1 459,-1 2 0,8 0 0,5 0 0,2-1 0,0 0 0</inkml:trace>
  <inkml:trace contextRef="#ctx0" brushRef="#br0">12505 2180 7825,'-4'6'520,"1"-1"1248,-4-5-1601,5 0 1,-2 0-1100,8 0 1,2 4 931,4 4 0,20 16 0,5 4 0</inkml:trace>
  <inkml:trace contextRef="#ctx0" brushRef="#br0">12495 2460 7809,'-10'8'104,"2"-2"1,0-2 228,0-1 0,3-1 0,0 1-128,1 0 1,4 1-206,0-4 0,33-15 0,14-3 0</inkml:trace>
  <inkml:trace contextRef="#ctx0" brushRef="#br0">13282 2126 7800,'11'0'108,"-5"-1"1096,-2-3-1032,-3 3 0,-1-3 1,0 8-92,0 3 0,0 0 0,0 3 0,0 2-90,0 0 0,0 0 0,0-1 0,1-1 38,3 1 0,-2 0 0,5-1 0,3-3 149,3-4 1,-1-1 0,2-2 0,-2 0 82,-1 0 0,0 0 1,0-2 10,0-1 1,-4 2-1,-2-3-591,-4 3 0,-5 7 1,-10 5-1,-4 7-432,-3 6 0,0 0 0,-2 4 0,-1 2-185,-1 1 1,0 1 935,3-4 0,5 8 0,2-2 0</inkml:trace>
  <inkml:trace contextRef="#ctx0" brushRef="#br0">13423 2385 7800,'10'0'1,"-2"0"1,-1 0 0,1 0 158,2 0 1,0 0 0,1-1 0,0-2-6,0 0 0,0-1 1,1 3-1,1-2-236,1 0 1,2-1-1,-3 3 1,3-1-894,0-2 0,-2 0 974,0 4 0,-2-4 0,-1-2 0</inkml:trace>
  <inkml:trace contextRef="#ctx0" brushRef="#br0">13541 2147 7258,'-5'0'-590,"5"0"0,9 4 590,5 0 0,26 4 0,11 2 0,3-1 0,-1 0 0</inkml:trace>
  <inkml:trace contextRef="#ctx0" brushRef="#br0">14005 2169 7757,'-5'-6'53,"-1"1"0,-4 5 250,-1 0 1,-4 0 0,1 0 0,1 1 23,1 3 0,1 1 1,1 3-1,2-1-105,1 2 0,5 0 0,-2 2 1,3 1-120,1 3 0,1-3 0,3 2 0,3-1-126,2 2 0,2-3 0,0 2 1,-2-1-181,-1 1 1,-2-2 0,-4 3 0,2-3 38,-2-1 0,-2-1 0,-2 1 0,-3 0 113,-1 0 1,-3 0 0,-4-2 0,-1 0-25,1-2 1,-3-5 0,2 2 0,1-3-298,1-1 1,1 0-1,0 0-544,0 0 0,5-1 916,3-3 0,1-2 0,26-19 0,6-4 0</inkml:trace>
  <inkml:trace contextRef="#ctx0" brushRef="#br0">14059 2320 7757,'-3'7'367,"-1"0"1,-3-3 0,3 3-407,2 2 0,1-3 0,1 1 1,0 1-930,0 2 968,0 1 0,19 4 0,5 2 0</inkml:trace>
  <inkml:trace contextRef="#ctx0" brushRef="#br0">14059 2137 7757,'-6'0'21,"1"4"1,5 4-472,0 1 1,2-2 449,1 1 0,22 28 0,10 10 0</inkml:trace>
  <inkml:trace contextRef="#ctx0" brushRef="#br0">14156 2342 7757,'7'-6'-3,"-1"1"281,-1 0 0,0 4 452,-1-3 1,-3 4-481,2 4 1,-1-2 0,-4 5 0,0 2-51,-2 0 0,-3-1 1,4-1-1,-1 1 118,-1 2 1,3-1 0,-4 0 382,1-2 1,-2-3-184,3 3 1,1-6-305,3-1 1,0-5-1,0-6 1,1-1 30,2-2 0,3 2 0,5-4 0,0 2-137,0 0 0,0 1 0,-1 4 1,1 3-556,0 1 0,0 2 1,0 4-355,-1 3 1,-4 5 0,-2 7 0,-3 0-1215,-1 4 1,0 0 2014,0 2 0,-9 23 0,-3 7 0</inkml:trace>
  <inkml:trace contextRef="#ctx0" brushRef="#br0">14523 2169 7838,'-5'-11'673,"4"4"0,-4 0 146,1-2 0,1 5-555,-4 0 1,0 4-1,-4 5-133,0 6 1,0 4 0,2 8-1,0 2-178,2 4 1,0 3 0,-3 4 0,2 3-398,1-1 0,4 3 0,0-5 0,2-3-397,1-3 1,4-1 0,4-7 0,1-6 840,2-2 0,5-8 0,15-16 0,8-8 0</inkml:trace>
  <inkml:trace contextRef="#ctx0" brushRef="#br0">14545 2320 7705,'-6'-11'863,"1"5"0,5 3 0,0 8 0,0 4-808,0 4 0,1 6 1,2-1-1,1 2-242,2-2 0,-2 4 0,2-2 0,0-1-454,0 1 0,0-3 0,2 0 0,-1-2 143,2-1 0,0-4 0,1-1 0,-2-3 498,0-2 0,-5-1 0,4-7 0,2-24 0,-1-12 0,4-4 0,-1-1 0</inkml:trace>
  <inkml:trace contextRef="#ctx0" brushRef="#br0">14739 2299 7705,'0'-8'-9,"0"1"0,-8 5 1,-3-1-1,-2 6-13,-3 4 1,-1 7-1,-4 4 1,-1 3-208,0 0 0,1 1 0,-1-1 1,2 1 228,2 0 0,2 4 0,6 2 0</inkml:trace>
  <inkml:trace contextRef="#ctx0" brushRef="#br0">14793 2137 7689,'11'-2'566,"-1"-1"1,1 2 0,0-3 0,-1 5 152,-3 6 1,1 5-1,-4 12 1,-2 5-534,-1 7 0,-3 6 1,-4 5-1,-7 3-1235,-6 3 0,-2-4 1049,-8-2 0,11-18 0,-2 1 0,-2 0 0,0 1 0</inkml:trace>
  <inkml:trace contextRef="#ctx0" brushRef="#br0">1122 3043 8060,'0'-11'37,"0"1"0,0-5 0,0 1 1,0 1 344,0 1 0,0 1 0,0 0 391,0 0 0,0 0-285,0 1 0,0 5 0,0 6 0,0 9-15,0 6 0,0 11 0,0 6 0,0 11-247,0 8 1,-4 7-1,2-26 1,-1 0-1,1 1 1,-2 2-54,1 1 1,-2 1-1,-1 6 1,-1 1-1,0 3 1,-1 2-1,2 1 1,-1 0-238,1 2 1,0 0-1,1-1 1,-1 1 0,1 0-1,0 1 1,-1-2 0,1 0 12,-1-1 1,1 0 0,0-1 0,-1-2 0,1-4 0,1-1 0,-1-1 0,0 1-97,0-2 1,-1 0 0,2 2-1,0-2 1,-3-1 0,0-2 0,0 0-1,2-1-229,-1-2 0,1-1 1,-2-2-1,1 0 0,-6 27 1,3-7-740,3-3 0,3-8 0,3-10 1115,0-8 0,3-5 0,1-6 0,-2-1 0,-1-3 0</inkml:trace>
  <inkml:trace contextRef="#ctx0" brushRef="#br0">1068 4198 7224,'-5'6'0,"-2"-1"-126,-3-1 1,-1-2-1,1 2 1,-1 0 1288,0 0 0,4 0-406,0 0 0,5-3-341,2 3 0,6-3 0,10-1 0,6 0 213,5 0 1,9-1 0,6-3 0,7-3-232,9-3 0,-25 5 0,2 0 0,3 0 0,1 0 0,3 1 0,1 0-199,3 0 0,0 0 0,6 1 0,2-1 0,1-1 0,1 1 1,3-1-1,1 1-155,-18 2 1,0-1 0,0 1 0,18 1 0,0 0 0,1-1 0,0 0 0,-3 1 0,-1 1 142,0 0 0,-1 0 1,-1 0-1,0 0 0,2 0 1,-1 0-1,-1 0 0,0 0-75,-1 0 0,-1 0 0,-3 1 0,1 1 0,-1 1 0,0-1 0,0 1 0,-1 0-200,0 1 1,-1 1-1,-4-1 1,-1 1 0,-1 1-1,-2 0 1,-3 1 0,-1-1-598,-3 1 0,-1 1 0,23 11 0,-11-1 1,-7 2-223,-8 2 0,-11-2 0,-7-1 0,-6-1-1121,-4 2 0,-1-5 2028,0 0 0,0-3 0,0-2 0</inkml:trace>
  <inkml:trace contextRef="#ctx0" brushRef="#br0">4197 4155 7778,'1'-8'-1086,"2"1"1352,0-1 1,1-2-1,-5-1 370,-3 1 0,2 4 1,-6 1-273,0 0 0,-2 5 0,-2 0 0,-1 6-76,-1 4 0,-1 9 0,5 4 0,0 4-117,3 7 0,-2 3 0,6 6 1,0-1-121,2-2 0,4 0 1,4-5-1,8-4 27,8-4 0,5-9 1,5-5-1,3-6 277,4-7 0,1-10 1,-1-9-1,-1-5 41,-2-4 0,-6-4 1,-6 0-1,-3 0-308,-4-1 0,-4 2 0,-7 1 0,-3 3-557,-3 0 0,-6 2 0,-2 2 0,-4-1-525,-3-1 1,1 1 0,-4 5-1,0 2 137,1 1 0,2 2 1,0 5-1,2 1 537,1 5 0,0 2 0,1 1 1,-2 1 319,-3 2 0,3 3 0,-2 5 0,2 0 0,-9 19 0,-1 5 0</inkml:trace>
  <inkml:trace contextRef="#ctx0" brushRef="#br0">4262 4014 7837,'10'-10'105,"1"-1"421,0 0 1,-1 0 53,-3 0 1,1 15 0,-4 8 0,-3 12-239,-3 12 1,-4 8 0,-5 14 0,5-28-1,1 1-419,0 0 0,-1 2 1,0 3-1,0 1 1,0 1-1,-1 0 1,0 1-1,0 0 77,-1-1 0,3 1 0,2 13 0,3 3 0,1-2 0,-1 0 0</inkml:trace>
  <inkml:trace contextRef="#ctx0" brushRef="#br0">863 3151 7709,'14'-19'56,"1"-3"1,4 3-1,-1-7 1,3-1 365,4-1 0,7 0 0,6-1 0,3 0-71,3 2 0,2 0 1,-4 7-1,-2 3-144,0 6 1,-5 5 0,0 8 0,-5 2-153,-5 7 0,-7 10 0,-4 9 1,-3 4 0,-4 6 0,-2 2 0,-5 2 1,1 3-55,3 3 0,-3 8 0,4 2 0,-1 0-13,4-3 0,1 2 0,3 0 0,3 0 162,-7-30 0,2 0 1,10 24-1,2-6 1,-1-3-22,1-1 1,-1 3 0,1-3-1,-1-3-44,1-2 1,1-4 0,2 2 0,3-4-59,-1-3 0,3 1 1,-4-5-1,2-2-34,2-4 0,5-1 0,2-6 0,0-4-125,0-2 0,3-2 0,-3-4 0,1-1-13,3-3 1,-4-5-1,0-7 1,-1-1 24,0-2 1,2-5-1,-4-2 1,2-1 109,-1 1 0,-1-4 0,-2 2 1,2-2 137,2-2 0,-6 6 1,2-7-1,-1 2 11,0 0 1,2-3 0,-1 1 0,0-1-86,1 3 0,-1 2 1,0-1-1,2 3-43,2 0 0,-2 0 0,2 4 0,-3 4-3,-1 2 1,1 3 0,-2 3 0,-2 1-86,-4 3 0,-2 2 0,-2 6 0,1 3-118,-1 3 0,1 4 0,-2 2 0,0 3 50,-2 1 1,0 1-1,3 3 1,1 1 6,-1-1 0,-3 4 0,0 2 0,1 0 42,2 3 1,0-2 0,1 1 0,0-1 80,-1 0 1,2 3 0,1-3 0,2-1 70,2-1 0,1-8 0,4-4 1,3-3 86,4-4 1,1-2 0,-1-8-1,-1-4 32,-2-7 1,2-7 0,-3-3-1,-1-3 110,-1-4 1,2-1 0,0-8 0,0-5-207,-18 21 0,1-1 0,-2-2 0,1 0 1,1-1-1,0 0 0,0-1 0,0-1-157,0 0 0,1 0 0,0-3 0,0 0 0,3-2 1,0 1-1,0-1 0,1 1-111,-1 1 1,-1 2-1,-1 3 1,-1 2-1,-1 0 1,0 0-1,20-21-517,-1 5 0,-4 11 1,-2 4-1,-6 6 174,-3 7 0,-1 5 0,-2 3 0,-2 2-38,-3 1 0,-3 7 1,-2 3 568,1 3 0,0 0 0,0 1 0</inkml:trace>
  <inkml:trace contextRef="#ctx0" brushRef="#br0">464 2450 7739,'6'-11'-103,"0"0"0,-4 0 0,2 0-176,-2 1 1,-1-1 0,-1 0 0,0 0 1642,0 0 1,0 4-270,0 0 1,-1 5-730,-3-2 0,3 8 0,-4 4 0,2 5-80,-1 5 0,-4 7 1,1 5-1,-3 5-132,-1 5 0,0 1 0,1-1 0,-1 0-38,0 1 0,0 1 0,0 0 0,2-3-71,2-3 1,-2-8 0,6-7 0,0-4-67,2-1 0,2-9 0,3 0-97,3-5 1,4-5 0,2-2 0,3 0-363,0 0 0,4-2 0,4 4 1,2 0-408,2 2 1,-4 1 0,1 0 886,-3 0 0,6-6 0,4-2 0,3-1 0,0 0 0</inkml:trace>
  <inkml:trace contextRef="#ctx0" brushRef="#br0">981 2234 7715,'-10'0'343,"-1"0"0,0 0 51,0 0 0,1 0 0,-1 1 0,0 3-223,0 3 1,-1 12-1,-1 7 1,-3 9-246,0 8 1,1 5 0,-2 9 0,10-28 0,0 2-178,2 1 0,0 0 0,0 0 1,1 0-1,0 28 0,3-3-1430,3-4 1681,9-9 0,40-11 0,-20-20 0,1 0 0</inkml:trace>
  <inkml:trace contextRef="#ctx0" brushRef="#br0">1089 2450 7715,'-10'27'121,"-2"3"1,-2-3 0,-1 1 256,-2 6 1,4-1 0,0 6 0,4-2-204,6-2 1,1-2-1,4-1 1,1-5-132,4-5 0,8-9 0,2-7 0,1-1 271,0-3 1,0-6 0,2-3 0,-1-4 242,-1-3 1,-3-6-1,1-7 1,0 0-190,-3-3 0,-2-1 0,-3-2 0,-2 1-447,-1-1 0,-1 1 0,-4 0 1,-2 1-634,-1 2 1,-3 2-1,-5 7 1,0 2-167,0 4 0,0 6 0,-3 6 0,0 4 358,1 6 1,1 6 0,1 4-1,1 2 156,3 2 1,-1-4 362,4 0 0,-4-10 0,2 2 0</inkml:trace>
  <inkml:trace contextRef="#ctx0" brushRef="#br0">1165 2320 7751,'11'-21'-49,"-1"0"1,0 2-134,-3 1 0,-3 10 476,-8 0 0,-2 16 0,-5 8 0,0 11 271,-4 9 1,2 9-1,-5 7 1,0 3-502,1 3 0,7-27 0,1 1 0,1 0 0,2 1 0,-1 2 0,0 1-591,1 1 0,0 0 0,1-2 0,1-1 527,-1-1 0,3-1 0,7 3 0,4 0 0,3-2 0,0 0 0</inkml:trace>
  <inkml:trace contextRef="#ctx0" brushRef="#br0">1672 2083 7698,'0'-11'0,"0"0"309,0 0 0,0 1 939,0-1 1,0 11-1,0 8 1,0 13-649,0 10 0,-5 12 0,-3 13 0,2-22 0,-1 1-485,-2 5 1,0 1 0,-3 4 0,-1 1-1,-2 5 1,0 0 0,-3 2 0,0 1-451,-4 1 1,0 0 0,1 1 0,-2 0 0,-2-4 0,0 0 0,0-3 0,-1-1-985,2-4 0,-1-2 0,1-4 0,0-2 1319,3-4 0,-1 0 0,1 0 0,-1-1 0,0-4 0,1 0 0,-1-2 0,1 1 0</inkml:trace>
  <inkml:trace contextRef="#ctx0" brushRef="#br0">4629 3302 8720,'6'0'3189,"0"0"-2552,-3 0-622,-2 0 40,4 0 1,-6 0 203,-3 0 1,0-1-1,-5-2-87,2 0 0,3-2 0,-2 2-69,2-5 1,0-1 0,4-2-105,0 0 0,5 4 0,2 1 0,3 0 41,0 0 0,5 4 0,-1-2 0,1 3-182,0 1 0,-3 5 0,2 2-125,-2 2 1,-2 2-1,-3 0 185,-3 0 1,-4-2 0,-4-1-1,-3-5 341,-3-2 1,-2-1 0,-1 0 0,-1-1 71,1-2 1,1-3 0,1-5 0,0 0-130,0 0 1,2-1 0,2-1 0,3-1-187,3 0 0,1 2 0,0 2 0,1-1-77,3 0 0,3 5 1,6 2-1,1 3 63,0 1 1,1 5 0,1 2 0,-1 3-48,1 1 1,-2 3 0,-4 2 0,-2-1-189,-1 1 1,-4-2 0,0-3 0,-1 0 163,-2 0 1,-2-1-1,-1 0 1,-4-3 281,-3-3 0,-2-3 0,-1-1 0,-2 0 80,2 0 0,-2 0 0,0-1 1,2-3-141,1-3 1,1-3 0,2 0-1,2-1-153,3 0 1,3 0 0,1 0-167,0 1 1,5 0 0,2 3 0,2 3 8,2 3 1,4 1 0,-1 0 0,-1 0 83,-1 0 0,-1 4 1,0 0-162,-1 2 1,0 2 0,-3 2 226,-3 1 0,-3 0 0,-2 0 0,-3-2 130,-3-1 0,-3 1 1,0-3-1,-1 0 340,0-2 1,0-3 0,1-1 210,-1 0 0,0-1 0,1-3-429,3-3 0,2-6 0,5-2 1,2 2-131,1 1 1,3 0-1,5 0 1,1 0-185,2 3 0,-1 0 1,4-2-1,0 2-189,0 2 1,-4 2-1,1 5 1,-2 1-155,-1 3 0,-5 2 0,-2 4 0,-3 1-35,-1 0 0,-5 3 0,-2 1 0,-3-2 242,0-1 0,-1-1 0,0 0 1,-1-1 354,-2 1 1,2-5-1,-3-2 1,3-3 355,2-1 0,-1-1 0,1-3 0,2-3-256,1-3 1,4 0 0,0-2 0,1-2-428,2 0 0,2 0 0,0 2 0,3 0-330,1 1 0,1-2 0,4 7 0,-2-2 162,-2 1 1,3 5-1,-3-2 1,3 3 201,1 1 1,-5 1-1,-2 2 1,0 1 270,0 2 0,-1 2 0,-3 2-250,0 1 0,-3-4 1,-2 1-2805,-1 0-572,-1 2 3498,-4 0 0,5-28 0,1-7 0</inkml:trace>
  <inkml:trace contextRef="#ctx0" brushRef="#br0">4596 3345 7893,'0'-11'-765,"1"5"1,2 2 817,0-1 1,2 0 0,-2-3 414,0 0 0,4 1 0,-2-3-139,1-1 0,-2 1 1,2 2-1,0 1 95,0-2 0,-3 0 0,5-2 21,0 0 1,-2 0 0,0 0 218,-1 1 1,-1 2 550,0 1-1013,-3 0 1,4 2-1,-6 4-52,-3 3 1,-2 8 0,-4 0-1,-2 4-231,-3 3 0,-2 1 0,-4 3 0,-1 2-458,1 2 0,-7 3 1,-3 4-1,-5 2 124,-2 2 0,-2 2 0,-3 4 1,0-1 266,-1-2 1,6-4 0,3 1-1,5-3 65,5-5 1,1-1 0,1-6 0,1 0 127,1-3 1,7-3-1,0-4 1,3 0-38,4 0 0,-2-1-1878,6 1 1870,-1-5 0,18-15 0,4-9 0</inkml:trace>
  <inkml:trace contextRef="#ctx0" brushRef="#br0">4175 3550 7993,'6'-5'1023,"-1"0"1,-5-3-1,-1 2-665,-3 2 1,2 1-1,-4 7-199,1 3 0,-3 4 0,1 3 0,-3 4-71,-1 2 1,4 3 0,0 1 0,-2 3 37,0 0 0,3-2 0,2 3 1,3-2-119,1-2 1,2-6 0,4-3 0,5-5-88,1-2 0,5-4 0,1-4 0,1 0-948,-1 0 1,3 0 1026,-3 0 0,-3-4 0,1-2 0</inkml:trace>
  <inkml:trace contextRef="#ctx0" brushRef="#br0">4057 3863 7880,'-8'4'930,"1"-1"139,5 1 1,-2-4-393,8 0 0,2 0 0,5 0-43,-1 0 0,1 1-777,0 3 0,-4 1 1,-1 3-361,-1-1 1,-1 0 0,-6 4 161,-1 0 1,-3-1 0,-5-3 0,0-2 352,0-1 1,1-2 0,-1 1 0,0-2 318,0-1 1,1 0-1,-1-1 1,1-2 203,3-5 0,-1 2 0,4-1 0,2-1-31,0-2 0,4-1 0,1 1-453,4-1 0,3 5 1,1 2-1,0 3-209,-1 1 0,1 0 0,0 1 0,0 3-499,-1 3 1,0 3-1,-3 0 1,-3 1 143,-3 0 1,-1 0-1,0 0 1,-1 1 389,-3 2 0,-2-3 0,-5 1 0,1-4 397,-1 1 1,-4-5 0,1 0-1,0-3 334,-2-1 0,4 0 0,-2-1 0,3-3 6,4-3 1,2-4-1,5-2 1,0-1-394,0 1 0,1 1 0,3 1 0,4 0-275,5 0 1,1 0 0,2 2-1,1 2-189,0 3 1,-3 4-1,3 4 1,-1 3-446,-3 2 0,-2 3 0,-3 2 0,-2 1 63,-1 2 0,-2 0 0,-4 2 0,-2-2 571,-5-2 0,-1 0 0,-2-5 0,-1 1 258,-2 0 0,2-5 0,-3-2 0,2-3 505,-1-1 1,5-5-1,-1-2 1,0-3 123,0-1 0,4-4 0,3-2 0,2-1-592,1 0 1,1 1 0,2-1 0,5 4-457,1 2 1,2 1 0,0 2 0,1 1-348,2 5 1,-1 2 0,5 2 561,1 2 0,21 18 0,6 8 0</inkml:trace>
  <inkml:trace contextRef="#ctx0" brushRef="#br0">2093 4241 7799,'5'-11'2,"2"0"0,1 1 469,-1-1 0,2 4 0,-4-1 759,1 0 1,1 0 209,4 0-1516,-1 4 0,-4 5 0,-2 2-21,-3 5 1,-6-2 0,-1 1 0,-1 1-287,0 2 1,0-3 0,-4-1 0,0-1 213,0-3 0,4-1 0,0-1 1,-1 0 373,-2 0 1,-1 0 0,0-1 355,1-2 0,0-3 1,2-5-1,2 0-158,1 0 1,1-1 0,6-1 0,1-1-207,4 0 1,8 4-1,3 1 1,1 3-269,-1 1 1,2 2 0,-2 4 0,3 3-265,0 3 1,-4 6 0,-4 3 0,-4 0-165,-6 4 0,-2 0 0,-3 2 0,-4-2 157,-5-2 1,-7 1 0,-1-3-1,-4-1 287,-2 1 0,0-3 0,3-6 0,2-3 436,2-3 0,-1-1 1,4 0-1,2 0 65,1 0 0,6-5 0,3-2 1,1-3-100,2 0 1,5-1 0,4 0 0,3 0-125,2 1 0,4-1 0,-2 1 0,0 2-42,3 1 1,-2 4-1,0 0 1,0 1-74,0 2 1,-4 0-295,1 0 0,-3 5 1,-4 2-1,-3 3 39,-3 1 0,-6-2 0,-3 0 0,-4-2 108,-3 1 1,0 1-1,2-1 1,-3-2-4,-1-1 0,4 2 1,-1-3-1,2-2 213,1-1 1,4-2 0,1-3 0,1-3 145,3-2 0,0-2 0,4-1 0,1-1-331,4-2 1,3-3 0,1 3 0,1-1-333,2 1 0,-1 4 1,4 5-1,-1 1-489,-3 3 1,-1 0 0,-1 5 0,-2 3 834,-2 5 0,-3 18 0,-3 8 0,-1 1 0,0 0 0</inkml:trace>
  <inkml:trace contextRef="#ctx0" brushRef="#br0">604 4101 7634,'-5'-6'-426,"-1"1"1,-5 5 0,0 0 965,1 0 1,-1 1-1,-1 3 1,-1 4-133,-2 5 1,2 9-1,6 7 1,3 2-169,3 1 1,1 4 0,3 1 0,4-1-129,7-2 0,5-5 1,4-11-1,2-5 118,4-5 1,2-3-1,0-7 1,-1-6 219,-1-6 1,-6-9-1,0-3 1,-7-2-259,-4-2 1,-3 3 0,-9-1 0,-1 2-400,-3 2 0,-3 2 0,-8 4 0,-3 5-543,-2 5 1,-5-1 0,0 6 0,1 0-35,1 2 0,6 2 0,4 3 0,5 3-1213,4 3 1997,3 0 0,26 5 0,12 0 0,2 3 0,0-1 0</inkml:trace>
  <inkml:trace contextRef="#ctx0" brushRef="#br0">1942 4554 7850,'14'-4'0,"-1"-1"0,-2 1 141,-2-1 0,-3-4 1,1 2 855,-4-2 1,-1-2-440,-2 0 0,-5 5 1,-1 4-1,-1 4-240,-1 5 1,-2 8 0,-6 4-1,-1 5-382,-2 5 0,-3 8 1,-4 6-1,-5 6-98,14-22 0,-1-1 0,-1-1 0,0-1 0,-15 24 0,5-2-444,5-3 1,3-4 0,10-11 0,6-7-370,6-5 0,5-9 0,5-4 975,0-6 0,-2-25 0,-2-12 0,1-4 0,0-1 0</inkml:trace>
  <inkml:trace contextRef="#ctx0" brushRef="#br0">1607 4705 8055,'11'-11'1602,"0"0"1,0 1-1,-1-1-747,1 0 0,4-1 1,1-1-1,4-2-360,2 2 0,2 1 1,-1 1-1,1 2-357,1 2 1,0 2 0,-3 5 0,-2 0-92,-2 0 0,-2 6 0,-5 3 0,0 6-426,-1 2 1,1 1 0,-1 3 0,-2 1-975,-1-1 1,-1 3 1352,2-2 0,1-3 0,-3-8 0</inkml:trace>
  <inkml:trace contextRef="#ctx0" brushRef="#br0">20879 8989 8186,'-5'-16'-75,"-2"0"1,-3-2-70,-1 0 1,0 5 0,-1-2-1,-1 3 531,-1 1 0,-2 5 1,3 3-1,-3 2-9,0 1 0,1 1 1,-3 4-1,-2 5-352,-4 7 0,0 5 1,-5 3-1,-2 5-78,-4 5 1,-4 4 0,17-16 0,-1 1 0,1 1 0,0 0 127,1 1 0,0 1 0,0 2 1,1 1-1,-1 1 0,0 0 1,1 2-1,1 1-55,0 2 0,2 0 0,2-1 0,1 0 0,1-1 0,2 0 0,1-1 0,2-1 35,2-1 0,1-1 0,0 29 0,10-6 0,7-4 26,9-6 1,6-6 0,9-7 0,5-2 125,4-2 0,0-6 0,2-6 0,-2-6-12,2-4 0,-2-3 0,3-2 1,-3-4-29,-7-6 1,-8-1-1,-6-6 1,-5-1-160,-4-2 0,-8 3 1,-5 2-1,-5-1-462,-8 0 1,-5 3-1,-5-3 1,-2 1-318,-2 3 0,2 1 1,-2 1-1,1 1-1277,-1-1 2047,7 0 0,12-9 0,13-3 0</inkml:trace>
  <inkml:trace contextRef="#ctx0" brushRef="#br0">20997 9680 8186,'-7'4'10,"0"4"0,0-2 0,-4 1 0,0 2 197,0 5 0,0-2 0,2 3 0,-1 1 28,-1 2 1,7 6 0,-7 2-1,1 1-160,1-1 1,-2 3-1,0-4 1,0-1 17,1-1 1,0-7-1,3-1 1,2-3 328,0-1 0,4-7 0,-3-4-53,3-6 1,1-4 0,0-5 0,0-2-12,0 1 0,0-8 0,0 2 0,1-2-318,3-2 0,-2 3 1,6-2-1,0 2-168,2 1 0,2 0 0,1-1 0,2 0-216,2 3 1,1 5-1,5 1 1,1 2-49,1 1 0,5 5 0,-1 3 0,2 1-878,1 2 1,-2 10 1269,3 4 0,-11 10 0,0 5 0,6 3 0,-1 0 0</inkml:trace>
  <inkml:trace contextRef="#ctx0" brushRef="#br0">21472 9928 8186,'6'-11'-223,"4"0"0,-4 0 1,1 1 799,0-1 1,-5 4-202,2 0 0,-4 4 0,-5 0 1,-4 3-254,-5 3 1,-5 4 0,1 7 0,-1 1 54,1 2 1,-1 1-1,4 5 1,2 1-26,1 1 0,3 1 1,1-2-1,5 1-1,2-1 1,9-1 0,5-3 0,8-2 128,9-3 1,3-8 0,9-5 0,4-5 183,2-8 0,-3-5 0,1-6 0,-5-3-247,-5-4 0,-8-2 1,-4-1-1,-6 2-511,-7 2 0,-5 4 1,-7-3-1,-3 2-246,-3 0 0,-7 5 0,-4 5 1,-3 3-1133,0 1 1,3 1 1670,0-1 0,5 5 0,-3 1 0</inkml:trace>
  <inkml:trace contextRef="#ctx0" brushRef="#br0">22249 9421 8097,'-11'-2'219,"0"0"299,0-2 0,4 1 1527,0 3-1672,5 0 1,-3 5 0,5 3 0,0 5-205,0 5 1,-4 4 0,0 3 0,-2 4-270,-3 2 0,-5 7 0,-4 6 0,-4 5-455,-3 3 1,1-1 0,-4-2-1,1-2 235,-1-5 0,4-4 0,0-8 1,6-5 265,8-7 0,4-11 235,6-7 1,4-4-1,5-8 1,4-3 27,5-3 1,2-6 0,3-1-1,1 0-141,1-2 0,4 5 1,-4-2-1,0 3 78,2 3 0,-8 6 1,1 2-1,-3 5-194,-4 4 0,-1 5 0,-2 6 0,-3 7-275,-3 8 1,-4 6 0,-4 4 0,-3 2-279,-3 1 1,-1 1-1,0 2 1,-3-3 600,0-1 0,-10 18 0,1 2 0</inkml:trace>
  <inkml:trace contextRef="#ctx0" brushRef="#br0">22011 9820 8097,'11'0'0,"0"0"161,0 0 0,6-4 1,4 0-1,8-2 294,6-3 1,4-2 0,9-3-1,5-4 162,3-2-617,-26 10 0,3-2 0,3-8 0,4-4 0,1-1 0,5-3 0,-1 1 0,1 0 0</inkml:trace>
  <inkml:trace contextRef="#ctx0" brushRef="#br0">22767 9464 8097,'12'0'-71,"1"0"1,1 0-224,0 0 1,-6 0 0,-2 1 893,-1 3 1,-2 8 0,-5 9 0,-5 8-349,-8 6 1,-9 9 0,10-17 0,-2 0 0,-1 3-1,0 0-173,-3 2 1,0 0-1,-1 0 1,0 0-1,0 1 1,-1-1 0,0 0-1,1 0-80,-1-2 0,1 1 0,3-4 0,2 0 0,-13 18 0,8-5 158,6-8 0,6-9 1,9-11 86,0-7 0,8-4 1,4-12-1,4-6 7,3-5 0,1-2 0,3-5 1,1-1-182,1-1 0,5-2 1,-1 2-1,1 2-105,-1 4 0,1 2 0,-5 3 0,-1 2 31,-1 4 0,-7 7 1,-2 5-1,-6 7-182,-4 6 1,-3 8-1,-1 1 1,0 4-76,0 0 1,-4 3 0,-1-2-1,-1 0-414,-2 2 1,2-5 0,0 2 674,1-5 0,6-37 0,5-13 0</inkml:trace>
  <inkml:trace contextRef="#ctx0" brushRef="#br0">22702 9831 8097,'0'-11'1135,"0"0"1,1 4 0,3 1 0,3 1-828,3 3 0,2 1 0,2 1 0,5 1-694,5 2 1,4 0-1,4 3 1,2-1 385,2-3 0,12-13 0,9-6 0,-14 5 0,-1 0 0,0 0 0</inkml:trace>
  <inkml:trace contextRef="#ctx0" brushRef="#br0">23069 9928 8097,'-22'31'-359,"1"-2"1,3-4 0,1-6 358,1-1 0,12-9 0,5 0 0</inkml:trace>
  <inkml:trace contextRef="#ctx0" brushRef="#br0">23328 9421 8097,'-4'-8'1043,"1"1"1,-1 10-1,4 0 1,0 7-2200,0 4 1,1 3 1155,3 5 0,16 4 0,9 3 0,3 3 0,1-1 0</inkml:trace>
  <inkml:trace contextRef="#ctx0" brushRef="#br0">23382 9982 8097,'11'-1'0,"-1"-2"0,0-2 294,-3-1 1,3 0-1,-4-2 1,1 1 163,0-2 1,-3 0 0,2-2-1,-1 0-26,-3 0 1,3 1 0,0 0-1,-1 2 12,1 1 0,0 4-318,-1 0 0,-3 7 0,2 6 1,-1 6-277,-2 4 0,-9 0 0,-2 9 0,-2 1-504,-2 1 0,-2-2 0,-4 0 0,2 1-128,1 1 1,5-4-1,0 0 1,4-2 781,6 0 0,28-27 0,11-9 0,3-2 0,0 0 0</inkml:trace>
  <inkml:trace contextRef="#ctx0" brushRef="#br0">23813 10036 8097,'-16'0'0,"1"-1"0,3-2 479,1 0 1,1 0 0,-1 7 0,0 4-387,0 5 1,-3 5 0,-2 6 0,1 3-267,-1 0 1,3-2 0,6 3 0,3-2 272,3-2 1,1-2 0,2-4 0,4-5 47,5-4 1,7-6 0,0-6 0,3-6 166,0-4 1,-1-4 0,0-4 0,-4-2 46,0-2 0,0 2 0,-3-2 0,1 3 43,-1 4 1,-2 3 0,-2 4-491,-2 0 0,-5 7 0,2 9 0,-4 13 44,-4 12 0,-3 11 1,-9 7-1,-4 1 208,-4 3 1,8-26 0,-2 0 0,2 2 0,-1-1-1,-1 1 1,-1 0 283,-2-1 1,1 0-1,1 1 1,0-1-1,-20 18 1,2-3-87,2-5 0,-1-1 0,4-3 1,4-6-672,4-3 1,3-3 0,-1-3-1,1-4-749,-1-2 1,1-6 0,-1-2 0,-1-4 1054,-2-4 0,-1-21 0,-6-15 0,0-2 0,-5-3 0,1-1 0,-1 1 0</inkml:trace>
  <inkml:trace contextRef="#ctx0" brushRef="#br0">20350 8471 7997,'9'-5'0,"0"-1"1451,-2 0 0,-3 1-1202,3 5 1,-6 2-1,-1 2 1,-7 7-416,-6 6 1,-4 8 0,-5 4 0,-1 2-276,-2 2 1,-1 0 0,-4 2 0,2 2-43,2 1 1,1-3 482,3 1 0,10-12 0,3-3 0</inkml:trace>
  <inkml:trace contextRef="#ctx0" brushRef="#br0">20145 8320 8095,'-33'29'0,"1"0"-55,0 1 1,-3 1-1,1 2 55,3 3 0,12-8 0,-1 2 0,-3 3 0,1 1 0</inkml:trace>
  <inkml:trace contextRef="#ctx0" brushRef="#br0">23695 8881 7955,'11'0'1191,"-2"1"-306,-2 3 0,3 8 1,-3 11-1,3 9-607,0 10 1,1 14-1,-5-24 1,0 1-1,1 1 1,-1-1-1270,1 2 0,1 0 991,0-2 0,3 0 0,6 8 0,2 2 0,4-2 0,0 0 0</inkml:trace>
  <inkml:trace contextRef="#ctx0" brushRef="#br0">24159 9108 7994,'0'7'0,"0"0"1924,0 2 1,-4 6 0,-1 9 0,1 12-1925,-1 13 0,25-13 0,9 0 0,4 6 0,0-1 0</inkml:trace>
  <inkml:trace contextRef="#ctx0" brushRef="#br0">11567 4198 7536,'-11'0'0,"4"0"-1319,-1 0 1461,1 0-120,-4 0 1,5-1-31,3-3-7,2 3 0,1-5 19,0 2 1,0 2-2,0-5 0,0 3 0,1-2 56,2 1 1,-1 0 45,1 2 1,2-3 0,-1-5 1,0 4 0,-1 0-55,0-2 0,5 3 0,-4 0 0,1 0-18,0 0 0,2-1 1,-2-4-1,1 0 22,2 1 0,-2-1 0,2 0 0,0 0 9,2 1 1,0-2 0,1-2 0,1-1 13,3-2 0,-2 3 1,3-4-1,1-2-4,0 0 0,0 2 1,2 0-1,-1-1-25,1-2 1,2 0 0,0 1 0,1 0-2,-1 2 1,-3 4 0,-1-4-1,0 0 3,0 1 0,-3-2 1,3 5-1,-2-1 1,-1 0 1,-1 1-1,0-2 1,1 0-14,0 3 1,-1 0-1,0 0 1,3-2-14,0 2 0,2-3 0,4 2 0,-1 1-17,1 1 0,0 1 0,0 0 0,1 0 1,-1 1 1,3-1 0,-5 0 0,4-1 7,0-2 1,3 2 0,-1-3-1,0 3 2,1 2 0,3-1 0,-1 0 0,0 0 3,0 0 1,2-1 0,-2-1-1,2-1 13,2 1 0,-2 1 0,-1 1 1,-3-1 4,0-3 0,3 3 0,-3-2 0,2 3-32,0 4 0,-4-3 0,3 3 1,-1-1-4,1 1 1,-4-2-1,1 5 1,-2-1-23,-2 0 1,2 1-1,0 3 1,0-1-8,-3-2 0,-1 1 0,3 3 0,1 0-1,2 0 0,-2 0 1,3 0-1,-1 0 11,0 0 0,2 0 1,-2 0-1,2 0 3,1 0 1,2 0 0,-4 0 0,1 0 3,-1 0 0,3 3 1,-4 1-1,-1-1 4,-1 2 1,-2-4 0,1 4 0,0-1 36,-1-1 1,-3 6 0,-1-3-1,-2 1 9,-1 0 1,-2-1-1,-2 2 1,1 0-32,0 0 0,-4 2 0,0 0 1,2 1-20,0 0 1,-1 0 0,-1 0 0,0-1-19,-1 1 1,4 0-1,-4 0 1,1 0-13,0-1 1,-3 2 0,2 2-1,-2 0 23,-1-1 0,2 3 0,-1-2 1,1 0 1,0 2 0,3-4 0,-2 4 1,1-2-2,1 0 0,-1 2 0,5-3 1,0 2 6,-1-2 0,5 0 0,-5 0 1,1 3 0,0 1 0,-1-4 1,-1 1-1,-2-1 1,-1 2 0,0-2 0,4 4 0,0-1 21,0 1 0,0-2 1,1 1-1,1 1 6,1 0 1,4-3 0,-4 3 0,1 0-20,0 0 0,-1-4 1,2 2-1,0 0-10,-3-1 1,0 2 0,1-3 0,0 3-40,-1 0 0,-1 1 1,-1 2-1,0-2-23,-1-1 1,-2 3-1,-1-2 1,1 1 14,2 0 1,1 0-1,-2 2 1,0-1 11,-2-1 1,0 0-1,4 3 1,0-2-5,-1-1 1,1-4 0,0 3 0,0 0 7,0 0 0,3-4 0,2 1 0,0-1-21,3 2 1,2-3-1,0 2 1,1-2-72,0-1 1,-1 0 0,1-1 0,-2 1-6,-2 0 0,1 0 0,-4 0 1,-2 1 43,-1 2 0,0-2 1,1 2-1,1-2 78,0-1 0,-2 0 0,0 0 1,1-1 47,1 1 1,5-4-1,-1 1 1,3 0-67,0 2 1,4-1 0,1 0 0,-2-3-1,-2-2 0,-4 4 0,-1-5 0,0 1-18,0 1 1,-8-3-1,2 5-27,-1 2 1,-2 0 0,1 2-1,-2 0-120,1 0 0,2 1 195,0 2 1,40 12 0,-21-9 0,0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context>
    <inkml:brush xml:id="br0">
      <inkml:brushProperty name="height" value="0.053" units="cm"/>
      <inkml:brushProperty name="color" value="#FF0000"/>
    </inkml:brush>
  </inkml:definitions>
  <inkml:trace contextRef="#ctx0" brushRef="#br0">7768 9043 8036,'4'-11'0,"1"0"0,0 1 783,-1-1 0,1 1 0,-2 2 1142,0 1-1755,1 4 1,-5 3 0,-3 7-1,-2 3-73,0 1 1,-4 0 0,3 1 0,-2 1-119,-2 1 0,1 1 1,2-5-1,1 1-215,-2 0 1,3 0-1,-1 0-1479,-1-1 1715,3-4 0,17-29 0,10-16 0,2-3 0,-1 0 0</inkml:trace>
  <inkml:trace contextRef="#ctx0" brushRef="#br0">8632 7381 8250,'6'-21'102,"2"-1"0,-4 0 0,-2 1 229,-1-1 1,-1 2 0,0 2-175,0 3 1,-5 5-1,-3 3 1,-4 3-31,-2 3 1,-2 2 0,3 3 0,-1 4-449,0 5 0,6-1 1,2 4-1,1-1-1320,3 3 1641,1-2 0,29 23 0,8 2 0</inkml:trace>
  <inkml:trace contextRef="#ctx0" brushRef="#br0">8966 7845 8483,'6'-11'0,"-2"1"595,-3-1 1,-1 0-1,0 0 85,0 0 1,0 4 0,1 1-529,3 1 0,-2 2 0,4 4-858,-1 3 0,-1 2 0,-3 4 706,2 1 0,3 19 0,5 5 0</inkml:trace>
  <inkml:trace contextRef="#ctx0" brushRef="#br0">9829 5493 8503,'-7'-10'187,"1"2"1,0 1 337,0-2 1,0 3 0,-2 0 0,2 0 366,1 0 0,-3 4 1,2-1-71,0 6-822,1 3 0,38 19 0,9 4 0</inkml:trace>
  <inkml:trace contextRef="#ctx0" brushRef="#br0">11470 3885 8579,'-11'0'-40,"0"0"0,0 0-54,0 0 0,4 0 343,0 0 1,6 0-125,1 0 1,9 0 0,9 0 0,4 0-12,3 0 0,9 0 0,10 0 0,9 0-131,7 0 0,-26 0 1,2 0-1,4 0 0,2 0 1,6-1-1,1 1-57,7-2 0,1 0 0,-17 1 1,2-1-1,-1 0 74,5 0 0,0 0 0,-5-1 0,-2-2 0,-5 0 0,-2 2 0,-1 0 0</inkml:trace>
  <inkml:trace contextRef="#ctx0" brushRef="#br0">8545 7360 8112,'0'-11'430,"0"0"0,0 0 0,0 0 639,0 1 1,0-1 0,2 0-364,1 0 1,-2 4 0,4 1 0,-1 0 133,-1 0-819,1 4 1,-4-2 0,0 8 0,0 3-83,0 2 0,-4 0 1,0 0-1,-2 3-245,-3 0 1,3-1 0,0-2 0,0-2 114,0 1 0,4-2 1568,-2 1-1178,3-4 0,1 0 0,0-6 1,1-3-192,3 0 1,-2-4-1,5 3 124,2-3 0,-4 3 1,-1 1-3302,1 1 3169,-4 2 0,19 8 0,-2 1 0</inkml:trace>
  <inkml:trace contextRef="#ctx0" brushRef="#br0">7758 9237 8758,'10'-11'1171,"-4"1"1,-1-1-1,-1 0-170,-1 0 0,2 2 0,-2 0-292,0 2 0,1 4-155,-4-5 0,-1 6 1,-3-2-537,-3 3 0,-2 2 0,1 2 0,1 2-95,-2 1 0,4-3 0,-3 3-520,0-1 0,-2 2-593,0-3-307,-1-1-1325,0-3 509,5 0 2313,1 0 0,24-17 0,15-9 0,-1-1 0,0 0 0</inkml:trace>
  <inkml:trace contextRef="#ctx0" brushRef="#br0">8847 7726 9477,'0'-7'2805,"0"0"1,2 5-2586,1-2 0,0 3-334,4 1 0,-4 0 72,5 0 1,-5 0-280,4 0 0,-3 0-584,3 0 0,-3 1 905,3 3 0,29-20 0,12-10 0,5 1 0,1 1 0</inkml:trace>
  <inkml:trace contextRef="#ctx0" brushRef="#br0">9829 5493 7874,'-7'-4'354,"0"1"0,3-6 0,-3 3 0,0-1 580,1 0 1,-2 0-1,3-3 1,0 2 548,0 0 1,-2 5-1534,3-4 1,1 5 0,4 2-2709,3 6 2758,2 9 0,25 6 0,11 3 0,2 5 0,1 0 0</inkml:trace>
  <inkml:trace contextRef="#ctx0" brushRef="#br0">10649 7392 7807,'0'-11'2151,"4"0"-998,0 1 1,0 4-1,-1 1 66,0 0-1242,1 4 1,-4-3-1,0 8-1027,0 3 0,0 3 1050,0 0 0,24 30 0,6 7 0</inkml:trace>
  <inkml:trace contextRef="#ctx0" brushRef="#br0">11437 8018 7854,'0'-11'0,"0"0"0,0 0 434,0 1 1,0-1 0,0-1 0,-1-1 674,-3-2 0,2 1 1,-4 3-308,1 0 1,-3 5-1043,1 3 0,1 3 0,0 3 0,1 6-517,2 4 1,-1 3 0,0 3 756,2-1 0,20 38 0,-6-21 0,0 0 0</inkml:trace>
  <inkml:trace contextRef="#ctx0" brushRef="#br0">11502 8223 7854,'7'0'3111,"0"0"-2757,-4 0 0,5 1-3504,-4 3 3150,4-3 0,8-6 0,6-7 0</inkml:trace>
  <inkml:trace contextRef="#ctx0" brushRef="#br0">11675 3939 8392,'21'-5'-93,"5"-5"0,2-4 0,1 0 309,0-2 1,4 3 0,8-5 0,6-1 59,7-2 1,4 4 0,-25 10 0,-1 0 0,0 1 0,1 1-19,-1 2 1,1-1-1,0 0 1,1 0-1,0 2 1,0 0 0,1 1-1,0 0-306,-2 0 1,0 1 0,-2 1 0,0 1 0,0 0 0,-1 1 0,28 3-181,-3 2 0,-16-2 0,-8 0 1,-9-1-84,-8-3 0,-6 1 0,-6-1 0,-6 2 108,-6-2 1,-11-1 0,-8 1-1,-3 0 154,-4 2 1,-3 0 0,-7-1 0,-2 0 2,-1 0 1,1-1-1,-4 1 1,1 0 25,3 0 1,6 1 0,4 0 0,-1-2 197,1 0 0,9-2 5,4 0 1,18 0 0,15 0 0,12-2-76,12-1 1,5 0 0,7-3 0,4 0 19,6 0 1,5 3 0,-27 0 0,1 0-1,-1 0 1,2 0-66,0 0 1,0 0-1,0 1 1,0 0-1,3-1 1,-1 0-1,1 1 1,-2 0-51,-1 0 0,-2 1 0,29 0 1,-8 1-1,-4 0-94,-6 0 1,-13 0-69,-15 0 1,-21 1-1,-23 3 1,-11 3 36,-9 2 1,-7 3 0,22-5-1,0 0 1,-3 0 0,0 0-13,-1 0 1,-1-1-1,-1 2 1,-1 0 0,-1-1-1,0 0 1,1 0 0,1-1-115,-1 0 0,1 0 0,1 1 0,0 1 0,4-1 0,1 1 238,3 1 0,1-1 0,-24 3 0,11 3 0,0 1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context>
    <inkml:brush xml:id="br0">
      <inkml:brushProperty name="height" value="0.053" units="cm"/>
      <inkml:brushProperty name="color" value="#FF0000"/>
    </inkml:brush>
    <inkml:brush xml:id="br1">
      <inkml:brushProperty name="width" value="0.05161" units="cm"/>
      <inkml:brushProperty name="height" value="0.05161" units="cm"/>
      <inkml:brushProperty name="color" value="#FF0000"/>
    </inkml:brush>
  </inkml:definitions>
  <inkml:trace contextRef="#ctx0" brushRef="#br0">11847 3518 8323,'-12'0'0,"-1"0"-387,-1 0 0,-1 0 0,4 0 0,1 0 506,-1 0 1,0 1 0,0 2 0,-1 0 198,-2 0 0,5-2 1,-1-1-1,0 0 32,1 0 1,1 0 0,1 0 0,0 1 375,1 3 0,0-3-200,2 2 1,3 0-449,-2 0 1,6 2 0,4 3-1,3-2 3,1-1 1,1-1-1,1-3 1,2 1-20,2 2 0,2 0 0,5-4 0,3 0 42,0 0 0,0 0 0,4 0 1,4 0-3,2 0 0,4 0 0,7 0 0,6 0-52,5 0 0,-26 0 0,-1 0 1,2 0-1,-1 0 0,2 0 1,0 0-58,0 0 0,1 0 1,-2 0-1,0 0 0,1 0 1,0 1-1,-2 0 1,-1 1 12,28 6 0,-7-2 0,-4 1 0,-1 1-32,-2 2 0,-3-3 0,-2-1 0,-2-1 120,2-3 0,2 3 0,3-1 1,1-1 95,-2 2 0,1-4 0,-1 3 0,3-3-2,1-1 0,-3 4 1,1-1-1,-3 1-30,-1 1 0,2-4 1,-1 2-1,0-1-168,-2-2 0,-6 0 0,0 0 0,-3 0 33,-5 0 1,-1 0 0,-7 0-1,-2 1-47,-4 2 1,0-1 0,-1 2 0,1 0-189,-1 0 1,-2 0 0,-2-1 0,-2 2-549,1 1 0,2 1-4,1 4 0,-5-4 0,-3 0-58,-2 1 1,-2-3-1,-2 0 822,-5 0 0,-11-4 0,-4 4 0</inkml:trace>
  <inkml:trace contextRef="#ctx0" brushRef="#br0">14048 3701 8323,'2'-9'0,"0"0"180,2 2 1,4 0-1,-1-4 133,3 0 1,-1 4 0,0 1 0,-2 0-80,1 0 0,2 3 1,1-3-1,-1 0-28,1 0 0,0 3 0,0-2 0,0 2 35,-1-1 1,1-3-1,0 2-127,0-1 0,0 0 0,-1-2 0,1 2-21,0 1 0,-4-3 0,0 1 0,2-2-45,0 2 1,2-3-1,-1 3 1,-2-2 2,-1-2 1,0-4 0,4 0 0,-1-1 23,-3 1 0,3-3 0,-4 2 0,0-1 63,-3-2 1,2 0-1,-1 0 1,-2 1 118,-1-1 1,-1-2 0,0 0 0,0 0-52,0 3 0,-1-2 1,-1 2-1,-2-3-71,2 0 1,-1 3-1,1 1 1,-3 1-54,-1 3 0,2-2 1,-2 0-1,0 2-32,0 1 0,3 5 1,-4 0-295,-2-2 1,3 5-275,-1 0 0,3 3 151,-3 1 0,4 0 0,-4 1 184,-2 3 0,3-3 0,0 4 0,0-2-79,0 1 1,3-1 0,-3-1-477,1 1 1,-2 0-1,2 3-1537,-1-2 2275,3 0 0,-11-9 0,2-1 0</inkml:trace>
  <inkml:trace contextRef="#ctx0" brushRef="#br0">14027 3701 8368,'11'-10'0,"-1"-1"65,1 0 1,-4 0-1,-1 0 1,-2 1 88,-5-1 1,-6 4-1,-10-1 1,-7 1-160,-6 1 1,-1-2 0,-9 3 0,-1 0-125,-1 0 0,4 2 0,2 3 0,4-1-101,3-3 264,7 3 1,21-4-1,13 5 1,10 0 127,6 0 0,8 0 0,3 0 0,2 0 68,2 0 1,-6-4 0,5 1-1,-4 0 55,-3 2 1,-3 1 0,-3 0 0,-5 0 319,-5 0 1,-9 0-361,-10 0 0,-10 0 0,-8 0 0,-5 0-294,-5 0 1,-1 0-1,-7 0 1,2 0-46,2 0 0,0 0 1,0 0-1,4 0-30,3 0 1,3 0 0,4 0-129,4 0 0,8 0 0,6 0 0,7 0 145,6 0 0,9 0 0,6 0 0,3 0 125,2 0 0,3 0 1,1-1-1,0-1 162,0-2 1,-1 1 0,-3 3 0,-2 0 125,-2 0 0,-8-4 0,-6 0 364,-3 2 0,-5 0 0,-6-1-300,-8 0 1,-14-1-1,-1 4 1,-5 0-338,-3 0 0,-1 0 1,-1 0-1,-1 1-300,1 3 1,1-3-1,2 4 1,4-2-279,2 1 1,6 3-1,2-2-23,-1 1 1,9 1-1,2 3-40,10-3 1,0 1 0,8-3 0,0 0-56,-1 0 1,0-1 0,-1-1-1,0 0 663,-1 0 0,0-1 0,-2 1 0,0 0 0,0 0 0,-2-2 0,1-1 0,0 0-225,4 0 0,-4 0 425,1 0 1,-1 0-1,2-1 413,-1-3 1,-2 3 0,-3-3-1,3 2 62,0-2 0,4 3 0,-3-3-322,3 3 1,-3-2 0,0-1 71,1 2 0,-2 0-647,1 2-597,-4 0 1,0 0 18,-6 0 0,-3 0 1,-5 0 328,0 0 0,1 0 0,-1 0 0,0 0-760,0 0 1231,0 0 0,1-9 0,-1-3 0</inkml:trace>
  <inkml:trace contextRef="#ctx0" brushRef="#br0">10509 755 8282,'6'-1'-259,"-2"-2"1,-2 0 588,2-4 1,-3 3 537,3-3-456,-3 5 0,-1-2-236,0 8 0,0 7 0,-1 8 0,-3 5-182,-3 5 1,-3 3 0,-1 3 0,1 2-126,-1 1 1,-1 1 0,-1 0 0,-2-3-39,2-2 1,5-8 0,2-4 151,1-7 1,1-9 0,4-7 237,0-9 0,1-5 0,2-7 1,2-1-1,1-2 1,1-2 0,4-4 0,-1 1-150,1 1 0,1 0 0,1-2 0,2 1-20,-2 1 0,3 5 1,-1 0-1,1 4-40,-1 2 1,3 11-1,-5 3-95,-3 9 0,-4 10 1,-6 7-1,0 6-270,0 3 0,-4-3 1,0 0-1,-1 0 31,0-1 1,-2-4-1,3-1 1,2-7-56,1-3 395,1-1 1,6-10 0,3-6 0,6-7 218,1-6 1,-1-2-1,3-3 1,1-1 181,1-1 0,6 0 0,0 4 0,0 4-6,1 2 0,-2 4 0,-4 4 0,1 5-205,0 4 1,-2 9 0,-2 7 0,-5 3-422,-4 5 0,-3 2 1,-4 7-1,2 1-1428,-2-1 0,-4-1 1641,-2-2 0,-9-5 0,1 0 0</inkml:trace>
  <inkml:trace contextRef="#ctx0" brushRef="#br0">6830 680 8137,'-11'-4'-172,"0"-1"0,0-1 57,1-2 1,2 3-1,1 2 1,-1 1 362,-2 2 1,-4 2-1,-1 1 1,1 6-11,-2 4 1,3 5-1,-5 7 1,-1 4 13,-1 2 1,2 6-1,1 2 1,1 0-64,3 1 0,2-2 0,4 0 0,4-5-32,1-7 1,12-8 0,6-5 0,6-4 159,7-6 0,6-8 1,2-5-1,1-7 158,3-3 1,0-6 0,-3 0 0,-4 0-353,-4-1 0,-7 1 0,-1 2 0,-4-3-427,-2 0 1,-6 3 0,-7-1 0,-2 2-195,-1 1 0,-4 1 0,-4-1 0,-1-1-305,-2-2 1,0 2-1,-1-2 1,-2 3 802,-4 0 0,-7 2 0,-4-1 0,-3-2 0,0 1 0</inkml:trace>
  <inkml:trace contextRef="#ctx0" brushRef="#br0">6689 583 8216,'10'-7'-473,"-3"-1"0,3 2 1,-4-2-1,0 1 1052,-3-2 0,2 3 39,-1-1 1,1 5-1,-3-1 1,2 6-80,-2 4 0,-1 12 0,-2 8 0,-3 7-203,-3 9 0,-2 7 0,-2 6 0,0 3-305,0 1 0,6-28 0,-1 0 0,1 2 0,0 0 0,0-3 0,0 0-658,-2 24 627,2-6 0,15-15 0,2-3 0</inkml:trace>
  <inkml:trace contextRef="#ctx0" brushRef="#br0">7078 216 8247,'0'-9'879,"0"6"1,0 8-1,0 11 1,0 5-695,0 5 0,-4 4 0,1 4 0,0 0-654,2 2 0,1 4 0,0-4 0,0-1-224,0-2 1,0-3 0,1-4 0,2-9-772,0-3 1464,6-8 0,16-35 0,10-13 0</inkml:trace>
  <inkml:trace contextRef="#ctx0" brushRef="#br0">7229 291 8057,'-5'-6'-105,"-3"3"1,-4 2 324,-3 1 0,-5 9 0,0 7 0,-7 7-180,-4 5 0,1 7 0,-6 1 0,4 0-585,3 1 1,1-3 0,6-1 0,1-6 544,8-9 0,11-20 0,8-5 0</inkml:trace>
  <inkml:trace contextRef="#ctx0" brushRef="#br0">6787 281 8097,'6'4'71,"3"-1"1,0 4 456,4 1 1,4 6 0,5 1 0,5 3-451,5 5 1,5 2 0,6 6-79,1 2 0,-5-19 0,10-2 0,2 1 0,3 4 0,0-1 0,1 0 0</inkml:trace>
  <inkml:trace contextRef="#ctx0" brushRef="#br0">7747 928 7914,'-11'0'-1330,"4"0"4529,0 0-2674,0 0 1,5 0 0,6 1 0,6 2-221,4 0 1,0 1 0,7-3 0,3 1-351,2 2 1,-1 0 0,4-3-1,1 1-654,1 2 1,0-1 0,-2-3 0,-4 0 698,-2 0 0,-11 0 0,-2 0 0</inkml:trace>
  <inkml:trace contextRef="#ctx0" brushRef="#br0">7790 712 8310,'-11'6'387,"4"0"1,2-2 27,4 3 0,5-1 1,12 0-1,10 0-982,8 0 1,8-4 566,5 2 0,-6-12 0,8-6 0,1-1 0,6-1 0,0 0 0,0 0 0</inkml:trace>
  <inkml:trace contextRef="#ctx0" brushRef="#br0">9020 939 8028,'-5'-6'-13,"-2"2"1,-2 2-12,-2-2 1,0 3-1,-1-3 1,-1 3-3,-2 1 0,-3 5 1,3 2-1,-2 3 97,-2 1 0,2 4 0,0 3 0,3 3-64,4 0 0,1 1 0,5-1 0,2 0-10,1-3 1,3-3 0,4-4 0,5-1 73,1-3 0,5-2 0,-1-5 0,1 0 169,-3 0 1,2-5 0,-2-2-1,0-3 132,-2-1 0,-5-3 1,0 0-1,0 0-56,-1 2 1,3-2 0,-6-2-1,0 1-214,-2-1 0,-1 2 0,0 3-117,0 0 1,-1 2-100,-3 1 0,-1 8 0,-2 8 1,3 1-112,3 2 0,1 3 1,0 2-1,0 1-489,0 2 1,5-3 0,1-1-1,2 0 714,3-1 0,46-19 0,-20-1 0,1-1 0</inkml:trace>
  <inkml:trace contextRef="#ctx0" brushRef="#br0">9258 917 8028,'-8'-1'-10,"1"-1"153,-1-2 1,-2 4-1,-1 6 1,2 2 254,2 4 1,-3 5 0,3-1 0,-2 1-355,2 2 0,-1 4 0,3-1 0,0-1 150,0-1 0,2-4 0,3-2 478,0-2 1,0-7-255,0-5 0,1-6 0,3-7 1,3-3-303,2-1 0,2-2 0,1-5 0,3-1-504,3 1 0,-2 2 0,2 3 0,2 2-547,0 2 1,3-2 0,1 6 0,1 5 934,-1 4 0,32 11 0,-24-3 0,0 0 0</inkml:trace>
  <inkml:trace contextRef="#ctx0" brushRef="#br0">9527 960 7900,'-7'-9'0,"1"0"57,1 2 0,0 1 0,2-1 483,-4 3 0,-3 4-324,-1 4 0,5 2 0,3 5 0,2 0-214,1-1 1,1 1-1,1 0-27,2 0 1,4-2 0,-1-1 0,3-4 60,1 1 1,-1-4 0,1 4 93,0 0 0,-4-4 1,0 3 305,2-3 0,-3-1-330,1 0 1,-5 1 0,3 3-1,-1 3-155,-1 3 0,1 2 0,-4 2 1,0 4-141,0 2 1,-1 3 0,-3 1 0,-3 2 189,-3 2 0,0-3 0,-1 3 0,-1-1 229,-3 1 0,3-4 1,-3 0-1,-1-4 58,-2-2 1,-1-1 0,0 1 0,1-5-264,-1-4 1,3-1 0,1-3-1,0 0-312,1-1 0,-1 0 1,5-4-1,-1-1-576,0-3 1,0 2 0,1-5 862,-1-2 0,-5-24 0,-1-8 0</inkml:trace>
  <inkml:trace contextRef="#ctx0" brushRef="#br0">11297 831 8027,'-11'0'729,"0"0"0,0 0-326,1 0 0,4 1 0,1 3 0,0 3-444,-2 3 1,1 5 0,0 2 0,0 1-1112,0 0 0,0 0 1152,-1 3 0,-3 6 0,4 0 0</inkml:trace>
  <inkml:trace contextRef="#ctx0" brushRef="#br0">11264 496 8255,'2'-14'-277,"1"0"1,-2-4 393,3 3 1,-2 7-114,2 8 1,-2 9-1,4 9 1,0 3-5,0 0 0,2 30 0,2 6 0</inkml:trace>
  <inkml:trace contextRef="#ctx0" brushRef="#br0">11383 928 8255,'11'6'-764,"-4"-1"0,-1-4 3128,-1 3-1570,-1-3 0,-6 4-169,-1-5 0,0 0-193,-4 0 0,1-5 0,-1-2-214,3-3 0,3 3 1,1 0-1,1-2-4,3 0 1,2-2-1,5 0 1,0 0-203,-1 1 0,5-1 1,0 1-1,2 3-160,2 3 1,2 3-1,-1 4 1,-1 3-430,-1 4 0,-5 9 1,1 3-1,-6 6-469,-4 3 1,-3 5 0,-2 1-1,-3 0 1046,-3 0 0,-12 4 0,-4-3 0</inkml:trace>
  <inkml:trace contextRef="#ctx0" brushRef="#br0">11135 1370 8140,'-11'-6'-338,"0"3"1,-1 2 496,-2 1 1,2 0-1,-2 1 1,2 2 407,1 5 1,3 6 0,-1 4 0,1 2-337,3 2 0,-1 1 0,2 1 1,2 1-39,1-1 1,7-2 0,3-4 0,6-4 141,1-2 0,4-1 1,4-2-1,1-2 58,-1-3 1,2-3-1,-1-2 1,1-3-133,0-3 1,-3-4-1,1-2 1,-4-2-272,-2-2 0,-4 3 1,3-4-1,-2-2-278,-6 0 0,1-2 0,-7 1 0,0-1-769,-2 1 1,-1-1 0,-1 0 0,-3 1 144,-3-1 1,-4 4-1,-2 3 1,-1 2 911,0 3 0,1 5 0,0-1 0,-1 1 0,0 3 0,6 1 0,1 1 0,-1 0 0,2 0 0,-2 0 0,6 0-505,-3 0 0,4 0 889,-3 0 1,-2 0 155,-4 0 1,4 5 0,1 3 121,0 5 1,4 5 0,-3 7 0,3 5-172,1 5 0,-4 9 0,0 10 0,-2 6-1256,1-28 0,1 0 765,2 0 0,-1 1 0,-3 8 0,-2 2 0,2 1 0,0 0 0</inkml:trace>
  <inkml:trace contextRef="#ctx0" brushRef="#br0">13369 755 7635,'20'-1'-345,"-2"-2"1,-2 0 0,-6-3 0,1 0 625,0 0 0,-4-1 0,-1-4 0,-1 0-178,-3 1 1,-1-1-1,-1 0 1,-1 0-3,-2 0 1,0 1 0,-4 0 0,0 2 115,1 0 0,-2-2 1,3-5-1,0 1-46,0-2 1,-3 3 0,1-4 0,-2 1-138,2-1 0,-3 4 0,4-2 0,-1 3 266,0 1 0,0 5 0,-4 4-16,0 4 1,0 10 0,-1 11-1,-1 8 108,-1 8 0,-2 8 0,3 3 0,-1 3-470,0 1 1,0 3 0,2-1 0,4-2-597,2-2 1,2-6 0,4-1 0,0-4-755,0-5 1,4-12 1427,-1-6 0,11-19 0,-2-7 0</inkml:trace>
  <inkml:trace contextRef="#ctx0" brushRef="#br0">12991 928 8015,'11'10'146,"-1"-2"1,4-2-189,4-1 1,2-2 0,12-3-1,6 0 42,2 0 0,6-16 0,12-11 0,1-2 0,-10 7 0,-1 0 0,0-1 0,0 1 0</inkml:trace>
  <inkml:trace contextRef="#ctx0" brushRef="#br0">13433 1014 8064,'-7'-3'93,"0"-1"1,0-3-1,-4 3 141,0 2 0,4 2 0,0 5 1,0 4-120,1 5 0,-3 8 0,6 1 0,-1 4-77,-1 2 0,4 3 0,-3 0 0,4-1-70,4-2 0,3-4 0,8-7 0,3-3 141,2-3 1,2-6 0,-1-4-1,1-4 292,-1-6 0,0-6 0,-3-3 0,-4-1-63,-2 0 1,-6 0 0,-2-3 0,-3 0-235,-1 3 1,-1-1 0,-3 3-1,-2 1-381,0-1 0,-6 2 1,2 2-1,0-1-1763,-4-2 0,4 5 2040,-1 2 0,-21 20 0,-14 2 0</inkml:trace>
  <inkml:trace contextRef="#ctx0" brushRef="#br0">13250 1230 8064,'11'-1'299,"-1"-3"1,1-3 88,0-2 1,3 1 0,2 2 0,2 2 110,5 1 1,0-2 0,7 2-500,3 0 0,0-15 0,7-11 0,1-2 0,5 0 0,1-1 0,-1 0 0</inkml:trace>
  <inkml:trace contextRef="#ctx0" brushRef="#br0">13908 345 7830,'-1'-6'171,"-3"3"0,-2 4 0,-5 6 1,0 9 219,-4 6 0,-2 8 1,-3 10-1,1 8-268,1 7 0,6 4 0,6-29 1,0 1-1,-1 27-224,2-3 0,2 0 0,7-1 0,3-3-232,3-5 0,2-5 0,1-3 0,3-4 333,0-4 0,17-26 0,6-1 0</inkml:trace>
  <inkml:trace contextRef="#ctx0" brushRef="#br0">13919 734 7958,'0'37'-166,"0"-7"1,0 1 0,0-2 179,0-2 0,0 2 0,1 4 0,3-1 87,3 0 1,4-4-1,3-3 1,4-2-1409,2-2 1307,2-4 0,19-16 0,4-8 0</inkml:trace>
  <inkml:trace contextRef="#ctx0" brushRef="#br0">14210 680 7958,'-11'-7'224,"1"-1"0,-6 6 1,-3-2-1,-4 4 201,-2 4 1,-6 4 0,0 10 0,-7 8-519,-4 4 0,2 7 0,16-17 1,1 1-1,0 1 0,2 1-538,-1 2 0,0 0 0,3-1 1,0 0 630,-17 23 0,17-17 0,4-5 0</inkml:trace>
  <inkml:trace contextRef="#ctx0" brushRef="#br0">14383 410 11706,'-1'16'0,"-3"4"540,-3 8 0,-4 6 1,-3 14-1,-6 7-589,9-23 0,-1 0 1,0 0-1,1 1 1,-2 1-1,1 1 1,0 0-1,1-1-208,0 0 0,0 0 0,0-1 0,1-1 1,-1-3-1,1 1 0,-8 23 257,4-7 0,7-16 0,2-10 0</inkml:trace>
  <inkml:trace contextRef="#ctx0" brushRef="#br0">14512 809 8286,'8'0'2830,"-1"0"-3048,1 0 1,3 0-1,4 0 1,7 0 217,6 0 0,14-8 0,14-7 0,1 0 0,-9 3 0,-1 0 0,0 0 0,0 0 0</inkml:trace>
  <inkml:trace contextRef="#ctx0" brushRef="#br0">15235 712 7843,'11'0'-8,"-1"-1"0,-2-1 1,-2-3 91,-1-1 1,-2-1 0,-3-4 536,0 0 0,0 4 1,0 0 321,0-2 0,-4 6-525,-4 3 0,4 6 0,0 8 0,3 3-112,1 0 1,0 3-1,1-2 1,4 2-41,6 2 0,2-5 0,7-3 0,4-2 84,3-1 1,1-1 0,5-3-1,-1-4-43,0-1 1,0-6 0,-5-1-1,-5 0-506,-7 1 0,-9-2 0,-8 7-169,-11 7 0,-11 9 0,-16 12 0,-7 7 146,22-16 0,-1 0 0,-4 4 1,0 0-1,-1 1 0,0 1 1,-1 0-1,0 0-132,2 1 1,0 0 0,2 0 0,0-1 0,2 0 0,0-1 0,2-2 0,0 0-278,2 0 1,1-1-1,-6 15 1,4-5-1,7-7 631,7-5 0,15-14 0,1-8 0</inkml:trace>
  <inkml:trace contextRef="#ctx0" brushRef="#br0">12883 237 8157,'11'10'-18,"0"-2"5,-1 0 1,-4-1 0,-2 5-1,-3 3 1054,-1 7 1,0 12 0,0 12 0,-2 13-760,-2-25 1,1 2 0,-1 2 0,0 2 0,-3 4 0,-1 1 0,0 2 0,0 1-447,0 2 1,-2 0-1,0-5 1,0 0 0,-1-1-1,0-1 1,1-3-1,0-1 164,-1-3 0,4-1 0,7-3 0,4-2 0,9 29 0</inkml:trace>
  <inkml:trace contextRef="#ctx0" brushRef="#br0">15947 475 7958,'-1'-10'1620,"-2"3"1,-3 5-1222,-5 9 0,4 10 1,-1 13-1,0 6-361,-2 7 0,0 2 0,-1 9 1,-1 5-278,5-28 1,0 0-1,0 2 1,0-1-1,-1 0 1,0 0-1,-1-2 1,1 0-2648,-9 24 2886,4-10 0,7-17 0,7-6 0</inkml:trace>
  <inkml:trace contextRef="#ctx0" brushRef="#br0">16152 302 7940,'11'0'480,"0"0"1,0-5 0,0-2 186,-1-2 0,1 1 0,0 2 0,0 0 124,0 0 0,3 4 0,0-3 0,1 2-211,0-1 1,-3 2 0,3 5 0,-5 4-422,-2 3 1,0 2 0,-4 1-1,-2 3-215,-1 1 0,-2 1 0,-3 3 0,-3 1-176,-2-1 1,-2 0-1,0-2 1,0-1 43,0 1 0,1-3 0,0-2 0,2-2 133,1-1 1,4-4-1,0 0-34,1 2 0,7-5 1,2 0-1,4-3-633,3-1 0,1 0 0,5 0 1,4 0 721,3 0 0,20-19 0,11-10 0,-15 9 0,0 0 0,-1 0 0</inkml:trace>
  <inkml:trace contextRef="#ctx0" brushRef="#br0">17998 831 7597,'-6'1'1417,"2"4"0,3 6-825,1 5 0,0 10 1,-1 4-1,-2 4-441,0 6 0,-1 2 1,4 2-1,0 2-582,0 1 0,0-2 0,0-5 0,0-5-2517,0-5 2948,5-4 0,-9-43 0,3-9 0</inkml:trace>
  <inkml:trace contextRef="#ctx0" brushRef="#br0">17825 1014 7702,'11'0'24,"-1"0"0,6-1 0,2-1 0,4-2 642,3 2-666,7-4 0,6-9 0,9-6 0,2-2 0,6-3 0,-1 1 0,1-1 0</inkml:trace>
  <inkml:trace contextRef="#ctx0" brushRef="#br0">19562 734 7973,'6'-1'1175,"-2"-3"0,-4-1-673,-4-2 1,2 2-1,-5 8-350,-2 4 0,0 5 0,-2 12 0,-1 5-389,-3 7 1,2 5 0,-5 6 0,0 4-967,1 1 1,1 1 1202,1-3 0,8-16 0,-3-9 0</inkml:trace>
  <inkml:trace contextRef="#ctx0" brushRef="#br0">19476 378 7911,'0'-11'-647,"0"0"0,-1 2 1222,-3 1 0,-1 10 0,-2 8 0,3 8-16,3 6 0,2 4 1,3 7-1,2 4-502,0 8 0,7 11 1,-7-27-1,0 2 0,1 2 1,1 1-422,-1 1 0,1 0 1,0 1-1,-1 0 364,-2-1 0,0 1 0,3 11 0,0 2 0,0 2 0,1-1 0</inkml:trace>
  <inkml:trace contextRef="#ctx0" brushRef="#br0">20382 594 7829,'-7'-11'39,"0"0"0,-2 1 216,0 3 0,-2-1 1,-1 4-1,-2 2-135,-4 1 1,1 3 0,-1 5 0,-1 8-29,-2 4 0,0 7 1,0 3-1,3 3 12,4 4 1,3-1 0,4 3-1,3 1-98,3-1 1,2-4-1,4-2 1,6-7 80,6-6 0,8-4 1,5-8-1,3-5 475,3-4 0,5-9 0,-1-8 1,2-5-164,1-5 1,-5-3-1,-2-4 1,-3-2-326,-5-1 1,-5-3-1,-7 4 1,-4-2-225,-6 1 1,-9 4-1,-5-2 1,-5 1-462,-5 0 0,-7 3 0,-4 7 1,-2 3-326,-2 7 1,5 4-1,-1 4 1,0 6 340,1 4 1,3 8 0,6 6 594,1 0 0,10 17 0,-2 6 0</inkml:trace>
  <inkml:trace contextRef="#ctx0" brushRef="#br0">20404 410 7567,'9'-22'0,"-1"1"-409,-5-1 0,-2 2 0,-1 2 0,0 2 2070,0 1-578,0 8 1,0 7 0,0 15-1,0 10-857,0 11 1,0 7 0,-1 14 0,0-27 0,-1 1-208,-2 3 1,0 0 0,1 3 0,0-1 0,0 2 0,-1 0 0,0 0 0,0 0-872,-1-1 1,0 1-1,-2 0 1,0 0 851,0-1 0,-1 1 0,-1 0 0,-1 0 0,2-1 0,-1 1 0</inkml:trace>
  <inkml:trace contextRef="#ctx0" brushRef="#br0">20080 486 7670,'6'-17'0,"-2"1"-143,-3 1 1,-1 3 0,0-4 0,0 2 342,0-1 0,0 1 1,-1 3 568,-3 0 0,2 5 0,-6 5-657,0 7 0,-2 11 1,0 14-1,-1 7-59,0 9 0,0 11 1,5-26-1,0 1 1,0 2-1,-1 1-240,0 3 0,0 0 0,0-2 0,1 0 0,1 0 0,1 0 94,0-2 1,1 1-1,2 7 1,0 1 0,-2 0-1,1 1 1</inkml:trace>
  <inkml:trace contextRef="#ctx0" brushRef="#br0">20976 399 7730,'3'11'0,"1"1"-258,-2 2 0,-1 0 1,-1 4-1,-1 2 125,-2 4 0,-3 4 1,-6 5-1,-3 2 133,-3 1 0,3 0 0,0-7 0,0 3 0,0 2 0,1 0 0</inkml:trace>
  <inkml:trace contextRef="#ctx0" brushRef="#br0">21116 281 8258,'11'-10'2333,"-2"2"-1589,-2 0 0,3 6 0,-3-2 0,3 3-52,1 1 1,-1 0-1,1 0 1,0 1-302,0 3 1,0-2-1,-1 6 1,0 1-294,-3 4 1,2-1-1,-6 4 1,0 0-159,-2 2 0,-1-2 1,0 2-1,-1 0-238,-3-1 0,2 6 0,-4-4 0,0 0-436,0 2 1,3-6 0,0 1-103,1-1 0,8-4 1,5 0-1,7-6-1952,6-4 2788,4-1 0,15-12 0,8-5 0,5-1 0,-1 0 0</inkml:trace>
  <inkml:trace contextRef="#ctx0" brushRef="#br0">19271 1273 7765,'-11'4'142,"0"0"1,4-1 20,0-3 0,3 0-10,-3 0 1,0 0 0,-4 0-30,0 0 1,0 1 0,1 2 0,-1 2-60,0 1 1,1-3 0,2 3 0,1 0-60,-1 0 0,2 0 1,0 3 228,1-2 1,2-5 0,7 2 114,3-3 0,4-1 1,3 0-1,4 0-26,3 0 1,5 0-1,3-1 1,2-2-115,1 0 0,1-4 0,-1 3 0,0 0-299,1 0 1,-4 2 0,-3-1 0,-2 2-401,-4 1 1,-5 0 0,-2 1-400,-5 2 0,-4 3 888,-8 5 0,-30-14 0,-13-5 0</inkml:trace>
  <inkml:trace contextRef="#ctx0" brushRef="#br0">6797 3680 6965,'11'0'0,"-1"-1"654,-3-3 0,3 2 0,-3-6 304,2 0 1,2 3 0,1 2-1,1 1-467,2 2 1,5 0 0,2 0 0,6 0-538,7 0 0,5 5 0,8 2 0,7 3 46,-26-3 0,5-3 0,9-10 0,8-8 0,4-2 0,0 0 0,-6 3 0,0-1 0,-1 1 0,1 0 0,0-1 0</inkml:trace>
  <inkml:trace contextRef="#ctx0" brushRef="#br0">6506 1424 7154,'12'-3'620,"2"-1"1,4 1-1,9 3 1,5 0-550,7 0 0,7 1 1,3 1-1,1 3-314,-4 1 0,-3-2 0,-4 3 243,-7 1 0,-52-46 0,1 13 0,-1 1 0</inkml:trace>
  <inkml:trace contextRef="#ctx0" brushRef="#br0">5643 7176 7762,'3'-7'-66,"1"0"1,1 0 0,-3-4 308,2 0 0,-1 0 0,-3-1 31,0-2 1,-3 5-1,-2-1 1,-1 1-123,-2 3 0,-2-2 0,-1 4 0,0 2-28,1 1 0,-5 2 0,0 2 0,-2 6-45,-2 4 1,0 5-1,-1 7 1,2 5-49,-1 5 0,2 3 1,2 5-1,3 1-56,6-1 0,3-5 1,6-2-1,4-4-6,7-3 1,10-7 0,6-9 0,4-6 148,2-7 0,5-6 0,-2-9 1,2-6 29,-1-3 1,-7-6-1,-5 2 0,-2-5-187,-2-3 1,-6 3 0,-4-3 0,-3 2-54,-4 2 0,-2 2 0,-5 0 0,-1 0-182,-3 3 0,2 0 0,-5 2 1,-3 1-159,-3 1 1,0 6 0,-5 4 0,-1 5-20,-2 4 0,0 4 0,0 4 0,2 4 451,1 5 0,1 0 0,-1 4 0,4-1 0,2-3 0,6 23 0,1 5 0</inkml:trace>
  <inkml:trace contextRef="#ctx0" brushRef="#br0">5654 6982 7762,'6'-18'0,"-2"1"138,1 2 0,-4-1 0,3 3 448,-3-2 1,-1 8-1,0 11-172,0 9 1,0 12 0,-1 9-1,-1 8-175,-2 7 1,0 8 0,3 5 0,0-30 0,-1 0-322,-2 2 0,0 1 1,1 0-1,0 0 1,0 3-1,-1 0 1,0 0-1,0-1-2319,-1 2 1,0-2 2400,1-4 0,2 0 0,3-1 0,3-1 0,8 23 0</inkml:trace>
  <inkml:trace contextRef="#ctx0" brushRef="#br0">5945 7392 8212,'-5'6'518,"3"0"1,-4-2 0,1 3-321,3 2 0,-3 7 0,1 2 1,1 3-225,-2 5 26,4-4 0,15 29 0,10 0 0</inkml:trace>
  <inkml:trace contextRef="#ctx0" brushRef="#br0">11437 7252 7852,'-5'-6'125,"2"2"0,-7 8 1,-3 3 70,-3 2 1,2 7 0,-3 3 0,0 5 3,1 5 1,4 2 0,1 2-1,6-1-25,4 0 0,2-5 0,4-5 0,4-5 73,5-5 0,8-3 0,1-9 0,4-2 146,3-1 0,1-8 0,0-7 0,-2-2-243,-4-2 1,-2-3 0,-3-1-1,-2-1-232,-4 1 0,-3-3 0,-4 4 0,-3 1-69,-3 1 1,-2-2-1,-3 0 1,-4 1-406,-5 1 1,0 5 0,-5 1 0,-3 2-109,-3 1 0,1 7 0,-2 4 1,3 1 263,0 2 0,2 5 0,2 2 1,3 3 398,3 1 0,-3 0 0,7 9 0,-1 3 0</inkml:trace>
  <inkml:trace contextRef="#ctx0" brushRef="#br0">11437 7101 7738,'7'-8'-197,"1"2"270,0 2 1,-3 2 392,-2 10 0,-1 5 0,-2 12 0,-2 5-247,-1 5 1,0 3-1,-3 5 1,0 2-520,0 1 0,3 7 0,-3 3 0,0-2-1941,0-2 2241,-1-11 0,-1-11 0,0 1 0,-9 25 0</inkml:trace>
  <inkml:trace contextRef="#ctx0" brushRef="#br0">11675 7414 7751,'10'-5'379,"1"-1"0,0-4 238,0 3 1,-4 2-1,0 5-258,1 0 0,-2 1 1,0 3-1,-1 3-302,-2 3 1,-2 4 0,-1 1-1,0-1-31,0 1 0,-4-3 0,-1 3 0,1-3-52,-1-1 1,-2 3 0,3 0 0,2 0-184,0-2 1,-1-5 0,-1 0-4,2 1 1,5 2 0,5 0 0,2-3-1188,5-4 1,5 2 1398,5-1 0,26-10 0,10-4 0,-18 2 0,0 0 0,0 0 0</inkml:trace>
  <inkml:trace contextRef="#ctx0" brushRef="#br0">16983 7047 7776,'-14'-6'71,"-1"2"0,0-1 1,1 2-1,-4 0 237,-3 2 0,3 2 1,0 4-1,-1 6-116,-1 6 1,-1 4-1,3 4 1,4 5-159,2 5 0,2 2 0,3 4 0,4-4-27,1-3 1,8-2-1,5-9 1,6-5 42,3-5 1,3-1 0,1-8 0,2-3 461,2-3 0,-4-9 1,1-7-1,-2-3 113,-2 0 0,-4-2 0,-2-2 0,-3-3-434,-2 1 0,1-8 1,-1 3-1,-3-2-267,-3 0 0,0 2 1,0 0-1,-2-1-352,0 1 1,-7 4-1,-2 4 1,-4 4 37,-4 2 1,2 10 0,-5 0 0,0 6-505,1 2 1,-2 5 0,4 3 0,-1 5 139,1 5 0,0-1 0,6 1 754,1 1 0,-1 11 0,3 4 0</inkml:trace>
  <inkml:trace contextRef="#ctx0" brushRef="#br0">16854 7047 7776,'5'-16'-210,"-1"4"1,5-4 0,-2 2 213,1 0 1,-2-1 0,0 5 0,0-1 1910,0 0-1549,-3 0 0,2 11 1,-5 9-1,0 10-97,0 8 0,0 9 0,-2 4 0,0 2-410,-2 1 1,-3 4 0,2-1 0,-1 0-1122,-2-2 1,3 0 1261,2-1 0,-3-14 0,0-4 0</inkml:trace>
  <inkml:trace contextRef="#ctx0" brushRef="#br0">17134 7338 7771,'11'-11'82,"0"0"1,0 2 568,-1 2 0,0-3 1,-2 4 1566,0 0-1783,-1-4 0,-1 10-559,-3 0 1,-3 5 0,-3 6 0,-3 0 41,0 0 0,-4-1 0,3 1 1,-1 0-298,0 0 0,-1 0 0,3-1 183,0 1 1,1-4-1,5 1 400,0 0 1,0-2-11,0 1 1,5-1-1,2 1 1,3-2 119,0 0 0,1-3 0,0 6 0,0-1-202,0-1 1,-4 3 0,-1-2-112,-1 3 1,-2 1 0,-4 0 0,-3-1 99,-3 1 0,-6-4 0,-3 1 0,0 0 119,-3 2 0,-2-3 0,0 0 0,0 0-554,3-1 1,1 3-1,4-6 1,-1 1-579,1 1 0,4-4 912,2 2 0,19-21 0,1-6 0</inkml:trace>
  <inkml:trace contextRef="#ctx0" brushRef="#br0">19487 1327 9758,'-28'0'-78,"-2"4"0,4 1 1,-2 0 181,-2-1 0,0 3 0,1-2 0,4 1 440,2 3 0,7-3 1,2 1-413,6 1 0,6-2 0,9 0 1,7 0 168,5 0 0,8-3 1,3 0-1,5-2 4,4-1 0,4 0 1,3-1-1,2-1-6,1-2 1,-2-3-1,3 2 1,3 0-81,3 1 0,-4-4 0,0 4 0,-2-1-145,-5 0 0,-4 1 0,-4 4 0,-3 0-209,-7 0 0,-9 2-28,-7 1 0,-7-2 0,-10 4 1,-6-1-338,-4-1 0,-2 6 513,-4-2 0,10 3 0,3 0 0</inkml:trace>
  <inkml:trace contextRef="#ctx0" brushRef="#br0">8179 8342 7872,'-15'-2'-764,"0"-1"1,-2-4 1260,-2-3 0,-2 0 0,-2 2 0,-2 1 41,-4-2 1,-3 0 0,-4-2-1,-6-1-189,-7-2 0,-6 0 0,23 6 0,-1 0 0,0-1 0,0 1-122,-1-1 0,0 1 1,-2 1-1,-1 0 0,-3-2 1,-1 0-1,0 0 1,0 0-122,0 0 1,1 1-1,1-2 1,0 1-1,2 1 1,0 0-1,0 0 1,0 1-10,-1-1 0,0 0 1,4 2-1,0 1 0,-2 2 1,0 0-1,2 1 0,1-1-48,0 2 0,1 0 0,-1 0 1,0 1-1,0 0 0,-1 1 1,-1 1-1,0 1-43,0 2 0,0 1 0,1-1 0,-1 2 0,-1 1 0,-1 2 0,-1-1 0,-1 2-79,-1 1 1,-1 0 0,1 0 0,0 0 0,-1 2 0,1 1 0,0 0 0,0 0 9,-1 0 1,-1 1 0,-2 2 0,-2 1 0,0 1 0,-1 0 0,-1 0 0,0 2-24,0-1 1,-1 1 0,-1 0 0,-1 0-1,0 1 1,0 1 0,0 1 0,-1 0 152,-1 1 1,1 1-1,1 0 1,1 0 0,1 0-1,1 0 1,1 0 0,1 1 7,1 1 0,-1 0 0,4-1 1,-1 0-1,0 2 0,0 0 0,2-1 1,0 1-1,4-2 1,1 0 0,2 0-1,1 0 1,2 0 0,0 1-1,1 0 1,0 0-77,0 1 0,1 0 0,2-1 0,0 0 0,2 1 0,1 0 1,0-1-1,0 1-13,1-2 1,0 0-1,3 0 1,0 0 0,1 0-1,1 1 1,0-1-1,2 0 4,-12 25 1,1 1 0,0-5 0,1 1 1,0 1 0,0-6 1,5 2-1,-1-3 64,1 0 0,0-1 0,2-1 0,2-3 41,2-3 0,0-1 0,5 0 0,-1 2-181,0 1 0,0-3 0,0 2 1,1 0 274,-1 3 1,0 0 0,-1 1 0,-1 3-223,-1-4 0,-2 7 0,3-4 1,-2 2 119,2-1 1,-2-1 0,-1 0 0,0 2-5,1 2 0,-1-2 0,3 5 0,0 1 61,3-2 0,1 3 0,4-5 0,0 1-143,0 0 0,2-1 0,3-4 1,0 1-82,0-1 0,0 1 0,-1 0 0,-2 0 26,0-6 0,-2 1 1,1 0-1,-2 0 41,0 1 1,-3-2 0,1 3 0,-1-1 174,-2 0 0,-3 4 0,-2 0 1,0 0-38,1-2 0,-1-1 0,3 1 0,-3 0 17,0 1 0,3-6 1,-2 7-1,3-3 127,1 1 1,1 2-1,-1-1 1,0-1-26,0-3 1,0 3 0,1-2-1,-1 2-128,0 1 0,5-3 0,2-1 0,3 1-144,1-2 0,0 4 1,0-5-1,1-1-100,3-3 1,-2-3 0,6 2 0,0 0 4,2 1 0,0-6 1,1-2-1,0-1 82,0 2 0,3-4 0,2 4 0,-1-4 48,1 0 1,2-1-1,-3 1 1,3 0-50,5-1 0,-1 1 0,4-1 0,1 1-147,1 0 0,5-4 0,1-1 1,4 1 162,0-1 1,3 2 0,6-4 0,5-1 18,-22-6 0,0 0 1,0-2-1,1 0 0,4 1 1,0-1-1,0-1 0,-1 0 51,2-2 0,0 1 0,2-1 0,1 1 0,2 1 0,0 1 0,1-1 0,1 1-146,-1-1 0,0 0 1,1 1-1,0-1 0,-1 1 1,0 0-1,2 1 0,1-1 21,1 1 0,1 1 0,-1-1 0,-1 0 0,0-1 0,0-1 0,0 0 0,-1 1-15,1-1 0,0 0 1,0 1-1,0-1 1,2 1-1,0-1 1,1 0-1,-1 0 37,-1-2 1,-1 1 0,2 0 0,0 0-1,-1-2 1,0 0 0,1-1 0,1 0 26,1 0 1,-1-1 0,-2 0 0,-1-1 0,3 0 0,0 0-1,-1-1 1,-1-1 72,1 0 0,-1 0 1,0 0-1,1-1 0,1-1 1,0-1-1,-1 1 0,-1-1-8,-3 1 0,0-1 0,2 2 1,0-1-1,-3 1 0,1-1 1,0 2-1,0-1-22,1 0 0,0 0 0,-5 0 0,1 0 0,1-1 0,1 1 0,-3 1 0,0 0-17,-2 1 0,1-1 0,-1 0 0,-1-1 0,1 2 0,-1-1 0,1 1 1,-1 0-69,-1-1 0,0 1 0,1-2 0,0 1 0,0 0 1,0 1-1,1-1 0,1 0 47,2-1 1,0-1 0,-2 1 0,0-1 0,2-1 0,1 0 0,-1-1 0,0 1-4,1-1 1,1-1-1,2-1 1,2 0 0,0 1-1,0 1 1,0-1-1,0 0-68,-1 0 0,0 0 0,1 1 0,-1 0 0,0 1 0,0 1 0,0 0 0,0-1 15,1 1 1,-1 0 0,-3 1 0,-1 0 0,0 1-1,-1 1 1,-2-1 0,0 1-140,-2 0 1,0 1 0,-4 1 0,1-1 0,-1 1 0,0 0 0,30 0-57,-7 0 1,-3 4 0,1 1 0,-1-1 170,-2 1 0,-4-1 0,-1-3 0,-3 1 326,-2 2 1,-4-1-1,1-3 1,-2 0 99,-4 0 0,-2 0 1,1 0-1,-2 0 16,2 0 0,-3-3 0,-2-2 0,-2 0-262,-2 0 1,1-2 0,-1 3-1,0-1 86,-3 0 1,-1-3 0,-4 2 0,1-3-307,-1-2 1,-1 5 0,-1-7 0,0 0 70,0 1 0,1-4 0,0 1 0,1-2 63,0-2 0,-6-3 0,5-2 0,0-2 28,0-2 1,-2 0 0,4-5 0,-2 1-18,-1-1 0,0 0 0,-1-2 1,0-2-96,-3-1 0,2 2 0,-5-4 0,1-2-41,0-4 0,-1 2 0,-4-3 0,1 2 73,2-2 0,-1 1 0,1-4 0,-2-1 90,-1-2 1,0 2 0,0 0 0,0-4 90,0-5 1,0 1-1,0 0 1,0 2-4,0-1 1,0 27 0,0 0 0,0-30 0,0 29-1,0 1 30,0-30 1,1 30 0,0 0 0,1-28-1,2-1-264,-3 29 1,0 0 0,0-29 0,0 0 0,2 0-73,0 0 0,-1 30 1,0-1-1,-2-1 1,0-1-1,0 1 0,0-1 138,0 1 1,0 0-1,0-1 1,-1 1 0,0-1-1,-1 0 1,0-1 0,0 0 74,-1-2 1,0 0-1,1 0 1,0 1-1,-1-1 1,-1 0-1,0-1 1,-1 1 89,1-1 0,-1-1 0,0 0 0,-1 0 0,1-1 0,-1 0 1,1-1-1,-1 1 32,1 0 0,0 0 0,-1 0 0,1 0 1,-1 0-1,1 0 0,0-2 0,-1 0-95,1-1 0,0-1 0,-1 3 1,1 0-1,-1-3 0,1-1 0,0 2 1,-1-1-81,1 1 1,-1-1 0,1 0 0,0 0 0,-1 0-1,1 1 1,-1 0 0,1 0-93,0 0 0,-1 1 1,1 1-1,-1 1 0,1-2 1,0 0-1,-1 1 0,1-1 23,-1 0 0,1 0 1,0 4-1,-1 0 0,1 0 1,1 0-1,-1 1 0,1 0 98,1 0 0,-1 1 0,1 1 0,0 1 0,-1-1 1,1 1-1,0 1 0,1 0 56,0 1 0,-1 1 0,1-26 0,-5-2 0,0 3-68,1 1 1,-4 5 0,2 2 0,-6 3-69,-4 1 0,-7 4 1,-6 3-1,-9 4 78,-10 3 0,18 15 0,-2 3 0,-7 1 1,-3 2-1,-8 1 0,-3 1 9,13 2 1,-1 2 0,-1-1 0,-4 1-1,-1 1 1,-2 1 0,-5 0 0,-1 1-1,-1 1 1,12 0 0,0 0 0,-1 0-1,0 1-120,-3-1 0,0 2 0,-1-1 0,-1 1 0,-1 1 0,-1 0 0,-1 1 0,0-1 0,-1 2 0,-2 0 0,1 0 0,0 0 0,-1 0 0,1 0 0,0 1 0,1-1-4,0 0 1,1 0 0,0 0-1,0 1 1,2-1 0,0 0-1,1 0 1,-1 0 118,1 1 0,0 0 0,-1 1 0,1-1 0,1-1 0,0 1 0,0-1 0</inkml:trace>
  <inkml:trace contextRef="#ctx0" brushRef="#br1">5059 10066 7882,'6'-10'214,"-2"-2"0,-4-1 0,0-1 1346,0 1 0,0-2 0,-1 1-338,-2 1 0,0 3-1241,-4 3 0,5 3 0,-1 8 0,1 4-1169,2 5 1,5 3 0,2 5 1187,2 0 0,24 13 0,10 5 0,-12-11 0,0 1 0,0-1 0</inkml:trace>
  <inkml:trace contextRef="#ctx0" brushRef="#br0">5616 10939 9427,'-6'-7'3367,"1"1"-4274,1 1-430,3 2 1337,-4 3 0,24-5 0,4-1 0</inkml:trace>
  <inkml:trace contextRef="#ctx0" brushRef="#br0">6499 9951 7911,'-11'-5'1046,"0"-2"1,1-3 0,-1-3-1,1-1-295,-1 1 0,4 1 1,0 2-1390,-1-1-392,-1 5 0,3 6 0,3 7 0,3 4-22,3 3 0,4-1 1052,7 4 0,8 4 0,5 4 0,4 3 0,0 0 0</inkml:trace>
  <inkml:trace contextRef="#ctx0" brushRef="#br0">6824 11895 7683,'-4'6'1712,"-3"-3"1,1-2 10,-1-1 1,4-4-1799,0-3 1,3 2-1135,3 1 0,0 3 0,4 2 1209,1 3 0,15-12 0,5 1 0</inkml:trace>
  <inkml:trace contextRef="#ctx0" brushRef="#br0">7749 11264 11389,'-11'-14'0,"2"0"707,2 1 1,-1 2 0,4 0 0,2 1 256,1-1 0,2 5-1632,3 3 0,3 11 0,5 6 668,2 5 0,22 20 0,8 8 0,-13-13 0,-1 1 0,1-1 0</inkml:trace>
  <inkml:trace contextRef="#ctx0" brushRef="#br0">8400 12672 7666,'-3'11'4703,"-2"-2"-2745,-1-2 0,3 3-1762,-4-3 0,5 2-531,-2 1 1,8 0-1,3-3 1,3-4-1273,4-2 1607,-2-1 0,16-16 0,6-10 0,0 0 0,0 0 0</inkml:trace>
  <inkml:trace contextRef="#ctx0" brushRef="#br0">9020 11758 7666,'5'-10'-202,"-4"-2"1,3-2 0,-3-4 1057,-1-1 0,-1-1 0,-3 2 1,-3 4 1524,-2 3 0,2 0-2622,0 1 1,4 5-1,0 6 1,3 8-798,3 8 0,4 6 1,7 4-1,4 2-2381,2 4 3419,-4 5 0,10 6 0,5 6 0,-10-13 0,0 1 0,0-1 0</inkml:trace>
  <inkml:trace contextRef="#ctx0" brushRef="#br0">9346 12462 7666,'-7'-3'471,"1"-2"1745,2-1-3316,0-1 1100,9 1 0,43 11 0,-17 1 0,1 0 0</inkml:trace>
  <inkml:trace contextRef="#ctx0" brushRef="#br0">5059 4907 8071,'7'-18'66,"0"1"0,-5 3 0,2-3 0,-3 1 551,-1 0 0,0 3 0,0-1-215,0 2 1,-1 3-472,-3 2 1,2 3-1,-4 8 1,1 3-186,3 2 0,2 2 0,4 0 1,3 2 253,2 1 0,30 28 0,-17-19 0,1 0 0</inkml:trace>
  <inkml:trace contextRef="#ctx0" brushRef="#br0">5059 5873 8157,'-16'20'0,"0"-2"301,1-4 0,4-6 1,-3-2-1,2-2 1009,1-1 0,1-2 0,-1-1-438,1 0 1,3 0-1188,0 0 0,1 1 0,-1 3 315,4 3 0,11-17 0,3-3 0</inkml:trace>
  <inkml:trace contextRef="#ctx0" brushRef="#br0">5311 4297 8201,'4'-15'0,"-1"-3"997,0-1 1,-2-2-1,-1 1 1,0 1-1743,0 2 1,0 7-1,1 1 1,2 3-586,4 4 1330,3 5 0,23 8 0,10 3 0,3 3 0,0 0 0</inkml:trace>
  <inkml:trace contextRef="#ctx0" brushRef="#br0">7192 4928 8181,'-14'0'505,"-1"0"0,0 0 95,-1 0 0,-1 0 0,2 1 0,-2 1-134,-1 2 0,1 4 0,1-1 1,1 2-594,2 2 0,0 3 0,2 1 0,-1 1-2125,3 3 2252,5-4 0,27 24 0,12 0 0</inkml:trace>
  <inkml:trace contextRef="#ctx0" brushRef="#br0">7003 6262 8052,'6'12'136,"-3"2"1,-2-2 0,-1 2 0,0-3 316,0 0 0,-4-1 1,-3 2-1,-3 1-214,0 1 0,-4 0 0,0-4 1,0 2-380,-1 2 0,4-2 0,-1 2 0,4-3-989,0 0 0,3 3 1129,2 0 0,34-9 0,10-7 0</inkml:trace>
  <inkml:trace contextRef="#ctx0" brushRef="#br0">8295 5705 8021,'11'-4'0,"-2"-5"0,-2-2 2904,-3-3-2764,-3 4 1,-1 7 0,0 6 0,0 6-141,0 3 0,9 42 0,-3-20 0,0 0 0</inkml:trace>
  <inkml:trace contextRef="#ctx0" brushRef="#br0">8789 6504 8039,'7'31'-145,"0"1"0,-1-4 1,2-1-1,-2 0-237,-1 0 1,2-3 381,-4 4 0,1 14 0,-4 7 0</inkml:trace>
  <inkml:trace contextRef="#ctx0" brushRef="#br0">9062 7155 7984,'-10'0'568,"-1"0"0,15 5 0,3 1 0</inkml:trace>
  <inkml:trace contextRef="#ctx0" brushRef="#br0">7854 11264 7992,'-5'7'-94,"-2"0"1,1-4 0,-1 0-11,-1-2 1,2 0-387,-1 3-153,0-3 643,2 4 0,51-10 0,-14 2 0,1 0 0</inkml:trace>
  <inkml:trace contextRef="#ctx0" brushRef="#br0">5984 13954 7834,'4'6'445,"8"-1"0,11-5 1,14-1 41,14-3 0,-16 2 0,3 0 1,10-2-1,1-1 0,7 2 1,0 1-390,-15 0 1,1 1-1,-1-1 1,2-1-1,0 1 1,1-1 0,-1 0-1,0 1 1,0 0-1,1-1 1,0 0 0,0-1-203,-1 3 1,-1-1 0,5-5 0,-4-5 0,5-4-1,3-4 1,1-2 0,1 0 0,-1 1 0,-4 1-1,0 0 1,0 0 0,0 0 0,0 0 0,0 1-1,0-1 1</inkml:trace>
  <inkml:trace contextRef="#ctx0" brushRef="#br0">6635 8795 7967,'-36'-1'0,"-3"-3"0,0-2 129,0 0 0,2-2 0,3 4 0,0-1 429,4 0 0,1 3 0,8 5 0,5 4-61,7 3 0,6 1 0,7 3 1,8 4-149,8 2 0,11 0 0,12-2 1,10 0-183,-23-9 1,2 1 0,5-1 0,3 0 0,3 0-1,1 0 1,3-2 0,0 0 33,1-1 0,2-1 1,2-1-1,1-1 0,4 1 1,2-2-1,-19 0 1,1 0-1,0-1-236,2 0 0,1 0 1,-1-1-1,-1 1 1,1-1-1,-1 0 1,17 1-1,0-2 1,-3 1-1,0 0-51,-3 0 1,-1 0-1,-3 1 1,-2 0 0,-6 0-1,-3 0 1,-6 1 0,-3-1-425,14 2 0,-14 3 0,-18-1 63,-15 1 1,-12 4-1,-20-3 1,-9 2 240,-9 2 1,23-5-1,-2 2 1,-3-1 0,-2 0-1,-1 0 1,1 0-321,-2 0 0,-1 1 1,-1-2-1,0-1 526,-2 2 0,1 0 0,1 1 0,-1-2 0,-2 0 0,-1-1 0,0-1 0,-1 0 0</inkml:trace>
  <inkml:trace contextRef="#ctx0" brushRef="#br0">7308 4213 7642,'-16'6'1187,"0"-3"1,-5-6-1,1-4-445,3-2 0,2-2 0,5 1 0,3-1-1151,4 1 1,3 3 0,4 1 0,6 1 408,3 3 0,38-4 0,6 0 0</inkml:trace>
  <inkml:trace contextRef="#ctx0" brushRef="#br0">13560 4213 7634,'-26'-9'284,"0"1"1,-1-9 0,5 2 2609,3 2 0,10-2-1694,-1 1-1797,6 0 0,1 8 1,5 4-1,1 4-1960,0 5 2557,3 3 0,4 19 0,6 5 0</inkml:trace>
  <inkml:trace contextRef="#ctx0" brushRef="#br0">18435 4119 13101,'-6'-5'1267,"3"0"-2449,6-2 1,3 4 1181,5 6 0,16 8 0,7 3 0,4 3 0,-1 0 0</inkml:trace>
  <inkml:trace contextRef="#ctx0" brushRef="#br0">8022 10276 7690,'-12'-2'369,"-2"-5"1,7-1-1,0-8 1,6 0-552,5 4 1,11 0 181,9 1 0,25-1 0,11 0 0,-16 3 0,-1-1 0,1 1 0</inkml:trace>
  <inkml:trace contextRef="#ctx0" brushRef="#br0">14043 9762 7651,'-5'5'0,"-5"-2"0,-7-10 0,1-7 1937,2-5 0,2 3 1,3 2-1723,2 2 1,5 7-216,9 5 0,32-14 0,17 1 0</inkml:trace>
  <inkml:trace contextRef="#ctx0" brushRef="#br0">18467 9625 9664,'0'-16'2151,"0"0"0,0 6-2274,0-1 0,1 2 1,2 2-1,4 4-2015,3 1 2138,0 2 0,5 14 0,2 4 0</inkml:trace>
  <inkml:trace contextRef="#ctx0" brushRef="#br0">3725 8763 7906,'-2'-10'-240,"-1"-1"0,1 2 0,-5 2 638,-2 3 0,1 4 0,0 5 1,2 7-215,1 8 1,-2 10 0,4 10-1,-1 3-124,0 2 1,3 10-1,-3 1 1,3-25-1,1 1-26,0 3 1,0 0 0,0 2-1,0 1 1,0 4 0,1 1-1,0 1 1,0 1-273,1 2 0,0 1 1,0-1-1,-1 1 1,0 4-1,-2 0 1,1 2-1,0 0 98,0 1 1,0 1 0,0 2 0,0 0 0,1-1-1,-2-1 1,1 1 0,-1 0-23,0 1 1,-1 0-1,0-18 1,0 1 0,0 0-1,-1 0 1,-1 1 0,0-1-1,1 0 1,-1 0 0,0 1 189,-1-1 0,0 1 0,1 0 0,0 0 1,-1-1-1,1 2 0,-1 0 0,-1 1 1,1 1-1,-1 0 0,1 1 0,0-1 17,1 2 1,0-1-1,0 0 1,-1 1-1,-1-1 1,1 0-1,1-3 1,-1 0 0,0 0-1,1 0 1,0 0-1,0 0 63,-1 0 0,1 0 0,1 0 0,0 0 0,2 1 0,-1-1 0,1 0 0,-1 0 0,2 0 0,-1-1 0,1-1 0,-1 1-32,1-2 1,0 0 0,0 0-1,2 19 1,1-1 0,1 0-1,0-1 1,2 0 0,0-1-210,0-4 1,2 1 0,1-1 0,1-2 0,-2-4 0,1-2 0,1 1 0,0 0 7,0-1 0,1 0 1,1-2-1,0-1 1,1-2-1,-1 0 1,0-3-1,-1 0-31,0-1 0,1-1 1,-2-2-1,2-1 1,0-1-1,0 0 1,1-1-1,1 0 7,-1-1 0,1-1 0,1-1 0,0-1 0,13 17 0,3-1 57,0-2 0,4-4 0,3-6 0,1-3 320,4-4 1,3 0-1,1-8 1,3-1-61,1-1 1,4-7 0,-5-1 0,5-2-75,-25 0 0,0 0 0,2-2 1,1 1-1,0 1 0,1 1 0,-2-2 1,1 1 65,-1 0 1,0 0 0,0 0 0,0-1-1,2-1 1,0 0 0,2 0 0,1 0-120,0 0 0,1 0 0,2 0 0,-1 0 0,-1 0 0,1 0 0,1 0 0,1-1-35,2-1 1,1 0 0,2 0 0,1-1 0,2-2 0,0-1 0,0 1 0,0 0-96,1 0 0,0-1 0,2-1 0,1 0 0,3 0 0,1 0 0,1 0 0,1 0-45,-20 2 1,1 0-1,0 0 1,1 1-1,0 0 1,1 0 0,-2 0-1,0-1 1,1 1-1,0 1 1,0 0 0,1 0 87,0 1 1,0-1-1,0 1 1,1 0-1,0 0 1,0-1-1,2 0 1,0-1-1,0 1 1,-2-1-1,-1 1 1,1-1 16,-1 0 0,0 1 0,0-1 0,1 1 1,0 0-1,0 0 0,0 0 0,1 1 1,1-1-1,-1 1 0,0-1 0,-1 1 41,1-1 0,0 1 0,-1-1 0,1 0 0,0 0 0,-1 1 0,-3-1 0,0 0 0,0 0 0,1 1 0,-1 0 0,1-1 51,0 1 0,0-1 0,0 0 0,2 0 0,-1 0 0,1 0 0,-1 0 0,0-1 0,0 0 0,-1 1 0,0-1 0,-1 1 38,1-1 0,0 1 0,-1-1 0,18 1 0,-1-1 0,2 1 0,0-1 0,-1 0 0,-1 0-151,0-1 1,-1 1-1,-2 0 1,-1 1-1,-3 0 1,-2 0-1,0 0 1,-1 1 54,-1 1 0,-1 0 1,-1 0-1,-2 1 0,-2 0 1,-3 0-1,-2 0 1,-1 0 26,-2 0 1,-2 0 0,27 0-1,-5 0 1,-4 1-39,-6 3 0,-8-3 1,-9 3-1,-1 0 384,-5-1 0,-5 1-406,0-4 1,-8 0-1,-6-1 263,-6-3 0,-1-3 0,-2-7 0,-3-3-436,1-3 1,-4-2 0,1-3-1,1-3 81,1-2 1,2-8-1,-1-5 1,1-7 119,-1-5 0,7 25 0,1-1 0,0 1 0,-1 0 0,0-3 0,1 0 0,0-1 0,0-2 0,-3-6 0,-2-2 0,2-2 0,1 1 0</inkml:trace>
  <inkml:trace contextRef="#ctx0" brushRef="#br0">10008 12756 7892,'-1'-46'-93,"1"-1"0,-2 1 0,0 1 0,2 0 0,-1 0 0,-1 1 0,1-1 1,-1-1-1,1-1 72,0-1 0,-1-1 1,1-3-1,1-1 1,-2 2-1,0 0 0,1 1 1,1 0-144,0 0 1,0 0-1,-1 0 1,-2 0-1,1-2 1,0 0 0,-1 1-1,0 1 179,-1 0 0,0 1 0,-1-1 0,0 0 1,0 6-1,-1 0 0,0-1 0,-1 1 31,0-1 0,0 1 0,-2-1 1,0 0-1,2 3 0,0 0 1,1 2-1,0 0-23,0 0 1,0 0 0,1 3-1,1-1 1,0-1 0,1 0 0,0 1-1,2 0-25,0 2 1,1-1-1,0-1 1,0 0 0,0 3-1,1 0 1,0-1 0,2 1-5,0 0 1,1 0 0,0-1 0,2 0 0,0 3 0,1 0 0,0 0 0,1 0 71,0 1 0,0 0 1,1 1-1,1-1 1,1 0-1,1 1 1,1 0-1,-1 0 31,0 1 1,-1 1 0,2 0 0,0 0 0,12-23 0,-3 0 277,-4 3 1,-4-3 0,-7 5 0,-3 5-350,-3 4 1,-8-1 0,-7 3 0,-10 0-49,-9 0 1,-9 0-1,-8 5 1,22 15 0,0 0 58,-3 0 0,-1 1 0,-6-1 0,0 0 0,-4 1 0,-2 0 0,0 0 0,-1 1-121,-3 0 0,0 0 1,-2 0-1,-1 0 1,-3-2-1,-1 0 1,-2 0-1,0 1 67,0-1 1,0 0 0,17 6 0,1-1 0,-1 1-1,1-1 1,1 1 0,-1-1 0,-1 0 0,-1 0-1,0 0-118,-2 0 1,0-1 0,0 0 0,0 1 0,-1 1 0,1-1 0,-2-1 0,0 0-1,0 1 1,1 0 0,-1 0 0,0 0-227,-1 0 0,0 1 0,0-1 361,-1 1 0,1-1 0,-2 1 0,-2 0 0,0 0 0,-1 1 0,1-1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context>
    <inkml:brush xml:id="br0">
      <inkml:brushProperty name="height" value="0.053" units="cm"/>
      <inkml:brushProperty name="color" value="#FF0000"/>
    </inkml:brush>
  </inkml:definitions>
  <inkml:trace contextRef="#ctx0" brushRef="#br0">16401 7942 8291,'-50'-4'-6,"1"-1"0,4-4 0,-2 3 123,1 2 0,4-4 0,5 5 0,6 0 252,4 2 1,6 2 0,7 3-299,2 3 0,8 3 0,8 1 0,10-2 4,9-2 0,11 3 0,11-3 0,11 1-14,-23-4 0,2 0 0,3-1 1,3-2-1,3 0 0,2-2 1,3 1-1,2 0-42,4 0 0,1 0 0,4 0 0,2 0 0,-20 0 1,0 0-1,1 0 0,5 0 0,0 0 0,2 0-118,4 0 1,1 0 0,2 0-1,-11 0 1,2 0 0,0 0 0,0 0-1,4 0 1,0 0 0,1 0 0,0 0-1,0 0 1,1 0 0,-1 0-1,1 0 215,0 0 1,0 0 0,1 0 0,0 0 0,1 1-1,0 0 1,1 0 0,0 0 0,3 0 0,0 0 0,0 1-1,0-1 1,-11 0 0,1 0 0,0 0 0,-1 0 0,1 0-121,1 0 0,-1 0 0,1 0 1,0 0-1,0-1 0,2 1 0,0 0 1,1 0-1,-1-1 0,1 1 0,-1-1 1,0 1-1,1-1 0,-1 0 0,1 0 1,1 1-1,0-1 0,1 1 0,-1-1 1,1 1 94,0-1 0,1 1 1,-1-1-1,1 1 0,0 0 1,1 1-1,0-1 0,1 1 1,-1 0-1,0 0 0,-1-1 1,0 0-1,0 1 0,-1-1 1,0 1-1,-1 0 0,0 0 1,-1 0-1,0 0 1,0 1-70,0-1 0,-1 1 1,0 0-1,0 0 1,0 0-1,0 0 1,-1-1-1,0 1 1,0-1-1,0 1 1,-1 0-1,0 1 1,0 0-1,0-1 1,0 1-1,-1 0 1,-1 0-1,0-1 1,0 1-1,0 0-206,9 1 0,0 0 1,0 0-1,-1 1 0,-1-1 1,0 0-1,0 1 0,-2-1 1,-4 1-1,-1-1 0,-1 0 1,0 1-1,0-1 0,-1 1 1,0-1-1,0 0-288,13 2 1,-1 0-1,-1 1 1,-5 0-1,-2 1 1,0-1 471,-6 1 0,-1-1 0,0 0 0,-1 1 0,0-1 0,-1 1 0,11 1 0,-2 1 0</inkml:trace>
  <inkml:trace contextRef="#ctx0" brushRef="#br0">4747 12280 8007,'-11'6'0,"-1"-1"-12,-2 0 1,2-4-1,-3 4 1,0-1 23,1-1 0,-2 2 0,3-3 0,-3 3 71,0 1 0,2-2 1,0 2-1,2 0 171,1 0 0,4-3-222,0 4 1,6 1 0,1 1-83,6-2 0,4 3 1,5-4-1,4 1 34,5 0 0,1-3 0,8 2 1,4-1 73,3-3 0,10 1 0,5-1 0,-23 0 0,0 0 27,5-1 1,1 0 0,3 0-1,2-1 1,5 0 0,2 0 0,6 0-1,2 0-162,-16 0 0,2 0 0,-1 0 0,3 0 1,0 0-1,0 0 0,4 0 0,1 0 1,-1 0-1,3 0 0,-1 0 0,2-1 102,1 0 1,0 0 0,1-1 0,3 2-1,1 0 1,0-1 0,-12 0 0,0 0 0,1 0-1,0 1 1,2-1 0,0 1 0,0 0 0,0-1-184,1 1 0,-1 0 1,1 0-1,0 0 1,2 1-1,0-1 0,1 0 1,-1 1-1,4-1 1,-1 1-1,1-1 0,1 1 1,-11 0-1,1-1 1,0 1-1,1 0 0,0 0 161,1-1 0,1 1 0,0-1 0,0 1 0,1-1 0,-1 0 0,0 1 0,1-1 0,-1 0 0,1 0 0,2 0 0,-1 0 0,1 0 0,1 0 0,-1 0 0,1 0 0,0 0 0,0 0 0,1 0 0,0 0-63,1 0 1,0 0 0,1 0 0,-1 0 0,1 0 0,1 0 0,0-1 0,0 0 0,0 0 0,1 1 0,-9-1 0,-1 0 0,1 1 0,1-1 0,-1 1 0,0-1-1,0 1 1,0-1 0,0 1 0,0-1 0,1 1 0,-1 0 66,-1-1 0,1 1 1,-1 0-1,1 0 1,-1 0-1,1-1 1,-1 1-1,1 0 1,-1 0-1,0 0 1,1 0-1,-1 0 1,1 0-1,0 0 1,0 0-1,0 0 1,0 0-1,0 0 1,0 0-1,-1 0 1,1 0-1,0 0 1,0 0-1,-1 0-376,1 0 0,0 0 0,0 0 0,-1 0 0,1 0 1,-1 0 368,7 1 0,0 0 0,0 0 0,0 0 0,0 0 0,1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context>
    <inkml:brush xml:id="br0">
      <inkml:brushProperty name="height" value="0.053" units="cm"/>
      <inkml:brushProperty name="color" value="#FF0000"/>
    </inkml:brush>
  </inkml:definitions>
  <inkml:trace contextRef="#ctx0" brushRef="#br0">6614 7586 8059,'-6'-1'0,"2"-3"370,3-3 1,4-1 0,4-1 0,8 2 146,8-1 0,12-5 0,13-3 0,-18 8 1,2 0-276,6 1 0,1-1 1,5-1-1,2 0 1,7 1-1,2 2 1,4-1-1,3 0-159,-18 3 1,0 0 0,1 0-1,1 2 1,1 0 0,0 0 0,2 1-1,1 0 1,0 0 0,-1 0 0,-1 1-1,1 1-266,-1 0 1,1 0 0,-1 0 0,3 1 0,0 0 0,1 0 0,0 2-1,0-1 1,1 1 0,1 0 0,0-1 0,1 1 47,0 0 1,0-1-1,0 1 1,3-2-1,-1 1 1,1-1 0,-3 0-1,0 0 1,0 0-1,2 0 1,0-1-1,0 1 17,0-1 0,1-1 1,-1 1-1,1 1 1,0-1-1,0 1 0,-1-1 1,0 0-1,-1 0 1,-1 0-1,-1 0 0,0 0-1,-1-1 1,0 1 0,0-1-1,-2 0 1,1 0 0,-1 0-1,-1 0 1,0 0 0,0 0 0,-1 0-1,-1 0 1,0-1-22,-2 0 1,0-1 0,-1 1 0,-3 1 0,0 0 0,-2-1 0,16-1 0,-2-1 0,-3 1 0,-2 1-74,-3-1 1,-2 0 0,-3 0 0,-3 0-1,-5 2 1,-1-1 212,22-2 0,-13 3 0,-9-5 0,-5-1 0,-5 0 0</inkml:trace>
  <inkml:trace contextRef="#ctx0" brushRef="#br0">13865 7511 8031,'-6'0'304,"1"-2"0,8 0 69,4-2 1,6-3 0,13 2 0,8-1-45,8-2 1,8 2-1,-19 2 1,1 1-1,4-1 1,2 1-49,5 0 0,1 0 0,5-1 0,2 2 1,6 0-1,2 1 0,-18 0 0,1 0 1,0 0-189,1 0 0,1 0 1,0 0-1,1 1 1,1-1-1,-1 1 0,0 0 1,-1 1-1,0-1 1,0 1-1,0 0 0,0 0 7,0 0 1,-1 0 0,1 0 0,-1 2 0,1-1 0,0 1 0,-2-2 0,0 0 0,-1 0 0,18 0-1,-1 0-745,-4 0 0,0 0 0,-1-1 0,-1 1 645,-1 1 0,-1-1 0,0 0 0,-1 0 0,-2 0 0,0 1 0,-2-1 0</inkml:trace>
  <inkml:trace contextRef="#ctx0" brushRef="#br0">15548 7446 8056,'-11'0'-145,"1"0"1,-1 0 87,0 0 1,0 0 0,0 0 0,1 0 346,-1 0 0,0 0 1,0 0-1,0 0-11,1 0 0,-1 0 0,0 0 0,-1 0-163,-2 0 1,2 0-1,-3 0-218,3 0 1,2 0-6,-1 0 1,10-1 0,4-2-1,8 0 98,7 0 1,1-1-1,11-1 1,2 0 128,3 0 1,6-2-1,-3 2 1,2 0 438,0 1 0,-6 0 1,3 4-1,1 0-30,1 0 0,-3 0 0,-3 0 0,-7 0 112,-3 0 0,-7 0-527,-1 0 1,-13 1-1,-8 2 1,-9 0-89,-11 0 0,-3 1 0,-6 1 0,-4 1-362,-4 3 0,-5-3 0,0 1 1,-3 1-81,-1 2 1,1-1 0,-3 0 0,-1-2 153,-3 1 0,12 2 0,3-1 1,9 0 75,5-2 0,7-5 145,8 2 1,11-3-1,8-1 1,7 0-135,6 0 175,7 0 0,13-8 0,11-7 0,2 0 0,6-1 0,0 0 0,-1 0 0</inkml:trace>
  <inkml:trace contextRef="#ctx0" brushRef="#br0">4974 8655 7769,'0'10'0,"0"1"398,0 0 0,5-4 1,3-1-1,5 0 336,5 0 0,7-2 0,5 2 0,6-2-302,7-1 1,5-1 0,6 1 0,2 0-386,1 0 0,-2-2 0,2-1 1,-5 0-612,-1 0 1,-11 0 0,-1-1 563,-8-3 0,-24-40 0,-9-15 0</inkml:trace>
  <inkml:trace contextRef="#ctx0" brushRef="#br0">5114 8298 8395,'-7'-3'643,"0"-1"1,7-4-159,3 1 0,9 2 0,13 2 0,5 6-206,5 4 1,6 4-1,9 3-279,8 4 0,-22-9 0,6-1 0,0 0 0,3 2 0,1-1 0,-1 0 0</inkml:trace>
  <inkml:trace contextRef="#ctx0" brushRef="#br0">7488 8503 7799,'-6'-4'2942,"0"2"-2438,2-1 1,3 3 0,-2 3 0,1 5-74,2 1 0,2 7 0,0 2 0,3 2-76,1 2 0,-1-1 0,4 1 0,3-2-38,0-2 1,5 1 0,2-4 0,5-3-18,5-4 1,3-3-1,4-6 1,5-3-87,4-3 1,-5-7 0,0-3 0,-7-1-170,-4 0 0,-7 6-143,-8 1 0,-16 9 0,-10 13 0,-10 10-125,-7 8 1,-7 9 0,-5 5 0,19-18 0,0 1 56,-1 2 0,-1 0 0,-1 0 0,-1 0 0,1 2 0,1 0 0,-1 0 0,0-1-184,2 0 0,0-1 1,3-3-1,1-1 1,-12 18-1,10-8-744,9-4 0,7-15 1,8-4-1718,5-8 2811,1-12 0,-8-21 0,-5-10 0,0-7 0,0 1 0</inkml:trace>
  <inkml:trace contextRef="#ctx0" brushRef="#br0">7164 8352 7729,'0'-10'780,"0"-1"1,4 4-252,-1-1 0,1 8 0,-4 4 0,-1 12-249,-3 10 1,2 9-1,-4 11 1,0 6-484,0 4 0,4-25 0,0 0 1,-1 2-1,0 2 0,0 1 1,0 0 202,0 1 0,0 0 0,0 5 0,-1 1 0,-1 1 0,-1 0 0</inkml:trace>
  <inkml:trace contextRef="#ctx0" brushRef="#br0">8265 8482 7666,'-6'15'84,"-4"-1"0,4 4 0,-1 2-47,0 4 1,0 8 0,-4 8 0,-1 4 644,-2 7 1,2-2-1,-4 6 1,2-3-583,-1-1 0,4-3 0,5-2 0,2-7-1287,1-6 0,3-12 1187,4-10 0,-3 0 0,4-5 0</inkml:trace>
  <inkml:trace contextRef="#ctx0" brushRef="#br0">8351 8363 7659,'17'-18'406,"-3"0"1,-2 4 0,-1-3 0,0 1 486,0 3 0,-1 6 0,1 3 1,0 3-54,0 1 1,0 1 0,-2 4-280,-2 6 1,2 1 0,-6 6 0,0 1-250,-2 2 1,-1 4 0,0 1 0,-1 2-281,-3 2 1,-2 0 0,-3 0 0,0-3-361,2 0 1,3-2-1,-2-4 1,2 0-355,1-3 1,7-4 0,4-6 0,7-2-1122,6-1 1,2 2 1802,6-3 0,6-12 0,6-4 0,6-3 0,-1 0 0</inkml:trace>
  <inkml:trace contextRef="#ctx0" brushRef="#br0">9301 8903 7752,'-11'0'515,"0"0"0,0 0 345,1 0 1,4-1 0,3-2-307,6 0 1,3-1 0,6 4 0,2 0-25,4 0 1,7 1 0,5 3 0,4 3-1099,2 3 1,8 4 567,-1 0 0,8-14 0,6-5 0,4-1 0,-1-1 0</inkml:trace>
  <inkml:trace contextRef="#ctx0" brushRef="#br0">7078 5093 8033,'0'-10'1250,"0"-1"-519,0 0 0,0 0-468,0 0 0,0 4-130,0 0 1,1 5 0,2-1-55,0 6 0,1 3 0,-4 4 0,0 1-230,0 0 1,0 3-1,0 2 1,0 1 46,0 2 1,0 1 0,0 2 0,0 0 154,0-1 0,0 1 0,0-1 0,0 1 78,0-1 0,0-3 0,0-1 1,0-1-23,0-3 1,0 3 0,1-2-109,3-1 1,-2-1 0,4-1-1,-1 0-320,-3 0 1,-1-1 0,-1 1-148,0 0 0,-3 3 1,-2 1-1,-1-2-41,-2-1 1,-2 0 0,-1 1-1,0 1-109,1 0 1,2-1 617,1 1 0,-14-2 0,-8 4 0</inkml:trace>
  <inkml:trace contextRef="#ctx0" brushRef="#br0">7348 5137 7889,'-6'4'-225,"-4"2"1,3 4-1,-3 0 134,0 0 0,-1-1 0,0 6 0,-1 1 466,-2 2 0,-3 3 0,-5 5 1,1 4-234,-1 4 0,-4 5 1,-3 4-1,-1 0-190,1 0 1,-1-1-1,6-2 1,3-4-710,1-3 757,7-5 0,12-11 0,8-8 0</inkml:trace>
  <inkml:trace contextRef="#ctx0" brushRef="#br0">7434 5374 7882,'0'7'662,"0"0"1,5-4 0,3 0-277,5-1 1,5-4 0,8 0 0,5-3-1294,7-1 0,2 0 907,6-1 0,3-6 0,4-3 0,5 1 0,-1 0 0</inkml:trace>
  <inkml:trace contextRef="#ctx0" brushRef="#br0">8114 5007 7742,'3'7'545,"1"0"0,0-3 0,-4 3 0,1 3 114,2 3 1,-1 6-1,2 10 1,1 8-360,2 8 0,-1 5 1,0 6-1,0 2-803,0-2 0,0-5 1,3-5-1,-1-4-786,4-6 0,-1-3 1289,3-15 0,27-29 0,6-19 0</inkml:trace>
  <inkml:trace contextRef="#ctx0" brushRef="#br0">8481 4953 7407,'7'-18'107,"0"0"1,-5 5-1,1 0 1,-7 4 930,-7 6 0,-5 12 0,-11 11 0,-5 11-852,-6 11 1,14-17 0,1 2 0,-2 4 0,-1 0 0,0 1 0,0 0-276,-1 2 0,0 1 0,0-2 1,1 0-1,0 1 0,0 1 0,2-2 1,0 0-537,2-2 1,0-1 0,4-2-1,3-2 1,-5 10 624,8-7 0,23-19 0,2-7 0</inkml:trace>
  <inkml:trace contextRef="#ctx0" brushRef="#br0">8491 5288 7742,'0'-11'3981,"0"0"-3556,0 5 1,0 2-1,0 8 1,0 3-429,0 3 1,0 4 0,0 1 0,0-1 49,0 2 1,0-4-1,2 2 1,0-2-131,2-1 0,0 0 0,-1-1 0,2 0-22,1-3 0,-3 2 0,4-6 0,2 0 124,0-2 0,2-1 1,0 0-284,0 0 1,0 0 0,-1 0-1,1 0 184,0 0 0,0-1 0,-1-2 156,1 0 1,-1-2 0,-2 2 173,-1 0 0,1-1-35,2 4 0,1 0 1,0 0-187,0 0 0,0-3 0,-1-1 1,2 0-320,3 0 1,2 1 0,4-4 289,1-1 0,10-11 0,5-6 0,4-1 0,0 0 0</inkml:trace>
  <inkml:trace contextRef="#ctx0" brushRef="#br0">6884 4737 7967,'-2'-15'2,"-1"-3"0,0 2 0,-4 2 0,-2 2 150,-4 1 0,-1 6 1,-4 6-1,-1 10 356,-1 10 0,-3 11 0,-1 12 0,-1 9-324,13-23 0,0 0 1,1 2-1,0 1 1,2 2-1,0 1 0,2 1 1,1 2-85,1 2 1,2 0 0,0 1 0,2 0 0,3-3 0,1 0 0,2 0 0,1 0-261,1-2 0,3 0 0,3 0 1,3-1-1,2-3 0,0-1 1,3-2-1,0-1-1521,2-2 0,1-2 1681,2 0 0,2-2 0,0-2 0,0-2 0,3 1 0,0-1 0,-1 1 0,1 0 0</inkml:trace>
  <inkml:trace contextRef="#ctx0" brushRef="#br0">9063 4834 7795,'6'-4'328,"3"-4"0,-5-4 1,2 0 809,3 3 1,-3 2 0,0 3-314,-1 11 1,-2 12 0,-4 22 0,-3 10-599,-3 7 1,1-24-1,-2 1 1,-1 1-1,0 1 1,-2 2 0,0 0-361,-1 2 0,-1 0 1,0 3-1,-1 0 0,-2-1 1,0 0-1,2-2 1,0-1-881,1-2 0,0-2 0,2-5 0,1-2 0,-7 20 1013,6-7 0,34-81 0,-5 7 0,0 0 0</inkml:trace>
  <inkml:trace contextRef="#ctx0" brushRef="#br0">9452 4727 14765,'0'12'0,"0"3"244,0 7 1,-4 4-1,1 8 1,-1 2-554,-1 3 0,4 7 1,-3 1-1,3-3-2908,1-3 3217,0-9 0,19-30 0,5-10 0</inkml:trace>
  <inkml:trace contextRef="#ctx0" brushRef="#br0">9204 4608 7689,'0'7'863,"0"0"1,4 0-1,6 5 1,8 3-666,11 3 0,13 1 0,12 0-198,-26-9 0,4-2 0,6-2 0,5-3 0,1 1 0,4 2 0,0-1 0,-1 0 0</inkml:trace>
  <inkml:trace contextRef="#ctx0" brushRef="#br0">10434 4996 7761,'7'0'745,"0"0"1,-5-1-739,2-2 0,-3 0-292,-1-4 0,0 3-613,0-3 0,1 5-131,3-2 1029,-3-2 0,-1 0 0,-6-5 0</inkml:trace>
  <inkml:trace contextRef="#ctx0" brushRef="#br0">10444 5018 7166,'10'-5'604,"-3"-2"0,-2 1 0,-5-1 1149,0-2-1464,0 5 0,-1 0 0,-2 8 0,0 4-34,0 5 0,2 0 0,1 5 1,0 1-79,0 2 1,0 0 0,1 0 0,4-2 153,6-1 1,1-8 0,6-1 0,2-3 356,4-3 1,4-3 0,4-4 0,1-3-86,-1-3 0,-4-4 0,-4-1 0,-5 2-257,-5 1 0,-2 3 0,-3 1-478,-6 5 0,-5 12 0,-14 11 1,-7 11-223,-8 11 1,-6 6 0,16-22 0,0 2 0,1-1 0,-1 0-246,1-1 0,1 2 0,1-1 0,1 1 0,-1-1 0,1 1 0,-12 26-749,8-5 1,9-9 0,8-8 0,4-7-830,4-6 2177,7-8 0,17-20 0,8-11 0,5-1 0,0 0 0</inkml:trace>
  <inkml:trace contextRef="#ctx0" brushRef="#br0">11124 5201 8182,'11'0'700,"0"0"1,0 0-1,1 0 1,3 0-590,7 0 1,4 0 0,6 0-112,1 0 0,19-13 0,10-7 0,-17 6 0,-1 0 0,1 0 0</inkml:trace>
  <inkml:trace contextRef="#ctx0" brushRef="#br0">11772 4608 7636,'0'-11'1237,"0"5"0,0 8 0,1 13 0,2 10-628,5 9 1,1 6 0,2 10 0,0 3-699,0 3 1,1 4 0,-6-30 0,2 0 0,0 0 0,1 1-316,-1-1 0,1 1 0,11 24 0,-3-2 0,-1-10-775,-1-10 1179,-3-5 0,18-16 0,5-2 0</inkml:trace>
  <inkml:trace contextRef="#ctx0" brushRef="#br0">12192 4716 7641,'0'-16'709,"0"4"0,-2-1-160,-5 5 0,-2 4 0,-10 9 0,-4 7-334,-4 8 0,-5 8 0,-3 8 1,-4 3-381,-3 3 0,5 1 0,16-21 0,-1 1 0,1 0 0,1 1-99,1 0 1,0 2 0,-2 0 0,0 1 0,2-1 0,0 0 0,0 0 0,1-1-421,-15 22 1,8-8 0,9-4 683,6-5 0,25-4 0,4-4 0</inkml:trace>
  <inkml:trace contextRef="#ctx0" brushRef="#br0">12203 5029 7660,'-11'9'108,"1"-2"1,-1 9 0,0 0 241,0 2 1,0 3 0,2 4 0,2 4-17,3 2 1,3-2 0,1-3 0,1-3-196,3-6 1,6-5-1,8-5 1,3-3 227,0-3 1,1-1-1,-2-1 1,0-3 122,-2-3 1,-2-6-1,2-2 1,-3 1-249,-3-1 1,2 3 0,0-4 0,0 2-135,-2-1 0,-5 1 1,0 4-1,0 2 88,-1 1 0,0 3-337,-2-3 1,-3 6-1,1 1 7,-4 6 1,-3 3 0,-4 3 0,-1 3-113,-2 3 0,-2 3 0,0 3 0,-1 1-218,-2-1 1,3 3-1,-3-1 1,0 0 56,0 1 0,4 2 0,-1-4 0,2-1-372,1-2 1,0 4 0,0 0 778,1 2 0,-6-3 0,-3 2 0,-1 5 0,-1-1 0</inkml:trace>
  <inkml:trace contextRef="#ctx0" brushRef="#br0">12279 5342 7619,'6'-5'39,"-3"-2"1,2 1-1,-1-2 411,-2 0 0,-1-2-196,-1 0 1,0-1 0,0 0 10,0 0 1,-1 4 0,-1 0 135,-2-1 1,-3 2-153,3-2 1,1 5-205,3-4 1,0 3-15,0-3 0,0 3-254,0-3 0,0 3-1301,0-3 0,5 5 1524,2-2 0,7 17 0,3 5 0</inkml:trace>
  <inkml:trace contextRef="#ctx0" brushRef="#br0">12149 5158 7673,'-7'-6'-687,"1"1"0,0 2 1130,0-1 0,4-1 0,-3 3 673,0-2 1,4 0 1289,-3 0-1715,3 3 0,1-3 0,0 8 0,0 3-53,0 3 1,1 0 0,3 2 0,2 3-163,0 3 0,2 2 0,-3 3 0,1 1-261,2 1 0,-2 0 0,2-3 0,-1-1-216,-1 1 0,3-2 0,-1-2 0,0-3 192,-1-3 1,3-3-1,-3-1 1,3-5 438,0-2 0,1-10 1,-1-6-1,-1-4-76,2-2 0,-4-6 1,5 0-1,-3-2-238,-1 0 1,2 0 0,1-3-1,-2 1-225,-2 2 0,2 3 0,-6 5 1,0 3-235,-2 4 1,2 4-141,1 7 0,-2 9 0,-4 12 0,-2 3-137,2 4 0,1-1 0,1 5 0,0 0 27,0-1 0,0 1 1,0-3-1,1-2 73,3-2 0,2 0 0,4 0 0,0-2 341,-3-2 0,3-4 1,-3-6-1,1-4 370,0 1 0,1-4 1,-2 2 174,3-6 1,0 1 0,-2-5 0,-1-2-77,2 0 1,0-2 0,2 0-1,0-1-305,0-2 0,4-3 0,3-5 1,2 0-48,2-4 0,1 2 1,1-4-1,1-2-170,-1-1 0,-1 2 1,-2 1-1,0 2-3245,-3 2 0,-3-1 0,-5 3 3169,-3 5 0,-21-1 0,-10 2 0</inkml:trace>
  <inkml:trace contextRef="#ctx0" brushRef="#br0">10390 4521 7970,'11'-25'44,"0"0"1,-5 0 0,-2 3 0,-3 1 366,-1-1 0,-1 5 0,-3 4 0,-3 5 119,-3 4 1,-2 9 0,-2 8 0,-4 10-313,-2 8 0,-7 15 0,-2 4 0,14-20 1,-1 1-189,0 4 0,0 1 0,-2 2 0,1 1 0,0 3 0,1 2 0,1 0 0,1 0-98,1 0 0,2 2 0,1-1 1,2 2-1,4 1 0,2 1 1,1-1-1,3-1 74,1-2 0,4 0 1,4-4-1,4-2 1,4-4-1,3-3 1,2 0-1,3-2-384,2 0 0,2-2 0,2-1 0,1-1 0,0-3 0,1-1 378,-2-3 0,1-2 0,0 2 0,0-2 0,2-2 0,0-1 0,2 0 0,1 1 0</inkml:trace>
  <inkml:trace contextRef="#ctx0" brushRef="#br0">12861 4435 7689,'11'-5'642,"-4"4"1,1-4 0,0 2 476,2-1 0,2 2 0,2 7 0,4 8-300,2 11 0,-2 14 1,-1 18-1,-9-22 1,0 2-530,-1 6 0,-1 1 0,-2 4 1,-2 2-1,-1 5 0,-2 0 1,-2-1-1,-1 1-502,-2-2 0,-2 0 0,-1-3 1,-2-1-1,-2-3 0,0-1 0,0-2 1,-1-1-617,1-3 0,0-1 0,1-6 0,0-1 828,-6 21 0,0-5 0,7-6 0,3-5 0</inkml:trace>
  <inkml:trace contextRef="#ctx0" brushRef="#br0">6959 5870 8023,'-11'0'38,"1"0"0,-1 0 512,0 0 1,1-1 344,3-2 1,2-3-1,8-4-451,4 3 1,3 1-1,11 3 1,7 0-445,5 0 0,5-7 0,13-6 0,6-3 0,-1 1 0,-7 2 0,1 1 0,-1-1 0,0 1 0,1-1 0</inkml:trace>
  <inkml:trace contextRef="#ctx0" brushRef="#br0">10542 5644 8586,'0'-6'5312,"1"1"-5560,2 5 0,8 8 248,7 3 0,19 0 0,16 0 0,2 0 0,4 0 0,0 1 0,1-1 0</inkml:trace>
  <inkml:trace contextRef="#ctx0" brushRef="#br0">8847 5644 8205,'8'-1'-1750,"-1"-2"1776,1 0 1,-2-1-1,1 4 241,2 0 0,-3 0 1,1-1 54,1-3 1,-2 3-81,2-3 1,-2 2 0,2 0 91,-1-2 0,-3 0-289,3 4 0,-3 0-60,3 0 126,-5 0 1,2 0 0,-8 0 0,-3 0 5,-3 0 1,-5 0 0,-3 2 0,-3 0 102,0 2 1,-6 3 0,-1-2 0,-3-1-116,-2 1 1,0 2 0,-3-2 0,-3 1-89,1 3 0,-3-3 0,4 1 0,0 1 47,0 2 0,1-3 0,3 0 1,1 0 56,0-1 1,4 4 0,3-4 0,2 1 29,1 0 0,6-3 0,1 2 0,3-1-7,2-3 1,0 0 0,2 1 78,0 0 0,1 1 156,-4-4 1,4 0-21,0 0 1,5-1 213,-2-3-681,3 3-121,1-4-267,0 5 478,-5 0-131,4 0 167,-4 0 151,5 0 301,-5 0 51,4 0-314,-4 0 0,4 0-189,-3 0 103,3 0 0,-5 0-188,3 0-37,1 0 0,-4 0 178,3 0 1,0 0 17,-4 0-104,5 0 0,-4 0-165,2 0 69,3 0-49,-4 0-211,0 0 71,4 0 138,-4 0 1,4 0-223,-2 0-50,1 0-178,-2 0-841,4 0 1,24-5 0,6-1 0</inkml:trace>
  <inkml:trace contextRef="#ctx0" brushRef="#br0">10542 5687 8310,'22'-29'0,"10"-7"0</inkml:trace>
  <inkml:trace contextRef="#ctx0" brushRef="#br0">10822 8773 7708,'0'-11'0,"0"1"639,0-1 0,0 0 0,0 0 234,0 0 1,0 4-1,0 0 164,0-1 0,0 2-342,0-2 0,1 6-526,3-1 0,-3 3 0,3 3 0,-3 5-120,-1 6 0,0-1 1,0 5-1,0 1-304,0 1 0,0 1 0,0-2 0,1-2-1,3-2 1,-3 3 0,4-3-1,-2-2 241,1-1 0,1-5 0,-3 0 0,3 1 243,1-3 1,-3 0-1,5-5-7,0 0 1,2-5 0,0-2 0,1-2 41,0-2 1,1-3 0,1-2-1,2 0-200,-2 1 1,-1 0 0,-1 5-1,-1-1-193,1 0 1,0 1-1,0 3-125,-1 4 0,-2 6 0,-2 4 0,0 4-37,0 4 1,-4-2 0,3 4 0,-2-1 74,1 1 0,4-4 0,0 2 647,1-3 0,2-6 0,0-3 315,0-1 1,-1-8 0,1-4-1,0-4-287,0-3 1,1 2 0,1-3 0,1-1-928,0-1 0,1-2 0,1 1 0,0-1-892,4 0 0,-4 1 0,1-1 1361,-1 1 0,14-19 0,7-9 0,-11 14 0,-1 0 0,1-1 0</inkml:trace>
  <inkml:trace contextRef="#ctx0" brushRef="#br0">11696 8374 7629,'0'-17'550,"0"3"0,0 2 0,0 1 3107,0 0-2889,0 0 1,0 8 0,0 5-474,0 8 0,0 8 0,1 1 1,2 4-419,0 2 0,1 5 1,-4-3-1,0 2-556,0 0 1,0-5 0,0 1 0,1-2-750,3-1 0,-2-2 1,4-2 1427,-1-4 0,13-26 0,0-7 0</inkml:trace>
  <inkml:trace contextRef="#ctx0" brushRef="#br0">11480 8385 7629,'11'0'65,"-1"1"1,-2 1 0,0 2 362,4-2 1,0 0 0,6-2 0,3 0-473,3 0 1,5 0 43,7 0 0,-12 4 0,1 2 0</inkml:trace>
  <inkml:trace contextRef="#ctx0" brushRef="#br0">12268 8471 7664,'0'-7'270,"0"0"0,0 3 1,0-3 875,0-2 0,0 3 1795,0-1-2390,0 5 0,0 0 1,1 8-1,4 7-68,6 6 1,1 2-1,5 12 1,-1 5-576,1 7 1,0 0 0,2 5-1,-2 2-1134,-2 1 1,0-4 0,-6-3-1,0-7 1226,-2-7 0,10-33 0,6-13 0</inkml:trace>
  <inkml:trace contextRef="#ctx0" brushRef="#br0">12635 8439 7664,'0'-11'120,"0"0"1,0 0 0,0 1 927,0-1 0,-1 5 0,-3 3-483,-3 6 0,-6 9 0,-4 11 0,-4 8-564,-5 7 1,-5 9 0,13-22 0,-1 1 0,-2 2 0,0 1-260,-2 1 0,0 1 1,-2 0-1,0 0 1,1 0-1,1-1 1,1-1-1,1-1-899,2-2 1,1-1 0,-15 21 1156,15-10 0,48-72 0,-3 5 0,0 0 0</inkml:trace>
  <inkml:trace contextRef="#ctx0" brushRef="#br0">12948 8212 7585,'0'-11'752,"0"0"1,0 1 259,0-1 0,-1 1 0,-2 2 0,-2 2-446,-1 1 1,3 3 0,-3 5 0,0 6-247,0 4 0,0 5 1,-3 7-1,3 4-522,2 2 1,-5 5 0,3 1 0,0-1-449,3-2 1,1 0 0,2-6-1,0 0-416,0-3 1,0-4 0,2-4 0,1-6 416,4-6 1,-1-4 0,0-2 0,-1-3 648,-2-3 0,-7-46 0,1 21 0,0-1 0</inkml:trace>
  <inkml:trace contextRef="#ctx0" brushRef="#br0">12624 8126 7646,'0'11'479,"1"-5"1,4-3 300,6-2 1,6-1 0,8 0 0,5 0-505,5 0 1,8 0 0,7 0-1,4 0-599,4 0 323,1-4 0,-7-11 0,4-5 0,-16 4 0,0 1 0,-1-1 0</inkml:trace>
  <inkml:trace contextRef="#ctx0" brushRef="#br0">13218 8665 6973,'6'0'6401,"-2"0"-5820,-4 0 0,0 5 1,0 2-1,-1 3 38,-2 1 1,1-1-1,-1 2 1,2 2-206,1 0 1,0 4-1,0-4 1,1 0 13,2-2 0,0-2 0,4 1 0,1 0-132,2 0 1,1-5-1,1-3 1,1-1-161,1-2 1,4-2-1,-2-1 1,1-4 127,2-3 1,0-1 0,0-1 0,-2 0-440,-1 1 1,-2-2-391,-3 6 0,-7 3 0,-4 6-188,-6 7 0,-8 7 1,-5 7-1,-4 2-65,-2 4 0,-1 2 1,2 1-1,-3 0-55,0 1 1,6-2-1,1-2 1,3-4-1000,4-2 0,2-5 1872,4 0 0,7-29 0,6-3 0</inkml:trace>
  <inkml:trace contextRef="#ctx0" brushRef="#br0">11577 8363 7739,'2'-7'431,"1"0"0,-2 3 1,4-2-1,-1 0-162,-1 0 1,6 4-1,-2-2 1,4 3-150,3 1 1,3 0 0,6 1-1,2 3-893,4 3 773,2 3 0,15-20 0,7-8 0,5-1 0,1 1 0</inkml:trace>
  <inkml:trace contextRef="#ctx0" brushRef="#br0">10142 8190 7796,'-1'6'1203,"-2"-2"0,1-4-561,-1-4 0,3 0 0,2-5-173,2 2 0,4 5 0,-1-2 223,3 3 1,2 1-1,1 0 1,3 1-296,0 3 1,0 3-1,4 7 1,3 5-178,0 5 0,1 5 0,-1 7 1,0 4-439,-3 2 0,-7 6 0,-2 2 0,-6 3-545,-4 1 0,-7-5 0,-4-2 0,-4-4 223,-3-4 1,-1-1 0,-3-6-1,-1-1 476,0-2 1,2-4 0,1-6 0,2-2 305,1-1 0,2-3 1,4-5 2665,3-1-2273,-2-4 0,9 2 0,0-5 1,6 0-244,3 0 1,6 0 0,1 0 0,4 1-376,2 2 0,11-1 0,2 2 1,4 1-531,5 2 513,12 3 0,-16-24 0,8-11 0,0-2 0,-6 6 0,0-1 0,-1 1 0,1 0 0</inkml:trace>
  <inkml:trace contextRef="#ctx0" brushRef="#br0">8146 5903 6336,'0'-11'1328,"0"0"0,0 0-762,0 1 1,-1 2 0,-1 1-62,-2-1 0,-1-2-172,2-1 0,1 4-50,-1 0 1,0 5 143,0-2-120,2 3 0,-4 2 92,5 3 0,1-3-79,3 2 1,-2-1-67,5-2 1,-3 0-37,3 0 1,-3 0-154,3 0 1,0 0-68,4 0 1,-4 0 85,0 0 0,-3 0-308,3 0 0,-4 0-805,5 0 69,-6 0 0,4 0-414,-2 0 1,-3 4-1447,2 4 2820,-1 1 0,2-12 0,2-5 0</inkml:trace>
  <inkml:trace contextRef="#ctx0" brushRef="#br0">8545 5795 8232,'-10'0'-72,"-1"0"0,0 0 246,0 0 0,0-1 1,1-2 616,-1 0 1,4-1 0,1 3-407,1-3 1,2 3 0,7-3-249,3 3 0,3 1 0,1 0 0,1 1-156,2 3 0,-2-2 1,2 6-1,0 0-54,0 2 0,-1 0 0,4 1 0,0 0-6,0 0 1,2 0 0,5-1 0,2 2-79,2 3 0,3-3 1,7 1-1,8-3 48,5-3 0,2-1 0,-23-2 1,1 0-1,1-1 0,0 0 99,1 0 0,1-1 0,1 0 1,2 0-1,2-2 0,0 0 1,0 0-1,0 0-33,-2 0 1,0 0 0,1 0 0,-1 0 0,0 0 0,0 0 0,1 0 0,2 0 55,1 0 1,0 0 0,0 0 0,0 0 0,0 0 0,-1 0 0,1 0-1,0 0-2,0-1 1,-1 2-1,2-1 1,0 1 0,2 0-1,0 0 1,-1 1-1,-1 0-13,-3-1 1,0 0-1,-1 0 1,1-1 0,-4 0-1,0 0 1,2 0 0,-1 0 71,2 0 0,0 0 0,-4 0 0,-1-1 0,2 0 0,0-1 0,-3-2 0,-1 0 92,0 0 0,1-1 0,-1-1 1,1 1-1,0 0 0,0-1 1,-2 1-1,1-1 338,26-4 0,-2-1 0,-1 0 0,2 0-38,1 0 1,-5 1 0,2-1 0,-2 0-166,1 0 0,-2-1 1,-4 0-1,-2 0-143,-7 3 1,-8 0 0,-5-2 0,-2 1 8,-1-1 1,-6 0-1,-1 0 1,-2 2 213,1 2 0,-2-3 0,3 3 0,-3-3 71,-1-1 1,3 4 0,0 0 0,0 0-220,-2 1 1,-2-3 0,1 6 0,-1-1-164,-3-1 0,-1 4 291,-3-2 585,-1 1-430,2-2-729,-4 2-2501,0-2 500,0 4 1338,-4 0 0,1 0-1135,-4 0 1,5 1-888,-2 2 2902,3-1 0,6-12 0,1-8 0</inkml:trace>
  <inkml:trace contextRef="#ctx0" brushRef="#br0">14070 8417 7771,'0'-7'78,"0"0"229,0-2 1,-4 0 0,1-2 517,0 0 1,2 4-211,1 0 1,0 6 0,0 2-384,0 8 0,0 12 1,-1 10-1,-1 7-296,-2 9 0,-1 2 0,2 4 1,-3 3-93,0 3 1,1-29 0,0 1-1,2 1 1,0 0 0,-3 28-2601,2-6 2756,3-10 0,-4-36 0,-1-11 0</inkml:trace>
  <inkml:trace contextRef="#ctx0" brushRef="#br0">13833 8698 7771,'10'0'275,"1"0"0,0 0 0,0 0 216,-1 0 1,7 0-1,5 1 1,7 1-32,5 2-460,10-1 0,-3-13 0,10-8 0,2-1 0,-10 4 0,1 0 0,-1 0 0,0 0 0</inkml:trace>
  <inkml:trace contextRef="#ctx0" brushRef="#br0">14890 8547 7816,'-5'-11'-93,"4"4"0,-3-1 0,2 0 413,-2-2 0,3 0 0,-4-1 463,1 0 1,2 0 0,-1 0-200,2 1 1,2 5-485,2 5 1,0 9-1,3 9 1,0 4-44,0 3 1,-3 3 0,3 3-1,0 0-192,0 2 1,-2-8-1,2 3 1,0-4 20,0-2 0,-2-4 0,3-1 458,1-2 1,2-6-1,1-9 7,-1-6 0,0-5 0,-2-3 0,-1-3-254,2 0 0,0-2 0,1 4 0,-2 2-232,0 1 0,-5 3 0,3 0 0,0 3-342,0 2 0,-3 1 1,0 7-1,0 3 94,0 3 1,-2 4-1,3 1 1,-3 2 306,-1 2 1,1-3 0,2-2-1,0-2 570,0-1 1,3-1-42,1-3 1,3-3 0,0-8 0,1-4 15,0-6 1,0 1-1,0-4 1,1 1-733,2-1 0,-1 0 0,5-2 263,1 1 0,5-13 0,5-12 0,1-2 0,3-4 0,0 0 0,0 0 0</inkml:trace>
  <inkml:trace contextRef="#ctx0" brushRef="#br0">15483 8180 7770,'-6'-1'1877,"3"-3"-1147,-3-2 1,5 1 0,-3 5-451,3 6 0,4 8 1,1 6-1,0 4-272,0 4 1,-2 0 0,2 1 0,0 1-754,0 1 0,0 0 0,-1-2 0,2-4 745,1-2 0,-4-26 0,3-5 0</inkml:trace>
  <inkml:trace contextRef="#ctx0" brushRef="#br0">15332 8115 7770,'-4'7'-629,"-4"-1"248,-1-1 1171,3 3 0,2-6 0,9 1-675,6-2 1,4-1-1,8 0 1,2 0-545,4 0 1,3-4 428,4-4 0,13-13 0,8-6 0,-15 8 0,1-1 0,-1 1 0</inkml:trace>
  <inkml:trace contextRef="#ctx0" brushRef="#br0">15937 8050 7770,'1'11'86,"1"1"0,3 2 488,1 4 1,-2 12 0,3 9 0,1 9-450,2 9 0,-4-24 0,0 1 1,0 2-1,1 0 0,0 1 1,0 1-260,0 0 0,0-1 0,-1-4 0,0-2 1,4 23 133,1-12 0,24-22 0,6-6 0</inkml:trace>
  <inkml:trace contextRef="#ctx0" brushRef="#br0">16206 8190 7687,'-10'6'230,"-1"4"1,-1-2 0,-1 6 200,-2 4 1,-3 8 0,3 6-1,-2 8-451,-2 6 1,-6 3-1,-4 5 20,15-28 0,-3 2 0,-13 9 0,-7 4 0,-1 2 0,8-9 0,-1 1 0,1-1 0,-1 1 0</inkml:trace>
  <inkml:trace contextRef="#ctx0" brushRef="#br0">16314 8093 7653,'0'-7'2375,"0"0"-837,0-1 1,0 4-1362,0 4 1,0 6-1,0 8 1,0 4-317,0 3 0,0 4 1,0 1-1,0 2-369,0 2 1,0 1 0,0 0-1,0-1-777,0-1 0,0-6 0,1 0 1285,3-4 0,7-20 0,6-2 0</inkml:trace>
  <inkml:trace contextRef="#ctx0" brushRef="#br0">16098 7985 7661,'2'11'249,"1"0"1,3 0 0,5-2 354,0-1 1,0 0-1,1-4 1,2-2-412,4-1 0,8-1 1,7-1-1,6-3-193,7-3 0,-6-19 0,7-13 0,1-1 0,-7 7 0,-1 0 0,1 1 0,-1-1 0</inkml:trace>
  <inkml:trace contextRef="#ctx0" brushRef="#br0">16746 8169 7668,'0'-7'653,"-1"1"473,-3 1 1,3 3-738,-3 5 0,3 9 0,2 10 0,3 6-55,3 7 0,-1 7 0,1 7 0,2 3-267,0 3 1,2 5-1,0-4 1,1-3-1343,2-5 1,-1-2 0,5-7 1274,2-8 0,10-29 0,3-11 0</inkml:trace>
  <inkml:trace contextRef="#ctx0" brushRef="#br0">17026 8137 7721,'-6'-11'1927,"-3"5"0,2 3-1278,-3 6 1,-6 8 0,-2 9 0,-3 9-599,-4 10 0,-6 12 1,12-22-1,0 2 1,0 0-1,0 1-309,-1 3 1,-1 0 0,-1 1 0,-1 0 0,-1 0 0,1 1 0,1-2 0,0-1-252,1 0 0,1-2 1,3-3-1,3-1 509,-8 15 0,5-19 0,7-10 0</inkml:trace>
  <inkml:trace contextRef="#ctx0" brushRef="#br0">17091 8503 7687,'0'-10'1830,"0"-1"1,0 0 717,0 0-1222,0 0-1257,0 5 0,0 8 1,0 7-1,0 6-197,0 1 1,4 2-1,-1 4 1,0 0 24,-2-1 1,3-3 0,-1-1 0,1-1 145,1-3 0,-4-1 0,4-1 357,-1-1 0,2-4 0,5-2 180,0-3 0,0-6 0,-1-2 1,1-4-316,0-3 0,1 1 1,1-4-1,2 0-232,-2 0 0,2 4 1,0-1-1,-2 2-156,-1 1 0,-2 4 0,-2 1-68,-1 1 1,-3 7-1,2 8 1,-1 4-166,-3 3 1,-1 1 0,-1 3 0,0-2 162,0-1 0,0-5 0,0 1 0,0-2 676,0-1 1,1-5 0,2-4 379,0-4 0,6-4 0,-2-6 1,3-3-425,0-7 1,2-1-1,1-6 1,3 1-1110,1 0 0,1-3 1,3 2-1,1-1 670,0 1 0,-2-6 0,4-10 0,1-2 0,2-2 0,0 0 0,1 0 0</inkml:trace>
  <inkml:trace contextRef="#ctx0" brushRef="#br0">7002 9421 6355,'-1'6'253,"-1"-2"-149,-2 1 1,1-2 21,3 4 1,0 0-193,0 4 0,0-4-381,0 0 1,1-3 446,2 3 0,3-5 0,5 2 0,0-3 0,-4-1 0,0-1 0,2-3 0,0 3-101,2-2 0,-1 0 0,-2 1 797,-1-2-133,-4 1 1,3 3-184,-3 0 0,-2-2-164,3-1 1,-2 2-36,2-3 1,2 3-193,5 1 1,0 0 0,-1 0 0,1 0-62,0 0 1,5 0 0,3 0-1,6 0-9,7 0 0,3-1 0,9-2 0,8-2 73,7-1 1,-25 5 0,1-1 0,3-2 0,0 1 0,3-1 0,1 0-6,2 2 0,0-2 1,3 0-1,0-1 1,3 2-1,1 0 0,1-1 1,2 1-96,3-1 1,0 1 0,-1-1 0,0 0 0,3 0-1,1-1 1,-19 2 0,0 0 0,0 0 171,1 1 0,1-1 0,0 1 0,2 0 0,1 0 0,0-1 0,2 0 0,1-1 0,0 0 0,1 0 0,1 0 0,-1 0-96,1-1 0,-1 0 0,1 1 0,3 0 0,0 0 0,0 0 1,1-1-1,1 0 0,0 0 0,2 1 0,1 0 0,0-1 82,-13 2 0,1-1 1,0 0-1,0 1 1,-1 0-1,1 0 1,-1 0-1,1 0 1,1-1-1,1 1 1,0-1-1,0 0 1,1 1-1,-1 0 1,1 0-1,0 0-180,2 1 1,-1-1 0,1 0-1,1 1 1,1-1 0,0 0-1,1 0 1,0 0 0,2-1-1,1 1 1,0 0 0,0-1-1,1 1 1,0-1 0,0 1 0,-1-1 57,1 1 1,0-1 0,-1 1 0,1 0 0,1 0 0,0-1 0,1 1 0,-1 0 0,-11 0 0,1 1-1,-1-1 1,1 0 0,-1 1 0,2-1 0,0-1 0,-1 1 0,1 0 0,0 0-74,2 0 1,-1-1 0,1 1 0,-1-1 0,0 1 0,-2 0 0,-1 1 0,0-1 0,0 1 0,1-1 0,1 0 0,0 0 0,0 0 0,0 0 0,0 1 0,0-1 0,0 1 0,0 0 0,-1 0 0,1 0 164,0 0 1,0 1 0,0-1 0,0 1 0,1 0 0,0-1 0,0 0 0,0 0 0,0 1 0,0-1 0,0 1 0,-1 0 0,1 1 0,-1-1 0,1 1 0,-1-1 0,0 1 0,-1-1 0,1 1 0,0 0-36,-1 1 1,-1-1-1,1 0 1,-1 1-1,0 0 1,10 0-1,0 1 1,-1 0-1,1 0 1,0 1-1,-1 0 1,1 1-1,0-1 1,-1 1-1,0 0 1,-1 0-1,1 0-109,0 0 0,-1 0 0,1 0 0,-2 1 0,-2-1 0,-1 1 0,0-1 0,-1 2 0,1 0 1,0 0-1,0 0 0,-1 1 0,-1 0 0,0-1 0,0 1 0,-1 0 124,-1 0 0,1 0 0,-1 0 0,0 0 0,-1 0 0,0 1 0,1 0 0</inkml:trace>
  <inkml:trace contextRef="#ctx0" brushRef="#br0">13833 7057 6801,'0'-7'1672,"0"0"0,0 3-1181,0-3 0,1 5-198,2-2 0,3 3 0,6 1 0,3 0-340,3 0 1,2 0 0,3 1 0,2 2-248,4 0 1,7 4-1,3-3 1,4 0 23,4 0 1,-1-2 269,4 1 0,-11-18 0,1-7 0,5-2 0,0 0 0</inkml:trace>
  <inkml:trace contextRef="#ctx0" brushRef="#br0">18990 8050 7658,'0'-11'50,"0"1"0,-1-4 0,-1 2 556,-2 3 1,0 8-1,4 4-148,0 10 0,4 11 1,0 6-1,-2 6-205,-1 8 0,-1 3 0,0 7 0,0 0-785,0 0 1,0 4 0,-1-1 0,-1-1-913,-2-5 1,-1-9 1443,2-9 0,-3-30 0,-5-11 0</inkml:trace>
  <inkml:trace contextRef="#ctx0" brushRef="#br0">18731 8417 8039,'11'0'444,"0"0"1,0 0 0,1-1-137,2-3 1,3 3-1,6-2 1,2 1-55,4 2 0,2 2 1,1 1-255,0 4 0,-2 2 0,2 1 0,2 2 0,0-1 0</inkml:trace>
  <inkml:trace contextRef="#ctx0" brushRef="#br0">20015 8298 7905,'0'-10'269,"0"-1"1,-3-4-1,-2 1 1,0 1 718,0 1 1,-3 1 0,1 1-665,-3 3 1,-4 10 0,-2 11 0,-1 11-140,-2 9 1,-5 10-1,-1 9 1,12-25 0,1 2-212,-1-1 0,-1 1 0,3 1 0,-1 0 0,-2 1 0,0 0 0,1 0 1,0-1-715,0-2 0,2-1 0,-4 23 0,6-15 740,3-8 0,21-32 0,9-11 0</inkml:trace>
  <inkml:trace contextRef="#ctx0" brushRef="#br0">19789 7673 7924,'-11'-5'1192,"0"-1"86,0-5 1,7 7 0,4 9-370,6 12 0,7 13 0,1 11 0,0 5-510,2 8 0,-8-21 0,0 0 0,1 6 0,0 1 0,-1 5 0,-1 0-770,1 4 0,0 1 0,-2 0 1,0 2-1,1 0 0,0 0 1,-1-3-1,0-1 371,-2-5 0,3 2 0,5-6 0,4 3 0,0-1 0,2-2 0,0 1 0,-1 0 0</inkml:trace>
  <inkml:trace contextRef="#ctx0" brushRef="#br0">15041 7068 7958,'-7'-3'-20,"0"-1"0,3-1 1,-3 3 697,-2-2-277,5-4 0,-1 5 253,5-4-399,0 5 1,1-3-1,3 5-90,3 0 1,6 0 0,3 0 0,0 0-33,4 0 1,1 4-1,4-1 1,4 0-267,2-2 0,6 0 1,3 1-1,3 2 133,4-2 0,-1-31 0,5-12 0,-13 11 0,0 0 0,0 0 0</inkml:trace>
  <inkml:trace contextRef="#ctx0" brushRef="#br0">20857 8223 7914,'0'-11'22,"0"4"0,0 0 0,0-2 346,0 0 0,0-2 1,0 0 303,0 0 1,0 1-19,0-1-390,0 5 0,1 18 1,2 11-202,0 4 0,1 4 1,-4 4-1,0 1-211,0-1 0,0 0 0,1-2 0,1 1 86,2-3 1,1-6 0,-3-1 0,2-5 252,-2-4 0,4-5 1,1-2 84,3-5 1,-3-8-1,0-4 1,0-6-164,-1-1 0,4 1 0,-3-3 0,3-1-225,1-1 1,-1-2-1,1 2 1,0 1-55,0 1 0,0 4 1,-2 0-1,0 2-105,-2 1 1,0 5 0,4 4 124,0 4 1,-2 9 0,0 7 0,-3 4 54,-2 3 1,3-1-1,-2 3 1,0 1 40,0-1 1,3-4-1,-1 0 1,3-5 149,1-2 0,0-3 1,-1-6-1,1-3 258,0-3 1,1-2 0,1-3 0,3-4-70,1-6 0,-3-2 1,4-6-1,1-1-433,1-2 1,-2 1 0,0-5-1,2 1-499,0 0 1,3-4 0,0 0 0,-1-2-257,-1-1 1,-2 1-1,3 2 899,-1 0 0,-4-20 0,-2-4 0</inkml:trace>
  <inkml:trace contextRef="#ctx0" brushRef="#br0">22001 7673 7837,'-6'0'1287,"-3"4"0,5 2-1021,-2 0 0,2 4 1,-2-2-1,0 5-202,0 5 0,0 4 1,-2 3-1,0 5-498,0 5 0,2 0 0,0 4 0,0 1-1807,0-2 2241,4-5 0,2-12 0,6-5 0</inkml:trace>
  <inkml:trace contextRef="#ctx0" brushRef="#br0">21742 7651 7904,'0'11'104,"1"-5"243,3-3 1,3-1-1,6-2 1,4-2-100,3-1 1,0-3 0,10-4 0,3 2-556,2 1 307,5 4 0,5-9 0,6-5 0,7 2 0,-1 0 0</inkml:trace>
  <inkml:trace contextRef="#ctx0" brushRef="#br0">23457 8169 7794,'-7'-7'109,"0"0"0,5 3 0,-3-2 1285,0 1-578,4-3 22,-4 2-5,0 0-421,4 1-161,-4 5 1,5 1-1,0 3 1,0 3-64,0 3 0,0 2 0,0 2 0,0 5-136,0 5 0,0 0 0,0 5 0,1 0-207,3-2 0,-2 4 1,6-3-1,-1 0-1,-1-3 0,3-3 1,0-1-1,3-2 135,2-1 1,1-8 0,-5-1 0,1-3 102,0-3 0,0-3 0,-1-4 1,1-4-32,0-6 0,-1-1 1,-2-6-1,-1 1-75,2-3 0,-1-2 0,0 1 0,0-1 2,0 1 1,2-2 0,-1 0 0,0 2 72,-2 2 1,0 1 0,3 3 0,-2 4 24,-1 2 1,0 7-1,3 5-252,-3 6 1,1 8-1,-3 4 1,0 3-96,0 0 0,2 5 1,-2-1-1,1 0-16,2 1 0,-2-3 0,1 2 1,2-2 164,0-1 0,2-6 1,0 0-1,0-2 350,0 1 0,-1-6 0,1-5 1,0-3-32,0-1 1,0 0-1,-1-1 1,1-3 23,0-3 1,0-6 0,-1-3 0,1 1-2,0-1 0,0-3 0,0 1 1,-1-2-234,1-2 1,0 1 0,0-1 0,0 0-550,-1 1 1,5-4 0,0-2 0,1 1-727,0 0 1,3 0 1287,-1 5 0,3-11 0,2-6 0,3-3 0,0 1 0</inkml:trace>
  <inkml:trace contextRef="#ctx0" brushRef="#br0">14631 8687 7982,'-5'-6'61,"4"-4"539,-3 3 0,0 1-37,0-1 0,-1 5 1,3-3 827,-2 0-98,1 4 194,3-4-970,0 5 0,0 5 1,0 2-165,0 3 1,0 0 0,0 1-1,0 0-104,0 0 0,0 1 0,0 2 0,0 3-88,0 0 1,0 4 0,-2 0-1,0 4-175,-2 2 0,0-1 1,1 1-1,0 1-112,0-1 0,2 1 0,1 1 0,0-4-15,0-2 0,0-2 0,0 0 0,0-2 97,0-1 1,1-5 0,3 1 131,3-2 1,-1-1 0,1 0 0,-3-5 45,3-3 1,-3-1 131,3-2 0,-4 0 0,5 0 57,0 0 1,-2 0-1,1 0-196,2 0 1,0 0 0,2 0 0,0 0-31,0 0 0,3 0 1,0 0-1,1 0-112,0 0 1,2 0 0,6 0 0,1 0-88,1 0 1,5 0 0,-1 0-1,2 0-46,1 0 1,2 1 0,1 1 0,1 2-98,-2-2 1,4 1 0,-2-1 0,-1 3 29,3 1 0,-5-4 0,4 2 0,1-2 128,1 2 0,3-3 1,1 3-1,2-3 33,1-1 0,1 0 0,6 0 0,3-1-41,3-3 1,2 3 0,-29-1 0,1 0 0,0 1 0,0 0-38,1-1 1,0 0 0,-3 2 0,0-1-1,1-1 1,0 0 0,28 1-143,-4 1 1,-1 0 0,-2 0 0,-2 0 75,-5 0 0,-3 1 0,-2 2 0,-1 0 202,1 0 0,-1-2 0,0-1 0,-4 0 84,-3 0 1,-4 0-1,-1-1 1,-2-2 6,-2 0 0,-6-1 1,-4 4-1,-2 0 7,-1 0 1,0 0-116,0 0 1,0 0-1,-1 0 1,1 0-9,0 0 1,0 0-1,1 0 1,1 0 20,1 0 0,6 0 1,-4 0-1,2 0 74,0 0 1,0 0 0,4 0 0,-1 0-24,1 0 0,0-1 0,-1-1 0,1-2-43,-1 2 0,-3 0 0,-1 2 0,-1-1-23,-3-2 0,-1 1 1,-1-1-59,-1 2 1,1 1 0,0 0 19,0 0 1,-4 0-1,0 0 85,2 0 0,-3 0 126,1 0 0,0 0 268,4 0 279,-5 0-436,3 0 0,-6 0-343,4 0-117,-5 0 98,8 0 1,-9-2 202,3-1 1,1 0 79,-2-4 1,1 4 0,-4-5-1,0 0 207,0-2 1,3 0-1,1-1 1,0 0-60,0 0 1,-1-4 0,3-2 0,0-1-273,0 0 0,-3-4 0,4-3 1,1 1-199,-2 1 1,2 2-1,-3-1 1,0 2-776,-1 2 1,1 2 0,-2 6-671,0-1 0,6 5 0,-1 3 1577,5 6 0,18 22 0,9 10 0</inkml:trace>
  <inkml:trace contextRef="#ctx0" brushRef="#br0">19433 8752 7908,'-10'-8'188,"3"1"1,-2 4 831,6-5-723,-1 6 1,4-2 0,0 8-7,0 3 0,0-1 0,0 1 0,0 2-105,0 0 1,1 6 0,2 0 0,0 2-144,0 2 1,-2 3 0,-1 2 0,0 2-2,0 2 0,0 4 0,0 4 0,1-2-72,3-4 1,-2 1 0,5-3 0,1-1 41,-2-2 0,3-2 0,-2-3 0,3-2 60,1-3 0,0-3 1,-1-3-1,1-1-23,0-5 0,3 0 0,2-1 1,0 2-20,-1-2 1,4-1 0,-1-1 0,4 0 55,3 0 0,-1 0 0,5 0 0,1 0-10,1 0 1,1 0-1,2 0 1,2 0-43,3 0 0,3 0 0,3-1 0,1-1-100,5-2 1,6-3-1,-26 5 1,0 0-1,1 0 1,0 1 29,2-2 1,1 1 0,-1 1 0,0-1 0,3 0 0,1-2 0,2 1-1,1 0-25,1 0 0,0 0 0,1 0 1,0-1-1,1-1 0,0-1 0,0 1 1,1 0 49,2-1 0,0 1 1,5 0-1,0 0 1,2 1-1,-1 0 0,1 0 1,0 1-26,0-1 1,1-1-1,0 1 1,0-1-1,5 0 1,1 0 0,-20 2-1,1 0 1,-1 1-82,1-1 1,0 1 0,0 0 0,19 0 0,0 0 0,-3-1-1,-1 0 1,1 0 0,0 0 102,1 0 0,0 0 1,-1 0-1,0 0 1,-2-1-1,0 0 0,-4 0 1,0 0 74,-2 0 1,0 0 0,-2 0 0,-1 0 0,1-1 0,-1 1 0,-1 1 0,-1-1 80,-1 0 0,0 0 0,-4 0 1,0 2-1,-4-1 0,0 0 0,0 0 1,0 0 8,-1 0 1,1 0 0,-1 0-1,-1 0 1,-2-2 0,0 1-1,-1 1 1,-1 0-45,27-2 1,-1-2 0,-2 2 0,-3 1-136,-4-1 1,-9 1 0,-10 4 0,-3 0 141,-5 0 0,1 0-430,-7 0 862,-4 0 0,-1-1-379,-1-3 0,-2 3 0,0-4 171,-2 1 0,4 1 1,-4-4-1,1-1-44,0-2 0,0-1 0,-3-1 0,2-1 205,-2-1 1,3-2 0,0 2 0,-1-4-215,1-3 0,4 0 1,-2-1-1,2 1-261,2-1 1,4 0 0,-1 1 0,-1 1-1146,-1 2 1,-1 2-533,0 5 1,-5 6 0,-4 5-3030,-4 6 4682,1 4 0,1-18 0,6-6 0</inkml:trace>
  <inkml:trace contextRef="#ctx0" brushRef="#br0">16260 9162 7374,'0'7'244,"0"0"1,-1 0 197,-2-1 1,1 5-1,-1-1 1,2 4-179,1 3 0,0 1 0,0 3 1,0 1-109,0 0 1,4 3 0,4 1 0,1 2-68,2 2 0,0-3 1,1 2-1,2 0-59,4-2 1,2 5 0,2-5 0,1 2 91,2 0 1,3-5 0,5 2 0,3-1 38,4 0 0,2-1 0,1-4 1,1-4-58,3 0 0,2 2 0,4-4 0,0 0-19,1-3 1,-2-3-1,-22-5 1,1 0-1,0 0 1,1 0-22,-1 0 1,1 0-1,1-2 1,0 0 0,1 1-1,1 0 1,0-1-1,1-1-126,1 0 0,1 0 0,3 0 0,1 0 0,-1 0 0,0 0 0,0 0 0,0 0 29,0 0 0,-1 0 1,0 0-1,1 0 1,1 0-1,1 0 1,-1 0-1,0 0 32,0 0 1,0 0-1,1 0 1,0 0 0,-3 0-1,0 0 1,0 0-1,1 0 72,-1 0 0,0 0 0,4 0 0,-1 0 0,0 0 0,0 0 0,-1 0 0,1 0 7,-1 0 1,0 0-1,-1 0 1,2 0-1,1-1 1,1 1-1,2-2 1,-1 0 10,0-1 0,0-1 0,2 0 1,0 1-1,-2-2 0,0 0 0,2-1 1,-1 0-78,2 0 1,-1 0-1,1-2 1,-1-1-1,3 1 1,-1 0-1,-3-1 1,-1 0 140,-1 0 1,-1 0 0,1 0-1,0 0 1,0-2 0,0 0 0,-1 0-1,-2 0 80,-1 1 0,-1-1 0,-3 0 0,0 0 0,-4 1 1,-1 0-1,0 0 0,0 1 13,1 0 0,-1 0 0,-2-1 0,-1-1 0,26-11 0,-5 1 138,-2 1 1,-2-4-1,-5-1 1,-3 1 29,-1 1 1,-6-2-1,-5 1 1,-2 2-105,1 3 0,-4 2 0,1-2 1,-6 2-45,-4 2 0,2 0 0,0 4 0,-2 1-203,-3-1 0,0 4 0,-3-1 0,1 0-88,1-2 0,-2 3 0,2 0 0,-2-1-702,-1-2 0,3-1 1,-2 0-479,0 1 0,-1 3-801,-5-1 0,0 5 2006,0-4 0,-10 4 0,-2-2 0</inkml:trace>
  <inkml:trace contextRef="#ctx0" brushRef="#br0">15840 8989 11689,'0'-6'966,"4"1"1,4 5-1,1 0-783,2 0 0,1-1 0,2-1 0,4-2-62,3 2 0,1 0 1,4 2-1,1 0 78,1 0 1,-1 0 0,-3 0 0,3 0 10,0 0 0,-3 0 1,3 0-1,-2 0 137,0 0 1,4 4 0,-4 0 0,-1-1-11,-1 2 1,-3-4 0,-1 4 0,-2-1-72,-1-1 0,-2 2-65,-3-1 1,-5-2 823,-3 5-115,-1-4 1,-4 1 1479,-1-4-319,2 0-1829,-4 0-242,5 0 0,-5 0-1789,4 0-37,-4 0 578,5 0 1236,5 0 0,0 2 1,3 0 232,-1 2 1,0 0 0,4-1 110,0 0 0,0 1-466,0-4 1,-1 1-252,1 3 1,-4-3-120,0 3 1,-3-3-169,3-1 250,-4 0 398,1 0 0,-5 0-14,-2 0 1,0 0-28,-4 0-102,5 0-262,-3 0 87,5 0 0,3-1 1,2-2 33,1 0 0,-2-1 0,3 4 195,1 0 1,2 0 0,0-1 0,-2-2-78,-1 0 1,-3-1 0,3 4-136,1 0 1,-2 0-576,2 0-68,-6 0-571,8 0 0,-10 0 1539,0 0 0,-20-62 0,6 23 0,0 0 0</inkml:trace>
  <inkml:trace contextRef="#ctx0" brushRef="#br0">17221 8957 8030,'10'6'0,"1"-3"0,0-2-64,0-1 0,3 0 0,2 0 0,1 0 64,2 0 0,12-11 0,6-6 0,4-1 0,0 0 0</inkml:trace>
  <inkml:trace contextRef="#ctx0" brushRef="#br0">20857 8816 8279,'11'0'-798,"0"0"0,-1 0 1301,1 0 1,-4 0-1,2 0 1,1-1-163,4-2 0,0 1 0,-2-1 1,1 2-104,2 1 0,6 0 1,-2 0-1,1 0-100,0 0 0,0 0 0,1 0 0,-2 0-45,-1 0 0,-5 0-159,1 0 60,-6 0 0,-8 0 1,-8 0 29,-1 0 0,-2 0 0,0 0 0,0 0-60,1 0 0,-1 0 0,-1 0 0,-1 0-4,-2 0 1,-3 0 0,3-2 0,-1 0 28,1-2 1,-1 1 0,3 3 0,-2 0-103,2 0 0,1 0-462,1 0 1,8 0 574,6 0 0,56-5 0,-18 2 0,0 0 0</inkml:trace>
  <inkml:trace contextRef="#ctx0" brushRef="#br0">23447 8838 7937,'-33'5'72,"1"-4"0,3 4 0,1-5 911,2 0 1,7-5-364,8-2 0,9 1 0,11-1 0,12-1-101,7 2 0,8-3 1,11 2-1,4-3-42,1-1 1,6 4 0,1 1-1,1 1-285,-29 4 0,0 0 0,2 0 1,0 1-1,0 0 0,0 0 1,28 0-407,-5 0 0,-5 1 0,-13 2 133,-6 5-525,-9-4 1,-13 5 0,-13-4 0,-10 1-133,-11 2 1,-11-2 0,-5 1 0,-6 2 35,-4 0 1,-2 2-1,2 0 702,3 0 0,54-41 0,14-11 0,2-5 0,0 1 0</inkml:trace>
  <inkml:trace contextRef="#ctx0" brushRef="#br0">18505 3615 7767,'3'-11'-24,"1"0"1,-1 1 0,-3-1 713,0 0 0,2 1 0,0 2 1084,2 1-1381,-1 5 1,-3-1 0,1 9 0,2 6-47,0 4 0,1 6 0,-4 8 1,0 5-347,0 5 0,0 3 1,0 4-1,0 3-900,0 3 0,0 0 0,0-2 0,0-2-120,0-1 1,1-6 0,2-7 1018,0-5 0,15-28 0,0-10 0</inkml:trace>
  <inkml:trace contextRef="#ctx0" brushRef="#br0">18127 4144 7829,'1'6'849,"2"-1"0,3-2-256,3 1 1,4 1 0,10-3 0,5 2-125,8-2 0,7-1 0,12-1 0,3 0-560,3 0 0,-30-2 1,1-1-1,1 0 1,-1-2-1,0-1 1,1 0-362,-1-1 1,0 0 0,24-11 0,-8 2 0,-10-1-2167,-9-2 2618,-10-1 0,-13-40 0,-7 25 0,1 0 0</inkml:trace>
  <inkml:trace contextRef="#ctx0" brushRef="#br0">18192 3486 7829,'-11'10'0,"0"1"0,6-5-137,5-2 0,10-4 0,10-3 0,8-3 1086,8-3 1,5 4 0,3-6-1,4 2-900,6-1 1,-24 7 0,1 0 0,4 1 0,1 0 0,1 2 0,1-1-50,1 1 0,-1 0 0,3 4 0,0 2 0,-1 0 0,1 0 0</inkml:trace>
  <inkml:trace contextRef="#ctx0" brushRef="#br0">19260 3842 7766,'-1'-11'-223,"-2"0"0,0 0 573,0 0 0,2 4 0,1 0 0,0-1 866,0-2 1,0-1-681,0 1 0,5 5 1,1 5-491,0 6 1,-1 9-1,-4 7 1,1 5-154,2 5 0,0 0 1,-4 0-1,0 1-139,0-1 0,3-1 0,1-2 0,-1-5 210,2-5 0,0-3 0,3-7 0,0-1 692,0-5 1,2-3-1,-1-5 1,0-5-29,-2-7 0,0-4 1,2 1-1,0 1-462,-2 1 1,-3 1 0,3-2 0,1 2-391,2 2 1,-3 1 0,0 7-210,2 4 1,0 3 0,1 4-106,-3 7 0,1 5 0,-3 5 0,0 1 150,0 0 1,2-1-1,-2 1 1,1-2 389,2-2 1,5-2 0,2-7-1,-2-2 665,-1-3 0,2-3 1,1-2-1,-2-3 117,-1-3 1,2-4 0,1-3 0,-2-3-556,-1 0 0,-1-3 1,-1 2-1,1-1-1654,0 1 1,3-1 1424,1 4 0,14-28 0,-1-4 0</inkml:trace>
  <inkml:trace contextRef="#ctx0" brushRef="#br0">20123 4079 8029,'-11'0'729,"5"-1"0,2-2 1725,-1 0-1968,4-1 0,1 4 0,7 0 0,2 0 20,2 0 1,5 1 0,3 2 0,4 0-360,2 0 1,5 2 0,-3-2 0,2 1-414,0 1 0,0-4 0,3 2 0,-1-1-959,-2-2 1,-3 3 0,-5 1-1,-3-2-2603,-4-1 3828,-2-1 0,-25-24 0,-6-6 0</inkml:trace>
  <inkml:trace contextRef="#ctx0" brushRef="#br0">20156 3777 7786,'-6'0'1317,"10"0"1,11 1-909,4 3 0,5-2 0,5 4 0,7 0-1290,4 0 881,4 1 0,5-15 0,7-7 0,-16 5 0,1 0 0,-1-1 0</inkml:trace>
  <inkml:trace contextRef="#ctx0" brushRef="#br0">21159 3906 7828,'0'-10'113,"0"-1"0,0 4 1,0-1 460,0 0 1,0-2 0,0 0 417,0-1 0,-4 0 553,1 0-1338,-1 5 0,4 3 0,0 6 0,1 4-124,3 3 0,-3 6 0,3 3 0,-2 4-231,2 2 1,-3 4 0,4-3 0,-2 0-112,1 1 0,3-2 0,-2-4 0,1 0 127,2-3 1,-2 0-1,0-6 1,0-4 497,0-2 1,2-2 0,1-5 182,-2-3 1,2-6-1,-4-5 1,-1-2-298,1-2 1,2 2 0,-2-1 0,1 0-234,3 1 1,-3-2 0,1 5-1,0-1-268,-1 0 1,3 6 0,-1-1 4,1 0 0,1 6 0,-2 4 0,-2 8-182,-1 5 0,2 4 0,-3 4 0,-1 1-20,2-1 0,-2 1 0,4-1 0,0 1 207,-1 0 1,4-6 0,-2-1-1,4-4 753,2-4 0,1-2 1,-3-7-1,2-1 226,4-4 1,-1-8 0,1-3 0,1-3-82,1-5 1,2 0 0,0-4 0,-1 1-887,1-1 0,-1-1 1,0-1 226,-3-1 0,-11-2 0,-3-11 0,0-1 0,0-4 0,-1 1 0,1-1 0</inkml:trace>
  <inkml:trace contextRef="#ctx0" brushRef="#br0">18774 5061 7792,'0'-11'-22,"0"0"0,0 1 480,0-1 0,0 0 1,0 0 281,0 1 1,0-1-1,0 0 481,0 0 0,0 6-874,0 5 0,0 8 0,2 10 0,0 7-248,2 5 1,-1 8 0,-2 4 0,2 5-576,0 2 1,2 1 0,-2 3 0,1-3-2123,2-3 2598,2-2 0,7 2 0,2 3 0</inkml:trace>
  <inkml:trace contextRef="#ctx0" brushRef="#br0">18623 5482 7792,'11'0'454,"1"0"0,1 0 255,2 0 1,3 1 0,-2 3 0,5 3-352,5 2 1,4 2 0,4-1 0,1-2-391,1-1 1,4-4-1,0 0 1,1-3-503,-2-3 0,-2-3 0,-7-5 0,-3 0-962,-6 0 1,-8-3 1495,-2 0 0,-19-29 0,-10-4 0</inkml:trace>
  <inkml:trace contextRef="#ctx0" brushRef="#br0">18656 4942 7792,'-11'0'70,"4"0"0,1-1 382,1-2 0,-2 0 0,3-4-142,2-1 0,5-1 1,5 1-1,1 2-277,2 1 1,5 1 0,3 4 0,3 0-372,4 0 0,4 2 0,-2 1 1,4 4 337,0 3 0,6 0 0,11 2 0,2 1 0,4 0 0,-1 1 0,1 0 0</inkml:trace>
  <inkml:trace contextRef="#ctx0" brushRef="#br0">19389 5331 10947,'11'0'474,"0"0"0,1 1 0,2 1 0,6 2-597,4-2 1,3 3 0,7-1-1,1-2-972,0-1 0,3-1 1,-4 0 1094,2 0 0,0-43 0,-19 16 0,-1 0 0</inkml:trace>
  <inkml:trace contextRef="#ctx0" brushRef="#br0">19454 5126 7792,'-6'-5'1196,"-2"3"-434,4-6 1,3 6 0,7-2 0,7 3-814,6 1 1,3 4 50,10-1 0,15-2 0,8-3 0,-12 0 0,-1 0 0,0 0 0</inkml:trace>
  <inkml:trace contextRef="#ctx0" brushRef="#br0">20781 4802 7989,'4'-11'556,"0"0"1,-1 4 889,-3 0-1063,0 5 1,1-2 0,2 8-244,0 3 0,1 8 0,-4 6 0,0 4-544,0 3 1,0 5 0,-1 6 403,-3-1 0,4 0 0,-1 4 0,-1 1 0,-1 1 0</inkml:trace>
  <inkml:trace contextRef="#ctx0" brushRef="#br0">21310 5493 7936,'0'-11'935,"0"0"-35,0 0 1,0 4 0,0 2-678,0 4 0,0 8 1,0 13-1,0 3-459,0 6 0,-3 4 0,-1 3 236,2 3 0,-1-5 0,0 3 0,0 2 0,0 1 0</inkml:trace>
  <inkml:trace contextRef="#ctx0" brushRef="#br0">21785 6151 7846,'0'-7'2924,"0"0"-2483,0 4 0,0 0 0,0 6 0,0 6-405,0 4 1,-4 5-1,-1 6 1,1 2-1193,-1 2 1,0-4 1155,2 1 0,11 12 0,-1 3 0</inkml:trace>
  <inkml:trace contextRef="#ctx0" brushRef="#br0">20663 5655 7876,'-6'-8'192,"2"1"1,-1 0 214,2-4 0,-2 2 0,3 0-58,-2 2-400,0 5 0,3-3 0,-1 7 50,-2 5 1,1 5 0,3 11 0,0 1 93,0 1 1,0 8 0,1-3-1,2 0-64,5 1 1,5-5 0,2-1 0,2-3 217,2-4 1,-2-6 0,1-6-1,0-2 391,-1-6 0,2-4 1,-6-8-1,-2-4-94,-3-2 0,-5-3 0,0-2 0,-1-3-328,-2 0 0,0-1 0,-2 3 0,0 1-379,-2-1 1,-4 1-1,1-2 1,-3 7-496,-1 3 1,1 3 0,-1 4 0,0 3-437,0 3 0,4 3 0,1 2 1,0 4 252,0 6 0,4 1 1,-2 7 840,3 4 0,1 27 0,0-19 0,0 1 0</inkml:trace>
  <inkml:trace contextRef="#ctx0" brushRef="#br0">20727 6183 7835,'-10'-3'-15,"-1"-1"109,0 2 1,0-3 0,0 1 0,1 2 37,-1 1 0,1 2 0,2 3 1,1 4 6,-2 5 0,1 4 0,0 5 1,2-1-39,1 1 0,1 3 0,4 1 0,0 1-51,0-1 0,5-4 1,3-7-1,6-2-12,4-3 1,1-6 0,0-1 0,-1-3 348,1-3 1,-2-5 0,0-6 0,-2-3 61,-2 0 1,-1-2-1,-2 4 1,-3-2-335,-3-2 1,1-1-1,-2 1 1,0 1-260,-2-1 0,-6 4 0,-2-1 0,-3 2-325,-1-1 0,-4 4 0,-2 5 0,-1 0-2237,0 0 2706,5 4 0,-3 12 0,5 8 0</inkml:trace>
  <inkml:trace contextRef="#ctx0" brushRef="#br0">21289 6108 7835,'-8'-5'0,"1"-1"-35,-1 0 1,2 1 0,-1 5 0,-2 0 275,0 0 1,-2 9 0,1 4 0,2 5-41,1 5 0,3 5 0,-2 1 0,1 1-64,3-1 0,2 2 1,3-3-1,5-2 19,1-4 1,3-3 0,1-7-1,2-4 168,-2-2 1,0-3 0,0-7 0,1-4 268,-5-6 1,1 1 0,-5-5-1,-1-1-343,1-1 0,-1-6 0,-4 1 1,0 1-750,0 2 0,-4-1 0,-1-1 0,1-1-554,-1 1 0,-2-3 1,2 2-1,-1 1 1053,-3 1 0,0-32 0,3 23 0,1 1 0</inkml:trace>
  <inkml:trace contextRef="#ctx0" brushRef="#br0">21289 4824 7844,'-8'1'0,"1"2"0,-1 3-53,-2 0 1,3 4-1,1-2 1,0 4 213,0 3 0,4 4 0,-2-1 0,3 2-68,1 2 0,0 0 1,1-1-1,3-1 28,3-2 0,2-2 0,3-6 0,2-3 105,0-4 1,4-1-1,-4-4 1,1-2 52,0-7 0,-2-5 1,4-5-1,-2-2 4,-6-2 1,1-2 0,-7-3 0,0 2-256,-2-2 1,-1 0 0,0 0 0,-1 2-354,-3 2 0,-3 1 0,-6 4 1,-2 4-297,2 7 1,-2 4-1,0 6 1,2 1-134,1 2 1,5 8 0,1 7 753,1 3 0,26 21 0,12 9 0,-9-14 0,0 0 0,0 1 0</inkml:trace>
  <inkml:trace contextRef="#ctx0" brushRef="#br0">21893 4878 7853,'-1'-6'60,"-3"2"106,-3 3 1,1 1-1,-1 2 1,-2 4-57,0 5 0,-2 7 1,0 1-1,1 4-72,3 2 1,-1 5 0,4-2 0,2-1 56,1-2 1,2-2 0,2-2-1,5-3 175,1-4 0,3-7 0,1-3 0,3-4 160,1-4 0,-3-5 1,3-7-1,-1-2-143,-3-5 1,2 0 0,-1-5 0,-4-2-587,-1-1 1,-3-1 0,1 2-1,-4 3-93,-1 0 1,-2-1 0,0 2 0,-2 2-719,-1 2 1,-4 9 0,-8 3 1109,-3 4 0,-26 36 0,18-9 0,0 0 0</inkml:trace>
  <inkml:trace contextRef="#ctx0" brushRef="#br0">21817 5428 7881,'6'0'599,"-2"0"0,-8 1-516,-3 3 0,-1 2 0,-1 5 1,2 1-49,-1 2 0,2 3 1,0 4-1,1 1 37,3-1 0,0 1 0,2-2 1,2-2 116,1-3 0,3-4 0,5-4 364,0-4 1,-1-1 0,1-5 0,0-4 49,0-7 1,0-6 0,-2-2 0,0-2-585,-2-2 0,-5 0 0,2 2 0,-3-1-165,-1 1 0,0 1 0,-1 2 1,-3 0-884,-3 3 0,-3 3 0,0 5 0,-1 3-766,0 3 0,0 5 1795,0 7 0,10 42 0,2-15 0,-1 0 0</inkml:trace>
  <inkml:trace contextRef="#ctx0" brushRef="#br0">20350 4996 7768,'-5'-26'-49,"0"2"0,-3-4 0,2 1-189,1-1 0,1 3 0,4-4 0,0-1 434,0-1 0,0-1 0,0-1 0,0 1-131,0 0 0,0 3 0,0 1 0,-1 2 47,-2 2 0,-3 6 1,-5 5-1,0 4 149,0 6 1,0 4-1,1 7 1,-2 10-123,-3 9 0,2 16 1,-5 10-1,9-22 1,0 2-51,1 3 1,-1 2-1,-1 2 1,0 2-1,1 5 1,0 1-1,-1 2 1,0 1-111,-1 2 0,0 2 1,2-1-1,1 2 1,1 2-1,1 1 0,1 2 1,2 0 67,1-20 1,1 0-1,0 0 1,0 20-1,2-1 1,1-1-1,2 0 1,2-5-1,2-2-312,3-4 1,2-2 0,4-7-1,1-3 1,1-1 0,2-1 0,-1-4-1,2 0 265,-1-2 0,1-1 0,0-2 0,1-1 0,1 0 0,0-1 0,1-1 0,1 0 0,-1 0 0,0-1 0</inkml:trace>
  <inkml:trace contextRef="#ctx0" brushRef="#br0">22465 4694 7768,'6'-11'257,"3"1"1,-2 0 0,3 3-175,1 3 1,1 4 0,3 6 0,6 11 593,3 14 1,5 15 0,-16-15 0,-1 4 0,0 4 0,-2 3-485,1 5 1,-2 3 0,-3 9-1,-2 2 1,-2-16 0,-1 1-1,0 0 1,-1 1 0,0 0 0,0 0-445,-1 0 0,0-1 1,-1-1-1,-1-2 1,0-2-1,-3 0 1,-3 18-1,-3-2 1,-2 0-1,-1 0-801,-2 0 0,-1 0 1052,0-3 0,-2 0 0,-1 3 0,-1-1 0,0-5 0,1 0 0</inkml:trace>
  <inkml:trace contextRef="#ctx0" brushRef="#br0">22486 7813 7986,'0'-11'294,"0"4"0,0 0 651,0-2 1,4 0 43,-1-2 0,1 0 284,-4 0 1,1 6-550,3 5 1,-3 5 0,4 7 0,-2 4-142,1 5 1,3 6 0,-3 6 0,-2 5-466,-1 5 0,-1 3 0,0 6 0,-1 0-167,-2 3 1,0-1-1,-4 3 1,-1-2-900,-2-1 0,3-4 1,1-5-1,1-4-1714,3-5 1,0 0 2661,2-4 0,5-11 0,1-12 0</inkml:trace>
  <inkml:trace contextRef="#ctx0" brushRef="#br0">22195 8698 9064,'11'-6'1357,"-4"0"0,0 3 0,1 0-819,2 0 0,1 2 0,1 1 0,2 0-483,4 0 1,7 1 0,4 2 0,5 0-151,5 0 0,3 1 0,12 0 1,4-2-604,1 0 0,-2-2 0,-7 0 0,-5 0-2858,-8 0 3556,-1-5 0,-23-25 0,1-11 0</inkml:trace>
  <inkml:trace contextRef="#ctx0" brushRef="#br0">22314 7770 8013,'-5'6'-429,"2"-2"912,-4-4 0,0 0 271,-4 0 1,5-1-11,3-2 0,3-3 0,3-4-142,4 3 0,4-2 1,4 5-1,4-1-162,5 0 1,3 1 0,8 4 0,3 0-134,6 0 0,12 0-307,5 0 0,-20-8 0,9-7 0,4-2 0,-1 0 0,-6 3 0,1-1 0,-1 1 0,1-1 0,-1 1 0</inkml:trace>
  <inkml:trace contextRef="#ctx0" brushRef="#br0">14750 11277 7838,'0'-7'139,"0"-1"1,0 5 365,0-4 0,0 3-38,0-3 0,0 3 58,0-3 1,0 3 116,0-3 1,1 5-444,3-2 0,-2 4 1,4 4-1,0 4-143,0 5 0,-4 4 1,3 6-1,-1 2-178,-1 4 1,4 3 0,-3 3-1,0 1-33,0-1 0,1-2 1,4-1-1,-3-5 154,-2-5 0,5-5 0,-2-8 517,3-2 1,0-4 0,1-9-1,0-6 233,0-4 1,0-3-1,-1-5 1,1-1-505,0 1 0,0 1 1,1 1-1,1 1-275,1-1 0,2 5 0,-3 3 1,1 3-46,0 4 1,-1 2-1,0 5 1,0 2-299,-3 1 0,-1 8 1,-4 7-1,1 2-24,3 2 0,-5-2 1,1-1-1,0-2 272,2-1 0,-1-2 1,1-3-1,2-1 886,0-3 1,3-2 0,3-8-251,3-4 1,-6 0 0,-2-9 0,0 2-524,0-1 1,0-4 0,1 1-1,0-2-1756,0-2 0,0 1 1,1-2 1767,2-2 0,1-12 0,1-7 0,4-5 0,0 0 0</inkml:trace>
  <inkml:trace contextRef="#ctx0" brushRef="#br0">15678 10629 7694,'0'-10'111,"0"2"0,0 1 2662,0-1-2388,0 3 1,0 1 0,0 8 0,0 4-264,0 6 1,-4 7 0,0 9 0,2 5-209,1 4 1,-3 2 0,1 0 0,0-1-380,2 0 0,1-1 0,0-1 0,0-2-816,0-5 0,1-4 1,2-9 1280,0-4 0,6-31 0,-3-8 0</inkml:trace>
  <inkml:trace contextRef="#ctx0" brushRef="#br0">15397 10619 7810,'-11'0'436,"1"0"1,2 0 13,1 0 0,6 0 0,2-2 0,9 0-261,7-2 1,8-3-1,5 2 1,4 1-371,6-1 1,3-4 0,4 3 180,3 0 0,-13-3 0,7-3 0,0 0 0,4 0 0,0 0 0,0 0 0</inkml:trace>
  <inkml:trace contextRef="#ctx0" brushRef="#br0">16314 10435 7851,'11'-23'144,"0"-2"1,0-4-1,-1-5 1,0-2 527,-3 1 1,2 6-1,-6 4 1,0 3-138,-2 4 1,-2 7-1,-3 10-381,-3 7 1,-3 11 0,-1 13 0,-1 7-81,-2 10 1,-3 7 0,7-22-1,-1 2 1,0 0 0,0 1 14,0 3 1,1 0-1,-1 1 1,1 1 0,1 2-1,0 1 1,1 0 0,1 1-193,-2 1 0,2 1 0,2 3 0,2 1 0,-2 2 0,0 1 0,2-1 0,0 0-75,2-2 1,0 1 0,0-4 0,0 0-1,2-5 1,0-1 0,0-2 0,2 0-639,2-2 1,1-1 0,10 23 0,7-14 815,2-10 0,4-6 0,6-9 0,5-3 0,2-1 0</inkml:trace>
  <inkml:trace contextRef="#ctx0" brushRef="#br0">16616 10834 11913,'2'-6'2224,"0"4"-1584,2 4 1,4 6 0,0 7 0,6 8-428,4 8 1,3 9 0,4 11 0,-10-21 0,-1 1-541,2 4 0,-1 0 0,1 2 0,1 0 0,-1 1 0,0 0 0,0-1 0,-1-1-1228,0-1 1,-1-2-1,-2-3 1,-1-2 1554,7 15 0,-10-19 0,2-10 0</inkml:trace>
  <inkml:trace contextRef="#ctx0" brushRef="#br0">17005 10834 7732,'-11'2'138,"0"0"0,-1 4 305,-2 4 1,1 0 0,-5 12 0,-1 4-121,-2 4 0,-2 9 0,-3 5 0,-5 8-653,14-24 0,-1 0 0,0 1 0,0-1 0,1 0 0,1-2 0,-2 1 0,1 0-573,-1 1 1,0-2 902,-2 0 0,-1-3 0,-22 16 0,-6-8 0</inkml:trace>
  <inkml:trace contextRef="#ctx0" brushRef="#br0">17231 10478 7732,'0'-11'928,"-1"4"-251,-2 0 1,-3 6-1,-4 2-224,3 9 1,1 9 0,3 8 0,0 5-439,0 5 0,-1 4 1,0 3-1,2 1-620,0 2 0,2-1 1,0-7-1,0-4-449,0-5 0,5-5 1,2-8 1053,3-6 0,6-29 0,0-12 0</inkml:trace>
  <inkml:trace contextRef="#ctx0" brushRef="#br0">16865 10511 7780,'10'0'374,"6"0"0,3-2 0,5-1 303,5-4 0,12-3 0,7-1 0,7 0-656,-25 6 1,1 0 0,1 0 0,1 0 0,0 1 0,1 0-22,-2 0 0,4 0 0,10-2 0,5-1 0,2-1 0,3-2 0,-1 1 0,1-1 0</inkml:trace>
  <inkml:trace contextRef="#ctx0" brushRef="#br0">17685 10921 8388,'-5'-8'2063,"-2"1"0,1 5-1600,-2-2 1,6 4-1,-2 4 1,3 3-221,1 3 0,0 6 0,1 6 1,3 7-478,3 6 1,3 4 0,1 8 0,-1 3-744,1 3 0,0 1 0,0-1 0,1-4 977,2-6 0,22-9 0,10-8 0</inkml:trace>
  <inkml:trace contextRef="#ctx0" brushRef="#br0">17922 10899 7899,'0'-11'824,"0"0"0,0 1 315,0-1 1,-5 5 0,-2 5-300,-3 7 1,-4 8 0,-2 15 0,-2 8-813,-4 7 1,-5 7-1,11-23 1,0 1 0,0 2-1,0-1-388,-1 2 1,1 0 0,0-1 0,0-1 0,0 0 0,-1 0 0,2-1-1,-1-2-4439,-12 23 4799,1-7 0,6-25 0,-1-4 0</inkml:trace>
  <inkml:trace contextRef="#ctx0" brushRef="#br0">18408 10985 7677,'-8'-10'411,"1"-1"0,1-4 0,-2 1 263,1 1 1,1 1 0,-2 1 0,4 1 939,-1 3 1,2-1-1054,-4 4 1,5 3 0,-2 8-1,2 8-220,-2 4 0,3 8 0,-4 7 1,2 7-426,-1 4 1,-1 6 0,3-3-1,-3 1-1005,-1 2 0,2 1 1,-2-2-1,2-4-1292,1-5 1,2-9 2380,1-7 0,0-26 0,0-7 0</inkml:trace>
  <inkml:trace contextRef="#ctx0" brushRef="#br0">18041 11180 12246,'14'0'231,"0"0"1,10 3 0,3 1 0,6-1-3920,7 2 3688,2 1 0,-3-8 0,8-3 0,1-1 0,5 0 0,-1-1 0,0 1 0</inkml:trace>
  <inkml:trace contextRef="#ctx0" brushRef="#br0">19055 11115 7677,'5'-11'0,"-4"0"0,3 1 0,-2-1 914,2 0 1,-3 0-1,2 0 618,-1 1 0,-2 5-1285,0 5 1,-5 9 0,-2 11 0,-3 4-157,-1 4 0,0 8 0,1 5 1,-1 3-398,0 3 1,-3 0-1,-1-4 1,2 0-787,1 0 0,5-4 1,1-4-1,1-7-1074,3-6 2166,0-5 0,17-54 0,3-13 0</inkml:trace>
  <inkml:trace contextRef="#ctx0" brushRef="#br0">18936 10619 7677,'-7'-6'486,"0"-5"1,4 4-1,0-4 1,1 1 695,-2 1 1,3 1 0,-2 2-534,6 2 1,-1 2 0,5 10-1,2 7-287,0 8 1,2 11 0,1 9-1,1 7-220,2 6 1,-7-25 0,-1 0-1,0 2 1,-1 2 0,2 1-1,-1 0-433,-1 1 0,1 0 0,1 0 1,0 0-1,-1 0 0,1-2 0,1 0 1,0-1-2213,2-1 1,1 0 2502,10 22 0,5-25 0,5-3 0,0-2 0,0 0 0</inkml:trace>
  <inkml:trace contextRef="#ctx0" brushRef="#br0">19594 10867 7676,'6'-7'100,"-2"-1"1,-2 1 319,2 1 1,-3-3-1,3 1 1,-3-1 155,-1-2 1,1-1-1,2-1 1,0-2 287,0 2 0,-2 1 0,-1 1 423,0 1 0,3-1 405,1 0-1432,0 5 1,-4 7-1,0 10 1,0 6-44,0 3 0,3 8 0,2 4 1,0 7-298,0 2 1,3 7 0,-2 3 0,1 2-1391,0 1 0,-1 2 0,3-1 1,-2-2 1469,1 0 0,12 4 0,-9-27 0,0 0 0</inkml:trace>
  <inkml:trace contextRef="#ctx0" brushRef="#br0">19433 11385 7676,'-11'0'856,"1"1"1950,3 2-2094,2-1 0,6 6 0,4-4 0,5-1-91,3 2 0,7-3 0,1 4 0,4-1-489,3-2 1,0 1 0,6 0 0,2-2-744,3 0 0,3-2 1,2 0-1,-2-2-642,-3-1 1,-1-7-1,-3-5 1,0-2-1565,-4-2 2817,-3-2 0,-14-16 0,-2-10 0,2-2 0,0-1 0</inkml:trace>
  <inkml:trace contextRef="#ctx0" brushRef="#br0">19336 10737 8272,'1'-12'953,"2"-2"0,5 2 0,7-4 0,8 2-156,8-1 0,9 5 0,9 4 0,6 1-1002,4 2 1,-27 6 0,0 2 0,3 0 0,0 2 0,0 0 0,1 0 204,-2 3 0,5-4 0,2-9 0,8-6 0,3-2 0,0 0 0,4-1 0,1 0 0,-1-1 0,0 1 0</inkml:trace>
  <inkml:trace contextRef="#ctx0" brushRef="#br0">20317 10262 7892,'0'-15'392,"2"-3"1,0-1 720,2 1 0,0 0 0,0 6-155,3 2 0,6 14 1,3 9-1,0 18-312,-1 17 1,-7-15 0,-1 2 0,-2 6-1,0 1 1,0 4 0,0 0-243,-1 4 1,-1 0 0,-4 3 0,-3 2 0,-2 2 0,-2 1 0,-2 1 0,-2-1-865,-1 2 1,-2-1-1,0-2 1,0-2-1,-4-3 1,-2-1-1,1-5 1,0-2-255,1-4 0,0-2 0,3-5 1,1-2-1,-5 22 0,8-10 714,7-9 0,4-7 0,1-5 0</inkml:trace>
  <inkml:trace contextRef="#ctx0" brushRef="#br0">20803 11093 7780,'1'-10'-27,"2"-1"0,0 0 154,0 0 0,-2-3 0,-1-1 0,0 1 496,0-2 1,0 4 0,0-3 0,0 0-160,0 1 0,0 0 1,0 3-1,-1 0 590,-3 0 1,3 0-767,-3 1 0,3 6 0,1 8-192,0 9 1,1 10-1,2 4 1,0 3-80,0 4 0,1 4 0,1-2 1,0-1-377,0-2 1,2-1 0,-2-4 0,0-2 128,-1-4 1,5-2 0,-3-5-1,1-5 738,0-4 0,0-4 1,3-7-1,-2-5 136,-1-7 0,1-4 0,2 0 0,1-1-304,0 1 1,0 0-1,0 2 1,-1 2-392,1 2 0,0 0 1,1 6-1,1 2-214,2 3 0,-1 4 1,-3 5-1,0 6-417,-1 5 1,1 5 0,-1 1 0,-2 2 182,-1 2 1,-1 2 0,3-2-1,-2-2 340,1-2 1,2-6 0,1-4 0,-1-5 458,1-2 1,0-1-1,0-7 1,0-3 853,-1-5 1,2-8 0,2-2-1,1-6-529,2 0 0,-3-5 1,4 4-1,1-4-1308,2 0 1,0-4-1,2-1 1,1 0 682,1 0 0,-4 4 0,5-9 0,2-4 0,-1 1 0,3-3 0,-1-1 0,0 0 0,1 1 0</inkml:trace>
  <inkml:trace contextRef="#ctx0" brushRef="#br0">3150 10521 7822,'-10'0'515,"4"0"1,2 0-122,8 0 1,-2 0-1,5-1 1,2-1 263,0-2 1,2 1-1,0 4-95,-1 2 1,0 5-1,-2 6 1,-2 5-66,-1 5 0,-1 9 0,-4 8 0,-3 9-461,-4 7 0,2-24 0,-2 1 0,-3 2 1,-3-1-1,2 1 0,-2 0-68,1 0 0,-1 0 0,-1-4 0,0 0 0,1-1 1,0 0-1,-9 24-17,2-9 1,8-13 0,6-11 0,2-7 115,1-3 1,3-2 95,4-3 1,2-1-1,5-4 1,1 2-418,2-2 0,3 0 0,6-2 1,2 0-472,4 0 0,3 0 0,4 0 0,5 0-353,4 0 0,1-2 1077,4-1 0,-5-10 0,4-4 0,5-3 0,-1-1 0</inkml:trace>
  <inkml:trace contextRef="#ctx0" brushRef="#br0">4434 11158 7790,'8'0'763,"-1"0"-76,1 0 1,5 0 0,3 0 0,2 0-608,5 0 1,8 4 0,8-1-1,3 0-618,2-2 1,-1-1 0,-1-1 0,-3-2-1702,-3 0 2239,-7-6 0,-12-35 0,-8-15 0</inkml:trace>
  <inkml:trace contextRef="#ctx0" brushRef="#br0">4445 10683 7885,'7'4'0,"2"-1"248,3 0 1,1 2 0,7-2 0,5 1 178,5 1 1,10 1 0,10 3-428,3-2 0,0-7 0,6-4 0,-17 0 0,0 0 0,-1 0 0</inkml:trace>
  <inkml:trace contextRef="#ctx0" brushRef="#br0">6538 10834 7687,'-4'-7'184,"-4"0"0,2 5 0,0-1 0,2 7 348,1 7 0,-2 4 0,2 8 0,0 1-28,2 1 0,1 1 0,0-2 0,1 0-154,3-3 1,6-1 0,5-5 0,1-3 24,-1-4 1,5-3 0,-2-5 0,2-1 55,2-3 1,-2-3 0,-1-8 0,-1-1-178,1-1 1,0-4 0,1 5-1,-4-2-224,0 0 1,-2 6 0,-3 0 0,0 4-316,0 4 0,-5 1 1,-3 8-1,-3 6-309,-3 6 0,-4 9 1,-9 6-1,-6 8 113,-5 6 0,-1 3 1,13-22-1,0 0 1,0 0-1,-1 0 104,1 0 1,-1 0-1,-2-1 1,1 0-1,-10 25 1,-1-5-229,3-1 0,3-4 1,5-5-1,7-9-737,5-7 1342,4-9 0,25-30 0,6-11 0</inkml:trace>
  <inkml:trace contextRef="#ctx0" brushRef="#br0">6279 10575 7700,'0'-16'0,"0"1"0,0 3 144,0 1 0,0 1 0,0-1 693,0 0 0,0 7 1,0 9-1,-1 13-428,-2 12 1,0 15 0,-4 12 0,3-24 0,1 1-375,0 2 0,0 1 0,-2 3 0,0 1 0,1 1 1,0 1-1,-2 2 0,0 1-317,-1 2 1,0 1 0,1-1 0,2-1 0,2-3 0,0-1 0,2-3 0,-1-2 281,-2-4 0,6-3 0,25-5 0,11-6 0,3-5 0,0 1 0</inkml:trace>
  <inkml:trace contextRef="#ctx0" brushRef="#br0">7520 10543 8703,'-10'0'1309,"-1"6"1,-1 5 0,-3 7-788,-3 6 0,-3 13 0,-4 12 0,11-21 0,0 2-453,0 2 1,0 0 0,-1 4 0,0-1 0,2 0 0,0 0 0,0-1-1,1 0-255,0-1 0,1 0 0,0-1 1,1-1-1,-1 20 0,5-10-1535,3-9 1,9-12 1720,5-9 0,-5 0 0,4-5 0</inkml:trace>
  <inkml:trace contextRef="#ctx0" brushRef="#br0">7445 10327 7688,'3'-20'68,"2"1"1,0 1 296,0-2 0,3 4 0,-1-1 1,3 0 272,1 0 1,0 5 0,1 0-1,1 5 176,1 2 0,2-2 0,-3 4 0,1 1-297,-1 5 1,3 7 0,-2 8 0,-2 4-435,-3 3 1,-1 4-1,-4 6 1,-3 2-42,-3 1 1,-4-2 0,-5 3-1,0-2-137,0-2 0,0-5 1,1-3-1,-1 0 146,0-3 0,5-6 0,1-4 1,2-2 179,-1-1 0,2-4 0,5-1 0,4-1-796,3-3 1,6-1 0,2-1 0,3 0-4717,4 0 5281,3 5 0,15-18 0,9-6 0,3 0 0,0 1 0</inkml:trace>
  <inkml:trace contextRef="#ctx0" brushRef="#br0">8459 10985 7781,'-11'2'0,"0"0"-128,1 2 1,-1-1-1,0-3 1,0 0-78,1 0 0,-5-1 0,1-1 0,1-2 432,1 2 0,0-3 0,-2 0 1,0 0 32,1 0 0,1 1 1,1 1-1,0 0 601,0 0 0,1 2 29,-1 1 1,2 0-654,6 0 1,5 4 0,13 0 0,4 1-498,5 0 1,5 3-1,8 1 1,5 3-1790,3 2 2049,7 1 0,-9-15 0,10-4 0,1-1 0,6 1 0,0-1 0,0 1 0</inkml:trace>
  <inkml:trace contextRef="#ctx0" brushRef="#br0">9301 10575 7709,'3'-15'-385,"1"-3"1,1-1 0,-2-1-1,4 4 1034,3 0 0,4 6 0,2 8 0,0 6-31,-1 6 1,3 12 0,-3 12 0,-2 8-752,-1 7 0,-6 3 0,-3 4 0,-1 1-209,-2 4 0,-2-2 1,-2-3-1,-6-3 51,-3-2 0,-5-9 0,2-1 0,1-3 89,-1-7 1,2-8 0,3-9 0,0-2 1372,0-1 0,0-5-325,1-3 1,4-6-1,4-3-818,8 0 1,3 1-1,9 5 1,2 0-1583,4 0 1,5 5 1553,7 2 0,6 0 0,7 0 0,6 2 0,-1-1 0</inkml:trace>
  <inkml:trace contextRef="#ctx0" brushRef="#br0">10067 10953 8308,'-6'-6'976,"1"2"0,5 8 1,0 3-919,0 3 0,0 5 0,0 3 0,0 3-27,0 0 1,1 5 0,2-1-1,0-2 0,0-4 1,3 1-1,0-3 1,1 0 124,0-3 1,-3-2 0,3-2 164,1-3 0,-2-4 0,1-6 1,1-6 9,-2-4 0,3 0 0,-2-5 0,3-1-225,1-2 1,-4 5-1,0 0 1,1 2-125,2-1 0,-3 2 0,0 6-201,2 3 1,-1 4-1,1 4 1,-3 4-132,-2 6 1,1 2-1,-2 5 1,1-2 110,2-1 0,0-1 0,3 1 0,-2-4 323,1-2 0,2-2 0,1-2 0,0-2 305,-1-1 0,1-3 1,0-4-1,0-3-305,-1-1 0,0-1 1,0-5-1,-1-1-684,3-2 1,3-4 0,-1 1 599,4-2 0,-1-10 0,1-5 0,2-3 0,-1 0 0</inkml:trace>
  <inkml:trace contextRef="#ctx0" brushRef="#br0">10790 10543 8624,'0'-14'3003,"0"-1"-2348,0 1 0,0 14 0,0 8 0,0 11-556,0 9 0,3 8 0,1 3 0,-2 3-677,0 2 1,-2-1 0,0 1-1,0 2 578,0 0 0,0-4 0,0-4 0</inkml:trace>
  <inkml:trace contextRef="#ctx0" brushRef="#br0">10466 10467 7700,'7'0'823,"2"0"-281,3 0 1,6 0-1,12 0 1,9-1-558,9-2 1,-17 2 0,2 0 0,2 0 0,0-1 14,2 1 0,3 1 0,3-3 0,3 0 0,2-1 0,1 0 0,0 0 0,0 0 0</inkml:trace>
  <inkml:trace contextRef="#ctx0" brushRef="#br0">11815 10457 7793,'-7'-4'1321,"-1"0"0,6 10 0,-2 11 0,3 11-976,1 11 0,4 14 0,-2-21 1,-1 2-1,1 3 0,0 2-386,1 3 1,-1 1 0,-2 0 0,1 0-1,1 2 1,1-1 0,-1-2 0,-1-1-2545,1-3 0,0-1 2585,1-2 0,2 1 0,4 5 0,3 2 0,2 1 0,1 0 0</inkml:trace>
  <inkml:trace contextRef="#ctx0" brushRef="#br0">12203 10511 7704,'-15'-11'300,"1"4"1,-5 1 0,-4 3 466,-4 8 1,-5 8 0,-6 16 0,-5 9-609,19-14 1,-1 0 0,-1 4 0,-1 1 0,1 4 0,0 2-1,0 1 1,0 0-357,0 1 1,2 0 0,2-1 0,2-1-1,-1-1 1,0-1 0,2-2 0,2-2-885,-11 21 0,7-6 0,11-14 1081,3-5 0,40-62 0,-9 6 0,0 0 0</inkml:trace>
  <inkml:trace contextRef="#ctx0" brushRef="#br0">12322 10273 8084,'0'11'442,"-1"0"0,-2 1 1,0 2-386,0 4 0,-1 7 1,-1 5-1,-1 4-1007,-3 2 0,5 0 950,0-4 0,-2-9 0,0-3 0</inkml:trace>
  <inkml:trace contextRef="#ctx0" brushRef="#br0">12182 10144 7747,'12'-11'0,"1"1"564,1 3 1,2 2 0,-2 5 0,5 2-377,5 1 1,5 4 0,7 8-1,4 3-1173,2 2 985,6 2 0,-5-7 0,6 1 0,5 1 0,0-1 0</inkml:trace>
  <inkml:trace contextRef="#ctx0" brushRef="#br0">12764 10931 7688,'2'10'1943,"1"-3"1,-2-1-199,3-2 1,1 2-1148,-2 5 0,4-4 0,-2 0-278,1 1 1,-2-2-1,3 0 1,1-1-38,2-2 1,-3 1-1,0 0 1,2-2 93,0 0 1,6-4 0,-1 0 0,-1-3 37,-1-1 1,-1-1-1,0-4 1,0 0 4,0 1 0,-4 2 0,-1 1 35,-1-1-481,3 3 1,-8 1 0,1 8 0,-4 4-312,-3 6 1,-5 2 0,-4 7-1,1 4-881,-2 5 1,0 5-1,-7 6 1,-1 0-431,-1 1 0,-4 2 0,4 1 0,1-3 1648,1-3 0,6-8 0,2-7 0</inkml:trace>
  <inkml:trace contextRef="#ctx0" brushRef="#br0">14113 10780 7655,'-1'-21'135,"-2"-1"1,-1 2 459,-2 2 1,0-1 0,-3 5 576,2 5 1,0 5 0,-3 13-574,3 9 0,2 9 1,4 13-1,-1 7-609,-2 4 1,-1 8 0,3 1 0,0-30 0,0 1-724,1-1 0,0 1 0,0 1 1,1 0-1,0 0 0,0 0 733,0 28 0,-6-25 0,-3 1 0,0 0 0,0 0 0</inkml:trace>
  <inkml:trace contextRef="#ctx0" brushRef="#br0">13779 10910 7656,'10'0'916,"1"0"1,6-1-1,6-2 1,9 1-483,10 3 0,13 9-434,-23 0 0,5-2 0,15-10 0,9-6 0,2 0 0,-10 1 0,0 0 0,0 1 0,0-1 0</inkml:trace>
  <inkml:trace contextRef="#ctx0" brushRef="#br0">647 12485 7854,'-5'6'3003,"-1"-1"-2603,0-5 1,6-5-1,7-2 1,4-2 1197,4-2-1216,1 0 0,6 0 1,1 0 101,2 1 1,7-5 0,8 0-1,4-1-322,7 0 0,0-2 1,-20 11-1,0 0 0,2 0 1,-1 1-255,2 0 0,-1 0 0,1 1 1,-1 0-1,-2 1 0,0 1 1,25 0-72,-4 1 0,-11 2 0,-11 2 1,-9 2-410,-9 7 0,-10 6 0,-3 8 0,-9 4 181,-6 2 0,-10 6 1,-2 3-1,-5 3 268,-3 4 1,17-22 0,0 0 0,-3 3-1,0 0 1,-1 1 0,0 0 101,0-1 0,-1 0 1,0 2-1,-1-1 1,3 0-1,0 0 1,2-2-1,0 1 37,2-2 0,1-1 0,-11 22 0,10-9 1,5-6 433,4-10 0,4-1 100,5-7 0,-1-5 0,-2-9 1,-5-6 234,-1-4 1,-3-2 0,-3-2 0,-3-4-356,-2-3 1,-6-5 0,-4-3 0,-4-2-323,-2-1 1,-5-6 0,2-1-1,-3-4-84,20 19 0,1 1 1,-18-23-1,6-2 1,5 3-546,7 3 1,11 9 0,4 3-1,8 8-2666,9 9 0,6 2 3187,8 7 0,-12-4 0,2 2 0</inkml:trace>
  <inkml:trace contextRef="#ctx0" brushRef="#br0">1079 13154 7096,'10'-4'-998,"-2"1"1337,-1-4 1,-5 3 0,3-2 475,0 2 1,-4-1 482,3 1 278,-3 3-1203,-1-4 1,3 6-1,1 3 1,0 4-217,0 6 0,-2 2 1,1 6-1,-2 0-208,-1-1 1,4 1 0,1-1 0,0 1-54,-1 0 0,5-2 0,-2-2 0,2-4 74,2-2 1,4-6 0,0-2 0,2-4 314,2-4 1,0-7 0,1-7 0,-4-2 303,0-1 0,-2-1 0,-3 0 0,-1 1-419,-3-1 0,1 5 0,-4 3 0,0 3-365,0 4 1,-2 0-25,1 7 0,2 3 0,-2 11 0,1 1-322,1 2 0,-3-3 0,4 4 1,0 0 167,0-1 0,1 2 0,4-4 0,0-2 436,0-1 1,3-5-1,1-1 1,-2-1 524,-1-3 0,-1-1 0,-1-2 0,0-2-184,-3-5 0,2-6 0,-5-3 0,2-1-830,3 0 0,-2-3 0,3-6 426,1 0 0,3-20 0,3-17 0,-1-3 0,-3 13 0,1-1 0,-1 1 0,0-1 0</inkml:trace>
  <inkml:trace contextRef="#ctx0" brushRef="#br0">2298 12399 7881,'-6'0'3225,"1"0"0,5 1-2315,0 3 0,0 3 1,1 7-1,2 6-365,0 4 1,1 6 0,-3 9 0,1 9-431,2 7 1,0 5 0,-4-27 0,0 0 0,-1 1 0,0-1-118,0 1 1,-1 1 0,0-1 0,-1 0 0,-1-3 0,0-1 0,-4 25 14,0-8 1,0-11 0,1-5 0,2-7-225,0-5 0,4-9 434,-3 1 1,4-8-1,4 2 28,3 0 0,3-3 0,0 6 1,2 0-301,3 2 1,5-3-1,6 0 1,3 0-4582,5-1 4630,-2 4 0,-2-21 0,1-6 0,0 2 0,1-1 0</inkml:trace>
  <inkml:trace contextRef="#ctx0" brushRef="#br0">3539 13144 7912,'-15'-11'0,"0"0"223,-2 0 1,4 4 0,-2 0 0,2 0 573,-1 1 1,2 0-1,-4 3 587,1 0 1,4 0-725,0 7 0,6-2 0,10 4 0,7 0-130,8 0 1,3-2-1,6 3 1,2 0-639,4-1 0,0 4 0,3-3 1,0 3-811,1 0 1,-1-2-1,3-2 1,-1-2-3427,0-1 4344,2-2 0,6-25 0,5-10 0,-15 10 0,1 0 0,-1 1 0</inkml:trace>
  <inkml:trace contextRef="#ctx0" brushRef="#br0">3366 12669 8496,'-31'-1'0,"3"-3"1200,7-3 0,5-3 1,10 1 100,6 1 1,11 5 0,13 9 0,11 7-1234,10 7 1,7 9-1,-25-14 1,1-1-69,-1 2 0,4-1 0,9-5 0,7-3 0,2-1 0,5 1 0,-1 0 0,1-1 0</inkml:trace>
  <inkml:trace contextRef="#ctx0" brushRef="#br0">6215 11568 7910,'-16'-1'191,"-2"-3"0,1 2 0,1-6 0,-1-3 34,0-2 1,4-2 0,-2 3 0,3-1 89,2-1 1,-1-1-1,1 4 1,3 1 55,3-1 1,3 4 0,2 1 0,4 1 105,6 2 1,9 2 0,10 1-1,8 0-153,8 0 0,13-1 0,-23 0 1,2-2-1,3 1 0,0-2-349,3 2 1,2-2 0,8 0-1,2-1 1,-15 2 0,1 1-1,0 0 1,3-1 0,1 0-1,0 0-1615,1 1 1,1-1 0,-1 1 1639,0 0 0,1 0 0,-1 1 0,-2 1 0,1 0 0,-1 0 0,1 0 0,-1 0 0</inkml:trace>
  <inkml:trace contextRef="#ctx0" brushRef="#br0">6538 11730 12613,'-4'11'615,"1"0"1,-3-1 0,0 2-36,0 3 0,0 2 0,-1 5 0,3 2 459,3 1 0,1 5 0,3-2 0,4 1-513,7 0 1,5-9 0,4 0 0,4-4 509,5-6 1,2-4 0,4-9 0,0-5 357,1-10 0,-5-11 0,1-9 1,-6-3-1395,-8-4 0,-5-1 0,-9 0 0,-6-1 0,-7 2 0,-12-3 0,-15 2 0,-9 6-1022,-7 6 1,19 21-1,-3 3 1,-1 3-1,-1 1 1,-2 2-1,-2 1-1436,0 1 0,-1 4 1,0 3-1,1 4 2458,1 3 0,1 1 0,-1 2 0,1 2 0,1 0 0,0 2 0,2 0 0,-1 0 0</inkml:trace>
  <inkml:trace contextRef="#ctx0" brushRef="#br0">10272 11752 7711,'-39'-5'-465,"1"2"0,2-4 1,-2-1 649,-1-2 0,0-2 1,5-1-1,4-1-178,3 0 0,2 2 0,3 2 0,0-1 44,1 0 0,0 0 0,2 1 1,2-1 92,2 0 0,-4 0 1,2 0-1,-1 2-70,0 2 0,0-3 0,-4 4 0,1-1-71,-1 0 0,2 3 0,1-2 0,2 0 48,1 0 0,2 2 0,3-2 0,0 0 2,0 0 1,1 3 0,-1-3 105,0 1 0,0 1 0,1 4 0,-1 0 216,0 0 0,0 0 0,0 0-17,1 0 0,0 2 0,2 0 1,2 3-40,1 1 0,1-3 0,5 3 1,3 0-22,3 0 1,8-3 0,4 2-1,6-2 61,7 1 1,11-1 0,13-4 0,-25 0 0,2 0 43,4-1 0,1 0 1,5-2-1,1 0 1,7 1-1,1 0 1,7-1-1,1 1-301,-16 0 0,0 1 1,2-1-1,7 1 0,0 0 1,2 0-1,2 0 1,1-1-1,1 1 0,0 1 1,0 0-1,0 0 46,1 0 1,-1 1-1,1-1 1,0 1 0,0 0-1,0 0 1,-1 0 0,0 0-1,0 0 1,0 0 0,0 0-1,-1 0-92,1 0 0,-1 0 0,-1 0 0,-1 1 0,-1 1 0,0-1 0,-3 1 0,0-1 0,0 1 0,-1-1 0,0 1 0,0 0-243,-1-1 0,1 1 0,-1-1 1,0 2-1,0 0 0,-1 0 1,-4-1-1,-1 0 0,-1 1 1,16 2-1,-2 1-877,-5 1 0,-2 0 0,-7-1 0,-1 1 0,-6 1 0,-1 1 0,21 8 1064,-14 0 0,-10 1 0,-10 3 0,-1 1 0</inkml:trace>
  <inkml:trace contextRef="#ctx0" brushRef="#br0">5513 13154 7058,'-6'-4'-175,"-2"1"377,4-4 1,0 5 150,0-2-55,3 3 0,-5 1 893,2 0-301,3 0 1,-3 0-567,8 0 0,3 3 0,8 2 0,3 0-497,2 0 0,7 3 0,6-2 0,8 0 173,8-2 0,-6-14 0,12-8 0,5-4 0,0 1 0,-6 3 0,-1 0 0,1 0 0,0 0 0,0 0 0</inkml:trace>
  <inkml:trace contextRef="#ctx0" brushRef="#br0">6582 12831 7992,'3'-16'0,"1"-1"0,-1-1 489,2 0 0,1 0 1,5-2-1,0 2 338,0 4 0,1 2 0,2 2 1,4 3 29,2 3 1,7 9 0,1 6-1,2 8-470,-1 9 1,0 3 0,-6 12 0,-5 5-632,-5 3 0,-5 6 0,-8 2 0,0-29 0,-2 1-446,-5 27 0,-7-1 0,-11-3 1,-3-1-29,-4-3 1,1-5-1,2-9 1,4-8 862,2-8 1,5-5-1,2-8 1,0-3 558,3-3 0,2-6 1,4-2 3667,3-3-4127,3-1 0,7 5 0,5 3 0,6 2-918,3 1 0,3 4 0,2 2 0,5 0-4856,5-2 5529,8 2 0,9-15 0,7-5 0,-15 6 0,0-1 0,0 1 0</inkml:trace>
  <inkml:trace contextRef="#ctx0" brushRef="#br0">7499 12701 7745,'1'-9'0,"1"0"632,2 2 0,0 0 38,-4-4 0,1 1 1,1 4-194,2 6 0,4 10 0,1 10 0,2 8-133,4 8 1,4 16 0,-9-23 0,-1 3 0,2 3 0,1 0-384,0 4 1,1 0-1,2 3 1,0 1-1,-1 3 1,0 0-1,0-1 1,-1 0-766,0-1 0,-1-1 0,2-1 0,-1-2 0,-1-7 0,0 0 804,8 21 0,7-25 0,-5-14 0</inkml:trace>
  <inkml:trace contextRef="#ctx0" brushRef="#br0">7952 12734 7718,'-5'-11'663,"-1"5"1,-5 3 148,1 6 1,-6 9 0,-2 11-1,-4 9-721,-3 10 0,-4 12 0,12-22 1,-2 1-1,0 2 0,-1 0-240,-1 2 0,0 1 1,0-1-1,0 0 0,1-2 1,2 0-1,1-4 0,1-1-940,-10 21 0,9-11 1089,6-8 0,5-23 0,6-12 0</inkml:trace>
  <inkml:trace contextRef="#ctx0" brushRef="#br0">8254 12475 7818,'6'-2'472,"-2"-1"3206,-3-4-3045,-1-3 0,-1 9 0,-3 7 0,-3 9-223,-3 11 0,3 5 0,0 5 1,-2 4-677,0 6 0,-2 0 1,0 4-1,1 2-813,-1 0 0,5-6 1,2-5-1,3-7 1079,1-6 0,10-52 0,2-14 0</inkml:trace>
  <inkml:trace contextRef="#ctx0" brushRef="#br0">7844 12485 8327,'5'6'815,"6"-1"1,8-6-1,5-1-412,5-2 0,11-4 1,8 2-1,7-2-669,-24 4 0,0 1 0,1 2 0,1 0 0,0-1 0,-1 0 266,28 1 0,-23 3 0,2 1 0,0 0 0,0 0 0</inkml:trace>
  <inkml:trace contextRef="#ctx0" brushRef="#br0">8621 13111 7858,'-6'-5'239,"0"4"363,2-2 1,3 0 1233,-2 0 313,1 1 166,-2-7-539,2 8-1461,-2-4 0,4 10 0,1 2 0,1 2-161,2 2 1,3 4 0,-2-1-1,1 0-73,2 2 1,5-4-1,3 2 1,-1-3 241,1-4 0,4-1 0,1-3 0,3 0 287,0 0 0,-3-6 1,-1-1-1,-4-2 632,0-3 1,-2 3-554,-3-1 1,-5 6-738,-2 1 0,-8 9 0,-3 9 1,-4 3-540,-3 0 1,1 7 0,-5 3 0,-2 5-672,0 2 1,-5 2 0,-3 4 0,-1 3-25,-1 3 1,-2-2-1,7-1 1,1-2-979,1-2 2260,2-5 0,18-20 0,6-10 0</inkml:trace>
  <inkml:trace contextRef="#ctx0" brushRef="#br0">14901 11859 7999,'-7'0'-238,"-1"0"468,0 0 1,-2 0-1,0 0 18,-1 0 0,4 0 1,-1 0-1,0 0 228,-2 0 0,3 0 0,0 0 3,-1 0 0,-2 0 1,-1 0 306,0 0 1,4 0 60,0 0 1,0 0-114,-4 0 1,5 2 1257,3 1-1364,1-2 0,7 4 1,2-5-1,4 0 217,4 0 0,5 0 0,7 0 0,5 0-420,5 0 1,0 0 0,4 0 0,2 0-600,2 0 0,3 1 0,-2 2 0,0 2-1352,-5 1 1,-3-3 0,-10 3-1,-1-1-4219,-1-3 5745,-8 0 0,7-46 0,-1-23 0,-8 21 0,-1 0 0,1 0 0</inkml:trace>
  <inkml:trace contextRef="#ctx0" brushRef="#br0">21073 11730 7881,'-11'1'-229,"0"3"1,0-3 0,1 3-1,-1-3 655,0-1 1,0 0 0,0 0 0,1 0-131,-1 0 1,-4 0 0,1 0 0,0 0 6,-2 0 0,4 0 0,-2 0 0,2 0 151,1 0 1,-1 0 0,-1 0 1759,-2 0-1303,6 0 1,5 0-1,9 0-90,6 0 0,7 0 1,11 0-1,6 1-124,6 3 0,12-2 1,5 5-1,-27-2 1,1 0-503,2 1 0,0 1 0,2-1 1,-1 0-1,2 1 0,0 0 1,0 0-1,0 0-182,-1 0 1,0 0 0,-1-2 0,0 1 0,1 0 0,-1 0 0,-3-2 0,-2-1-1615,22 2 1,-14-2-343,-13-3 0,-13-3 0,-10-2 1943,-14-1 0,-24-25 0,11 10 0,-1 1 0</inkml:trace>
  <inkml:trace contextRef="#ctx0" brushRef="#br0">15149 11838 7815,'-6'-1'-506,"1"-2"826,0 0 0,4-2 113,-2 1 0,0 3-98,0-2 0,1 0-229,-1 0-1173,2 1 676,1-2 0,1 4 316,2 0 1,0 0-376,4 0 1,-3 0 449,3 0 0,19-34 0,9-8 0</inkml:trace>
  <inkml:trace contextRef="#ctx0" brushRef="#br0">10261 12895 7687,'-5'-10'26,"4"-2"1,-4-2-1,2 0 284,-1 1 0,0 1 1,3 2 577,-2 3 0,1 5 1,-1 9-517,2 7 0,1 8 1,0 5-1,0 8-332,0 6 1,1 1 0,1 8 0,2 2-504,-2 1 1,3-3 0,0-1 0,1-1-793,2-2 0,3-8 1255,3-6 0,-6-9 0,1-7 0</inkml:trace>
  <inkml:trace contextRef="#ctx0" brushRef="#br0">9948 13165 7732,'0'11'883,"2"-1"1,6-3-1,7-4-530,8-1 1,9 1 0,9 2-1,5 0-649,4 0 0,3 3 296,1-1 0,-4-6 0,7-2 0,2 1 0,1-1 0</inkml:trace>
  <inkml:trace contextRef="#ctx0" brushRef="#br0">11167 12755 8009,'0'-15'0,"0"-3"659,0-3 0,0 0 0,0-1 1,0 0 44,0 1 0,2 0 1,1 5-1,6 5-106,4 6 0,0 6 1,5 7-1,1 8-285,1 11 1,-3 11 0,-2 14 0,-3 4-378,-7-26 0,0 1 0,-1 1 1,-2 0-1,1-1 0,-2 1 1,0-1-1,-1 1-530,0 29 0,-8-4 0,-3 3 0,-2-2 261,-3-5 1,1-7 0,-4-9 0,1-4 589,-2-2 1,5-11 0,0-4 0,3-8 722,2-3 0,-1-1 145,0-4 0,6-4 1,5 1-916,6 0 1,5 2 0,3 1 0,6 0-493,4 0 1,3 1 0,7 2 0,2 3-2080,3 3 0,7 0 2361,1 5 0,-11-12 0,3-2 0,1 0 0,-1-1 0</inkml:trace>
  <inkml:trace contextRef="#ctx0" brushRef="#br0">12408 12755 7628,'6'0'887,"0"1"1,-2 2 0,3 2-474,3 1 1,5 8-1,6 11 1,5 12-248,6 11 0,-12-20 0,-1 2 1,0 5-1,-1 2 0,1 2 1,-1 1-404,1 2 0,-1 0 0,0-3 0,-1-1 1,-3-3-1,0 0 0,-3-3 0,-1-1-51,6 23 0,-4-15 0,-2-8 1</inkml:trace>
  <inkml:trace contextRef="#ctx0" brushRef="#br0">12872 12723 7697,'-1'-11'279,"-4"1"1,-4 4 217,-5 6 0,-5 11 0,1 13 0,-3 12-369,-4 13 1,10-18-1,1 2 1,-4 5-1,0 1 1,-2 2 0,-1 2-402,-2 1 1,0 0-1,1 3 1,-1 0 0,-1-3-1,0-1 1,1-2 0,2-1-2119,1-5 0,1-1 2391,2-4 0,-1-3 0,-4 1 0,1-9 0</inkml:trace>
  <inkml:trace contextRef="#ctx0" brushRef="#br0">13131 12582 7860,'-1'-7'2576,"-3"1"-1989,-3 2 0,2 6 1,2 9-1,2 5-331,1 5 0,-4 6 0,0 6 0,2 5-403,1 4 0,1 1 0,0 0 1,0-1-697,0-2 1,1-8-1,1-8 1,3-6-2214,1-7 3056,1 0 0,4-58 0,0-8 0</inkml:trace>
  <inkml:trace contextRef="#ctx0" brushRef="#br0">12851 12572 8224,'6'-7'1220,"4"1"1,8 1-1197,6 2 1,5 7-1,8 2 1,6 1-615,7 0 0,7 0 590,-25-2 0,-3 1 0,6 5 0,-6 0 0</inkml:trace>
  <inkml:trace contextRef="#ctx0" brushRef="#br0">13822 12895 7814,'6'2'1382,"-1"1"0,-2 4-706,1 3 1,4 10-1,-1 7 1,3 6-500,1 7 0,-4 7 0,0 3 0,1 2-1026,2-2 0,1 0 1,0-7 848,-1-4 0,6-19 0,1-5 0</inkml:trace>
  <inkml:trace contextRef="#ctx0" brushRef="#br0">14113 12690 7716,'0'-10'0,"0"-1"0,-1 0 1184,-3 0 1,-2 5-1,-6 5 1,-2 8-637,-4 11 1,-8 13 0,-7 15 0,14-19 0,0 1-589,-2 3 0,0 2 1,-3 4-1,0 2 0,-1 1 1,0 0-1,-2 1 1,0 1-335,-2 2 1,0-1 0,2-1 0,0 0 0,0-3 0,1 0 0,4-5 0,0-1-1280,3-4 1,1-2 0,-5 16 1652,9-10 0,16-34 0,10-14 0</inkml:trace>
  <inkml:trace contextRef="#ctx0" brushRef="#br0">14534 12788 8785,'-7'3'792,"0"1"1,3 4 0,-2 2 0,0 5-350,0 7 1,0 13 0,-2 3 0,0 9-834,0 6 0,-2-2 0,0 5 1,0-4-2447,3-5 2836,2-8 0,-9-16 0,-4-8 0</inkml:trace>
  <inkml:trace contextRef="#ctx0" brushRef="#br0">14243 13090 9578,'13'0'1338,"5"0"1,7 0-2533,5 0 0,12 0 1194,5 0 0,-11-7 0,7-4 0,1 0 0,4-1 0,0 0 0,0 0 0</inkml:trace>
  <inkml:trace contextRef="#ctx0" brushRef="#br0">15300 12960 7517,'-1'6'1653,"-3"-2"1,2-3 0,-5-1-1071,-2 0 1,-2 1 0,-2 4-730,-1 6 1,-5 6 0,1 9 0,-4 8-565,-3 7 1,1 7-1,-4 6 1,2-1-1468,2-3 2177,1-2 0,16-19 0,3-4 0</inkml:trace>
  <inkml:trace contextRef="#ctx0" brushRef="#br0">15127 12561 7766,'-10'0'950,"-1"0"0,4 0 0,1-1 1902,1-3-2373,1 3 0,4-3 1,0 9-1,0 7 14,0 8 0,5 9 0,2 12 0,4 11-330,-4-22 0,0 2 0,-1 6 0,0 2 0,2 3 0,0 1 0,0 1 0,0 0-495,0 1 0,2-1 0,-2 0 0,1-1 1,1-3-1,1 0 247,-1-3 1,3-1-1,9-3 1,4-2-1,-1-2 1,1-1-1</inkml:trace>
  <inkml:trace contextRef="#ctx0" brushRef="#br0">15937 12798 8410,'0'-10'4106,"0"-1"1,0 6-3618,0 5 1,3 10-1,2 10 1,1 9-398,2 10 1,-2 8 0,0 9 0,-3-25-1,-1 0-727,-1 2 1,1 2 0,0 0-1,0 1 635,0 3 0,0-3 0,2 4 0,-4-2 0</inkml:trace>
  <inkml:trace contextRef="#ctx0" brushRef="#br0">15721 13457 7735,'6'-5'383,"3"4"0,-1-4 0,1 1 461,2 1 1,1-1 0,2 4 0,4 1-671,3 3 0,5 1 0,4 3 1,5-1-770,4 2 1,5-1 0,1-1-1,1-3 595,-4-3 0,-9-15 0,-6-4 0</inkml:trace>
  <inkml:trace contextRef="#ctx0" brushRef="#br0">15570 12755 7735,'0'7'1462,"1"-1"1,3-1-573,3-2 0,12-1 0,7 0 0,8 2-1265,5-2 1,9 3 0,5 0-1,3 0 375,1 0 0,-25-5 0,1-2 0,0-1 0,0 0 0</inkml:trace>
  <inkml:trace contextRef="#ctx0" brushRef="#br0">12365 12529 7657,'1'-20'-69,"3"-1"0,-3 2 1,3-7-1,-3 2 544,-1-1 1,0 1 0,0-2-1,0 2-67,0 4 1,0 5 0,-1 1-1,-3 3-180,-3 4 1,-3 4 0,0 12 0,-2 11-87,-3 14 0,-2 11 0,7-15 0,-1 1 0,-1 4 0,1 1-4,-2 4 0,1 1 0,0 4 0,0 3 0,-2 5 0,0 2 0,1 3 1,1 0-171,5-17 0,0 1 0,1 0 0,0-1 0,0 1 0,2 0 0,1 1 1,1 1-1,1-1 0,1-1 0,1 0 0,1-1-222,3 19 1,3 0 0,2-2-1,4-1 1,4-6 0,3-2 0,2-5-1,1-3-1248,1-6 0,2-4 1502,1-8 0,2-3 0,0-2 0,0-1 0,2-4 0,1-1 0,-1 0 0,1 1 0</inkml:trace>
  <inkml:trace contextRef="#ctx0" brushRef="#br0">16476 12313 7811,'-7'6'0,"1"-1"625,1-1 0,3-2 0,5 2 217,5 1 1,2 2 0,5 9 0,4 7-311,5 8 1,0 13-1,-10-15 1,1 1 0,-1 5-1,0 2-299,1 4 0,-2 2 0,-1 6 0,-2 3 0,-3 3 0,-1 1 0,-1 2 0,-2 2-501,0 1 0,-2 0 0,-4-8 1,-3-1-1,0-1 0,-2-2 0,-1-5 1,-1-2-822,-1-3 0,0-2 1,0-4-1,-1 0 1089,0-4 0,-1-1 0,-10 26 0,-2-3 0,3-3 0</inkml:trace>
  <inkml:trace contextRef="#ctx0" brushRef="#br0">17037 13111 8465,'0'-11'1113,"-1"2"1,-1 0-356,-2 2 0,0 4 90,4-4 0,0 3 76,0-3 1,0 3-285,0-3 0,-1 5 0,-1-3 692,-2 0-901,1 4 1,3-5-405,0 2 1,0 4 0,0 0-244,0 6 0,3 9 1,1 3-1,-1 3-393,2 4 1,-4 3 0,4 5 0,-1 2-61,-1 1 1,6 0-1,-3-3 1,1-2 599,0-3 1,-1-2 0,3-8 919,-2-4 1,0-7 0,4-4 388,0-6 0,-5-6 1,-2-7-1,0 0-400,0 1 0,3-4 0,-4 2 0,1-1-581,1 0 1,0 4 0,2-3-1,-3 1-509,1 3 1,-2 2-1,4 3-486,1 1 1,1 5 0,-1 2-1,-2 8 111,-1 5 0,3 4 1,-2 4-1,1 1 8,1-1 1,-1 1 0,4-1 0,-1 0 595,1-3 0,1-3 0,1-5 0,3-3 936,1-3 0,-4-3 0,3-3 0,-2-4 206,0-5 0,1-7 0,-5 0 0,1-3-1302,0 0 1,-1-1 0,-2 1 0,-1-2-485,2-2 0,-3 1 665,1-5 0,-5-13 0,-2-7 0,3-6 0,-1 0 0</inkml:trace>
  <inkml:trace contextRef="#ctx0" brushRef="#br0">18526 13543 7652,'-14'0'-293,"-1"0"0,2 0 256,1 0 0,2-1 0,-1-2 0,0 0 929,0 0 0,0 2 186,1 1 1,0-1-567,3-3 0,3 3 0,9-2 0,6 1 89,6 2 0,8 0 1,5 0-1,4 0-203,6 0 0,2-3 0,2-1 0,2 2-516,1 1 0,4 1 0,1 0 0,4 0-377,5 0 1,-29-2 0,0-1-1,0-1 1,1 1 494,-1 1 0,0-6 0,2-19 0,1-12 0,-1-2 0,4-2 0,0-1 0,-1 1 0</inkml:trace>
  <inkml:trace contextRef="#ctx0" brushRef="#br0">18472 13111 7651,'3'5'1113,"5"-5"1,10-5 47,8-1 0,8-2 0,6 3 0,8 0-2155,7 0 1,-25 3 0,1 1 993,1 2 0,4-2 0,11-8 0,8-6 0,0 1 0,-9 2 0,0 0 0,0 0 0,0 0 0</inkml:trace>
  <inkml:trace contextRef="#ctx0" brushRef="#br0">20609 13068 7634,'11'-5'-449,"-4"3"1,-1-5-1,-1-2 890,-3 0 1,-1-2-1,-1 0 1,0 0 54,0 1 0,0-5 1,0 1-1,0-1-3,0 0 1,0 3 0,-1-4-100,-3 1 1,0 3-1,-5-2 1,2 6-207,-1 4 0,-6 3 0,-1 4 1,-2 5-128,-2 10 1,-6 13-1,-4 12 1,-2 9 81,14-23 0,1 2 0,0 1 0,0 2 0,0 4 0,1 1 0,0 0 0,2 2 240,1 2 0,3 0 0,2-5 0,4 0 0,4-2 0,3-1 0,15 21-270,15-12 0,16-16 1,-18-19-1,3-4 1,2-2-1,2-3 275,1-3 1,0-4-1,1-5 1,1-4-1,1-6 1,-1-4-1,0-1 1,-1-2 68,-1-2 1,-1-3 0,-5 2 0,-2-2 0,-3-1 0,-1-2 0,-3 1 0,-3-1-169,-3 0 0,-1 0 0,-2-1 1,-3 0-1,-5 1 0,-2 0 0,-2 1 1,-2 1-531,-1 3 0,-3 0 1,-14-26-1,-10 11 0,-9 9-882,-8 7 1,-5 15 0,-6 15 0,1 14-1090,3 15 0,6 10 2212,23-14 0,2 2 0,1 2 0,0 0 0,-2 4 0,1 0 0,-1 1 0,0-1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context>
    <inkml:brush xml:id="br0">
      <inkml:brushProperty name="height" value="0.053" units="cm"/>
      <inkml:brushProperty name="color" value="#FF0000"/>
    </inkml:brush>
  </inkml:definitions>
  <inkml:trace contextRef="#ctx0" brushRef="#br0">3701 2547 8065,'-17'-5'189,"1"0"1,7-3 0,1 1 537,5-2 0,2 3 1,3 0-1,5 1 270,8 3 0,5 1 1,6 2-1,8 3-1551,8 3 1,6-1-1,9 0 554,-27-2 0,5-3 0,11-10 0,9-8 0,5-2 0,0 0 0,-6 2 0,1 0 0,-1 1 0,0-1 0,1 0 0</inkml:trace>
  <inkml:trace contextRef="#ctx0" brushRef="#br0">4758 2083 7947,'17'-22'421,"2"2"0,-3 2 0,0 5 327,4 4 1,0 6-1,2 6 1,-1 7 33,1 7 1,-7 7 0,-4 11-1,-6 5-699,-4 2 0,-1 6 0,-2 2 0,-6 3-421,-6 1 0,-5-1 1,-4-2-1,-1-3 15,-1-3 0,0-1 0,4-9 0,3-3-9,4-2 0,3-7 1,4 0-1,3-5 252,3-3 1,6 4 0,2-1-1,3 2 878,1-2 1,4 1-1,4-4 1,7 1-1263,6 0 1,6 2 0,9-5 463,3-4 0,-7-21 0,7-12 0,1-1 0,-9 4 0,0 0 0,0 0 0,0 0 0</inkml:trace>
  <inkml:trace contextRef="#ctx0" brushRef="#br0">5880 1910 7789,'5'-11'190,"-3"2"1,6 1-1,1 5 713,4 2 0,4 14 1,6 12-1,2 18-524,-10-15 1,-1 2-1,0 5 1,-1 2-1,1 5 1,-1 2-1,-1 2 1,0 0-597,-1 2 0,-2 0 0,-1 2 1,-1-1-1,0-3 0,0 0 1,-1-5-1,-1-1-2771,-1-3 0,-1-2 2988,2 22 0,3-26 0,3 0 0,13 24 0</inkml:trace>
  <inkml:trace contextRef="#ctx0" brushRef="#br0">6452 1878 7789,'-11'0'0,"-5"0"0,-6 2 0,-6 8 660,-3 11 1,-11 14 0,18-9 0,0 2 0,-3 4 0,-1 2-608,-2 3 0,-1 1 1,1 1-1,0 0 0,-1 2 1,1 0-1,-1-1 0,1 0-552,0 0 0,0-2 1,1-3-1,1 0 1,5-4-1,0-1 1,3-4-1,0-2-1049,-15 18 1599,8-9 1,15-36 0,8-11 0</inkml:trace>
  <inkml:trace contextRef="#ctx0" brushRef="#br0">6625 1543 7828,'1'6'0,"1"-1"461,2 0 0,0-3 0,-4 5 0,0 3-98,0 3 1,-4 5 0,-1 7 0,-1 4-687,-2 2 1,-2 6-1,-1 3 323,1 2 0,2-8 0,0 4 0,0 1 0,-1 1 0</inkml:trace>
  <inkml:trace contextRef="#ctx0" brushRef="#br0">6441 1522 7828,'-10'10'15,"-1"1"0,0-1 236,0-3 0,5 3 0,3-3 1,4 1 87,6-1 0,6 3 1,12-4-1,6 1-534,8 0 0,2-3 0,10 2 0,4-1 195,5-3 0,-10-6 0,9-3 0,1 0 0,-11 1 0,1 0 0,-1 0 0,0 0 0</inkml:trace>
  <inkml:trace contextRef="#ctx0" brushRef="#br0">6948 2471 7808,'-7'25'72,"0"1"1,5-2-1,-2-5 348,3-1 1,3-6 0,4-2-1,6-5 266,4-4 0,2-2 0,3-4 0,1-4 125,0-4 0,-1-3 0,2 2 0,1-3-132,1 0 0,-1 0 0,-6 4 0,-4 0 1098,-2 3-1734,4 0 0,-10 14 0,-2 5 0,-10 10-352,-8 9 0,-7 8 0,-8 4 0,-2 5-162,-2 1 0,15-19 0,-1-1 1,0 0-1,-1 1 0,-1 1 1,0 0-11,-1 1 1,1-1 0,1-1 0,0 0 0,1-2 0,0 0 0,-18 23-20,2 0 0,11-10 1,7-2-1,7-9 500,7-8 0,16-8 0,5-7 0</inkml:trace>
  <inkml:trace contextRef="#ctx0" brushRef="#br0">8362 2245 7819,'-11'-11'320,"2"0"0,0 1 835,2 3 1,5 1-561,-2 3 0,3 7 1,1 5-1,0 10-87,0 9 1,5 4 0,1 5 0,1 6-378,0 6 1,-3 4-1,2 2 1,-2 2-1310,-1 0 1,-2 2 0,0-4 1177,3-1 0,2-12 0,5-11 0</inkml:trace>
  <inkml:trace contextRef="#ctx0" brushRef="#br0">8081 2558 7845,'6'-5'0,"3"2"0,-4-4 0,1 0 1066,2 1 1,3 1-1,4 5 1,8 0-570,8 0 0,11 9 0,11 1 0,-23-4 0,1 0-497,2 2 0,6-4 0,0-9 0,8-7 0,4-4 0,2-1 0,-1 1 0,6-1 0,0 0 0,0 0 0,0 0 0,0 0 0</inkml:trace>
  <inkml:trace contextRef="#ctx0" brushRef="#br0">9937 1824 7712,'7'-31'0,"1"2"0,1 4 747,4 2 1,1 4-1,5 4 1,4 8 94,4 5 0,10 14 0,5 10 0,3 17-585,-24-15 0,0 3 1,0 5-1,0 1 1,-3 4-1,-2 2 0,0 2 1,-2 2-237,-1 2 1,-3 2-1,-3-3 1,-2 1-1,-3 1 1,-3 0-1,-1-4 1,-2 0-397,-2-4 0,-2-1 0,-4-1 0,-1-1 0,-2-3 0,-1-2 0,-1-1 1,-1-1-77,-17 19 0,1-8 0,2-8 1,0-1 614,-1-1 0,7-13 0,4-3 0,7-6 425,3-5 0,6-5 0,2-4 0,3-3 105,1-1 1,10 0 0,4 2 0,6 1-534,6 0 1,2 6 0,7-2 0,3 3-1352,4 1 1,0 0 1189,9 0 0,-9 0 0,4 0 0,5 0 0,0 0 0</inkml:trace>
  <inkml:trace contextRef="#ctx0" brushRef="#br0">11534 1996 8046,'0'-10'311,"0"-1"0,1 0 0,3 1 0,3 4 522,3 6 1,5 12 0,5 16 0,2 15-600,-9-15 1,0 3 0,1 5 0,0 1 0,-1 4 0,0 2 0,-1 1 0,-1 1-232,1 1 1,-1 1 0,-1 3 0,-2 0 0,1-1 0,-1 0 0,0-3 0,-2-1-776,-1-4 0,0-1 0,0-6 0,1-1 1,1 22 771,3-7 0,10-21 0,3-12 0</inkml:trace>
  <inkml:trace contextRef="#ctx0" brushRef="#br0">12063 2018 8009,'-1'-20'0,"-3"3"835,-3 6 1,-12 7 0,-6 14-1,-7 13-660,-4 14 0,17-12 0,-1 3 0,-3 4 1,0 2-1,-1 3 0,-1 1-344,-1 4 1,-1 1 0,2-1 0,-1-1 0,-2 2 0,0-1 0,1-1 0,2-1-1031,1-3 1,1 0-1,1-3 1,1-1 1198,1-2 0,1-1 0,-19 17 0,6 0 0</inkml:trace>
  <inkml:trace contextRef="#ctx0" brushRef="#br0">12333 1694 7903,'-1'11'314,"-3"0"0,2 2 0,-4 5 0,0 8 363,0 8 0,2 9 0,-3 9 0,-2 4-803,5-25 1,-1-1 0,-6 28-1,0-4 1,2-8-728,1-5 0,4-8 853,4-8 0,4-41 0,2-10 0</inkml:trace>
  <inkml:trace contextRef="#ctx0" brushRef="#br0">12095 1511 7930,'11'1'611,"0"3"1,1 4-145,2 5 1,8 5-1,8 7 1,5 4-1383,4 2 1,14-4 914,-22-16 0,-1-1 0,10 7 0,-1-6 0</inkml:trace>
  <inkml:trace contextRef="#ctx0" brushRef="#br0">12861 2104 8251,'4'7'1049,"1"-1"1,0 2-616,-1 1 0,4 10 1,-4 15-1,2 10-333,3 13 1,-6-26 0,0 2 0,0 5 0,0 0-1,0-1 1,0 0-301,0 0 1,0-2 0,-1-1 0,1-1 198,7 25 0,28-10 0,-13-29 0,1-1 0</inkml:trace>
  <inkml:trace contextRef="#ctx0" brushRef="#br0">13239 2050 7784,'-27'22'0,"-5"-1"0,-4 3 178,-2 5 0,-6 5 0,19-13 0,-1 2 0,-1 1 0,0 1 55,-2 4 0,1 0 1,2-1-1,0 0 1,-1 4-1,0 0 1,1-2-1,1 0-523,0-2 1,1 0 0,0-1 0,1 0-1,3-3 1,1 0 289,-13 16 0,5-46 0,5-21 0</inkml:trace>
  <inkml:trace contextRef="#ctx0" brushRef="#br0">11416 1381 8127,'4'-48'-86,"-1"4"0,3-2 0,-1 6 259,-3 4 0,-1 8 0,-2 8 309,-3 8 0,1 13 0,-8 14 1,-5 17-303,-3 16 0,6-16 1,0 3-1,-2 9 1,0 3-1,-2 5 1,0 1-10,5-13 0,0 0 1,0 0-1,0 3 0,-1 0 1,1 1-1,0 3 1,1 0-1,1 1 0,-2 2 1,1 0-1,1 0-231,0 4 0,1 0 0,1 0 1,1 2-1,1 0 0,1 0 1,0 2-1,2 0 0,0 0 0,1-3 1,1 0-1,1-2-80,1-3 1,1-1-1,1-2 1,3-4-1,2-1 1,1-2-1,9 16 1,4-2-1,2-3 1,2-2-1178,3-3 1,2-1 1316,-1-5 0,1-2 0,6 1 0,2-3 0,-2-4 0,1-2 0,2-2 0</inkml:trace>
  <inkml:trace contextRef="#ctx0" brushRef="#br0">13908 1888 7810,'-11'0'861,"2"11"1,2 10 0,3 13-524,3 16 1,1-19 0,0 4-1,0 4 1,0 3 0,0 4 0,0 2-383,0 2 0,0 0 0,-2 2 1,-1-1-1,0 1 0,-1 0 1,-1-4-1,-1 1-532,-1-3 1,0-1 0,1-8-1,0-1 1,-2-4 0,1-1 0,-4 22 575,4-10 0,-2-19 0,3-9 0</inkml:trace>
  <inkml:trace contextRef="#ctx0" brushRef="#br0">13584 2428 7848,'26'-14'129,"-1"-1"0,9-3 0,2 4 0,6 2-155,5 3 0,7 5 0,-23 3 0,2 2 0,1-1 0,0 0 26,2-1 0,0 2 0,2 1 0,1 0 0,-4 1 0,0 0 0</inkml:trace>
  <inkml:trace contextRef="#ctx0" brushRef="#br0">15127 2309 7848,'-15'-4'0,"3"2"0,-4-1 0,2 2 489,-1 1 0,-3 10 0,3 8 0,-3 11-276,-5 9 0,-2 12 0,9-20 1,1 2-1,-1 1 0,1 1-428,-2 2 0,0 0 0,0-1 1,-1 0-1,2-1 0,0 0 215,-2 0 0,3-2 0,12-1 0,6-8 0</inkml:trace>
  <inkml:trace contextRef="#ctx0" brushRef="#br0">14912 1608 7848,'0'-22'0,"-2"2"1084,-1 2 0,2 8 1,-3 12-214,3 7 0,6 18 0,3 13 0,4 12-665,-5-23 0,0 2 0,2 5 1,0 1-1,-1 4 0,0 1 0,0 4 1,1 2-236,0 6 1,1 0 0,-2 6-1,1 0 1,-3-18 0,0-1-1,0 1 1,0 0 0,0-1-1,1 1-862,-1-1 1,1-1-1,0 1 1,3 17-1,1 0 891,-3-3 0,2-2 0,1 0 0,-1-2 0,-2-5 0,-1-2 0,-1 1 0</inkml:trace>
  <inkml:trace contextRef="#ctx0" brushRef="#br0">15850 1683 7706,'0'-12'0,"-1"0"0,-1 0-101,-2 3 1,-1 2 904,2-1 1,2 13 0,-3 11 0,3 8-382,1 8 0,5 15 0,2 12 0,-3-26 0,0 1-320,0 3 1,-1 1-1,2 3 1,-1 1-1,-2 5 1,-1 1 0,1 2-1,-1 2-444,-1 1 1,1-1-1,-1 0 1,0-2 0,0-4-1,-1-1 341,1-2 0,-4 2 0,-8-3 0,-6 3 0,-1 0 0,-3 0 0,1 0 0,-1 0 0</inkml:trace>
  <inkml:trace contextRef="#ctx0" brushRef="#br0">15483 2978 7766,'22'-14'609,"0"-2"1,0 1 274,4-1 1,2 7-1,8 5 1,4 3-441,2 1 0,9 0 0,3 0 0,3-1-712,1-3 1,2-3-1,-27 1 1,-1-1-1,0-1 1,-2 0-3791,28-9 4058,-5-1 0,-30-17 0,-3-9 0,1-3 0,1 1 0</inkml:trace>
  <inkml:trace contextRef="#ctx0" brushRef="#br0">15462 1651 7952,'15'-10'1076,"3"3"0,5 2 0,7 5 0,11 0-941,10 0 1,-19 1-1,0 0 1,5 0 0,0 0-136,1 3 0,6-4 0,-6-9 0,8-6 0,4-4 0,3-3 0,1 0 0,-1 2 0,-3 0 0,1 1 0,0-1 0,-1 0 0,1 0 0,0 1 0,0-1 0</inkml:trace>
  <inkml:trace contextRef="#ctx0" brushRef="#br0">16811 1241 8024,'0'-11'110,"0"4"114,0 0 0,1 7 0,2 5 1,5 11 392,1 11 0,7 18 1,2 10-1,-8-22 0,0 2-383,1 3 0,0 3 0,-2 4 0,-1 3 0,-1 7 1,-1 2-1,-1 2 0,-2 2-487,-1-20 1,-1 0 0,0 0 0,-2 0 0,-1 1 0,-1-1 0,-3 18 0,-3-1 0,-2 0 0,-2-1-115,-1-1 0,-2 0 0,0-3 0,0-1 1,0-2-1,0-3 0,0-3 0,-1-2 367,1-4 0,0-1 0,-1-1 0,0-1 0,0-4 0,-2-1 0,0-2 0,0 0 0</inkml:trace>
  <inkml:trace contextRef="#ctx0" brushRef="#br0">17404 2050 7708,'0'-12'0,"0"-1"541,0-1 0,0-4 0,0 2 0,0 1 2213,0-1-2429,0 2 0,4 18 1,-1 12-1,0 13-239,-2 9 0,2 9 0,1 2 0,-2 0-402,0-2 1,-2-3-1,0-2 1,1-1-86,2-1 1,0-10 0,4-2 0,1-6 401,2-8 0,2 0 1,1-11-1,2-2 392,-2-3 0,-1-9 1,-1-6-1,-1-1 264,1 0 1,0 2 0,0-4 0,0 4-521,-1 0 1,1-2-1,0 5 1,0 2-272,-1 3 0,1 5 1,1 0-1,1 2-282,2 1 0,-1 4 1,-3 5-1,0 3 81,0 2 0,-4 4 1,0-4-1,1 0 364,2-2 0,-3-3 0,0-2 1,2-3 557,0-3 1,2-1-1,0-1 1,1-4 73,2-6 0,-1-2 0,5-7 0,2-4-1066,0-2 0,3-3 0,1-5 0,2-2-920,2-3 1,2 0-1,4 1 1325,2 1 0,-7 8 0,2-2 0,1 0 0,-1-1 0</inkml:trace>
  <inkml:trace contextRef="#ctx0" brushRef="#br0">19131 2352 7904,'-11'6'76,"0"3"1,1-4 692,3 1 1,4-3 0,7 4 0,8 1-129,9-2 1,5 2 0,8-4 0,2-2-239,3-1 1,3-1-1,1 0 1,2 0-933,1 0 1,4-5 0,4-2-1,-2-2-523,-1-2 0,-1-1 0,-7-1 1052,-4-2 0,-18-25 0,-3-11 0,1-2 0,0-1 0</inkml:trace>
  <inkml:trace contextRef="#ctx0" brushRef="#br0">19066 1942 7901,'-6'-4'46,"2"-4"1,4-1 263,4-2 0,9 0 1,12-1-1,12-1 58,11-1 0,-19 6 0,2 1 0,6 2 0,1 1 1,2 0-1,2 1-773,4 0 1,2 2-1,2 0 1,0 0-1,3-1 1,0 1 364,-6 1 0,7-3 0,-7-4 0,8-3 0,4-1 0,3-2 0,-2 2 0,-7 1 0,0 0 0,1 0 0,-1 0 1,0 0-1,1 0 0</inkml:trace>
  <inkml:trace contextRef="#ctx0" brushRef="#br0">20986 1543 7840,'-36'27'100,"0"1"0,-4 11 0,20-16 0,0 2 0,-1 4 1,0 3 356,-1 3 0,1 3 0,2 2 0,1 1 0,2 3 0,2 0 1,3 0-1,3 0-217,2-2 1,3 1 0,6-6 0,4 0 0,2-2 0,5-2 0,3-3 0,3-3-38,2-4 1,4-3-1,4-4 1,2-2-1,2-3 1,0-2-1,4-2 1,0-2 108,3-2 0,1-1 1,-5-2-1,0-1 0,2-3 1,0-2-1,-2-3 0,-1-2 144,0-3 0,-1-2 0,-3-5 0,-1-3 0,1 2 0,-2-1 0,-3-1 0,-3-1-161,-4 0 1,-2-1-1,11-19 1,-12-3-1,-7 0-734,-9-2 0,-17 0 0,-14 0 0,10 24 0,-3 2-422,-4-1 1,-2 1 0,-4-1 0,-1 2-1,-7 1 1,-1 3 860,-3 0 0,0 2 0,-1-1 0,0 1 0,-3 4 0,1 1 0,-2-1 0</inkml:trace>
  <inkml:trace contextRef="#ctx0" brushRef="#br0">9883 1640 7690,'0'-21'221,"0"-1"0,0 2 0,0 2 1,0 3 1040,0 3 1,3 9 0,4 8-454,7 11 1,6 17 0,1 16 0,-10-18 0,0 3-326,0 5 0,-1 2 0,3 6 0,-1 2 0,2 5 0,-1 1 0,-4-16 0,1 1 0,0 1-337,0 3 0,2 0 1,-1 0-1,0-2 1,1 0-1,0 0 1,1 1-1,1 0 1,1-1-1,-1-2 1,1-1-1,0-1-917,7 17 0,1-2 0,0-3 1,2-1-1,-3-6 0,0-1 770,-3-5 0,0-1 0,0-1 0,-2-2 0,8 21 0,-12-24 0,0-1 0</inkml:trace>
  <inkml:trace contextRef="#ctx0" brushRef="#br0">4661 1856 7714,'0'-18'0,"0"0"181,0-1 0,0-1 0,0-2 0,0 0 591,0 1 1,0 3 0,0 1-1,0 1 302,0 3 1,2 8 0,6 13-528,6 16 0,6 21 1,-7-10-1,-1 3 0,3 6 1,0 2-186,3 5 1,-1 3 0,-4-15 0,-1 2 0,0 1 0,2 2 0,0 2 0,0-1-1,0 2 1,0 0 0,-1 1-483,1 0 1,-1 0 0,1 0 0,-1 0 0,1 0 0,-2 0 0,0-5 0,-2 0 0,1 0 0,-1-1 0,1-1 0,0 0 119,5 18 0,1-1 0,-1-3 0,0-2 0,0-2 0,0 0 0</inkml:trace>
  <inkml:trace contextRef="#ctx0" brushRef="#br0">6355 3615 9635,'6'5'290,"-2"2"1,-2 4-1,2 4 1,3 7-253,2 6 0,2 4 0,1 4 0,4 5-111,5 4 1,2 4 0,-9-21-1,1 0 1,0 0 0,0 1-18,0 2 1,1-1 0,2 2 0,0 0 0,1 1-1,0 0 1,2 0 0,0 0-168,3-1 1,0 0 0,2 2 0,2-2-1,2-2 1,3-1 0,2 1 0,3-1 167,3 1 1,2-1 0,6 1 0,2 0 0,-14-12 0,1 0 0,0 0 0,2-1 0,0-1 0,1 0-63,2-1 1,0 1 0,1-2 0,3 1 0,1-1-1,0 0 1,4 1 0,1-1 0,1 1 0,1-1 0,2 0-1,0 0 142,-13-4 0,1 0 0,0 0 1,1-1-1,1 1 0,0-1 0,1 0 1,0 0-1,1 0 0,-1-1 0,1 0 1,1 0-1,1 0 0,0 0 0,1 0 1,0 0-103,2 0 1,0 1 0,1-1 0,0-1 0,2 1 0,0-1 0,0 0 0,1 0 0,1 0 0,1 0 0,0 0-1,0 0 1,-1 0 0,1-1 0,0 1 0,0-1 125,-11-1 0,1 0 0,-1 0 1,1 0-1,-1-1 0,1 1 1,0-1-1,1 0 0,-1 1 0,1-1 1,3 0-1,0 0 0,0 0 1,1-1-1,-1 1 0,1-1 1,0 1-1,0-1 0,1 0 0,-1 1-79,0-1 0,1 0 0,-1 0 1,1 0-1,0 0 0,1 0 0,0 0 1,0 0-1,0 0 0,0 0 0,0-1 1,-1 0-1,1 0 0,-1 0 0,1 0 1,1 1-1,0-1 0,1 0 0,-1 0 1,1 0 95,0 0 0,0 1 0,0-1 1,0 0-1,1 0 0,0 0 1,-1-1-1,1 0 0,0 0 1,0 0-1,0 0 0,0 0 1,0-1-1,0 1 0,0 0 1,-1-1-1,0 0 0,0 1 1,0-1-1,0 0-5,0 0 1,0 0 0,0 0-1,0 0 1,0 0 0,0 0 0,-1 0-1,0-1 1,1 1 0,0 0-1,0-1 1,0 1 0,1-1 0,0 0-1,-1 0 1,0 0 0,0 0-1,-1-1 1,1 1 0,0-1 11,-2 0 0,1 0 0,-1 1 0,0-1 0,0-1 0,0 1 0,0-1 0,-1-1 1,1 1-1,-1 0 0,-1-1 0,0 0 0,0 1 0,0-1 0,0-1 0,0 1 0,0-1 1,1 1-1,-1-1 0,1 0-48,-1-1 0,0 1 0,0-1 0,-1 0 0,1 0 0,0 0 0,-1-1 0,0 1 1,0-1-1,0 0 0,-1 0 0,0 0 0,0 0 0,-1 0 0,1-1 0,-1 1 0,0-1 1,0-1-1,0 1 0,0 0 29,0-1 1,0 0 0,1 0 0,-1 0 0,-1-1 0,-1 0 0,0-1 0,-1 1 0,0-2 0,1 1 0,2-1 0,0 0 0,0 0 0,1 0 0,-1-1 0,-1 0 0,0 1 0,1-1 0,-1-1-1,0 1-5,0 0 1,-1-1-1,1 1 1,-1-1 0,0 0-1,-1 0 1,-1 0 0,1-1-1,-1 1 1,0-1 0,0 0-1,-1-1 1,1 0 0,-1 0-1,0 0 1,1-1 0,0 1-1,0-1 1,-1 1 0,1-1-29,-1 0 1,1 0 0,-1 0 0,0 0 0,-1 0-1,9-4 1,0-1 0,-1 0 0,0 1 0,1-1-1,0 1 1,-1-1 0,0 0 0,-1 1 0,-1-1-1,-1 0 1,1 0-16,-2-1 1,1 1 0,-1-1-1,-1 1 1,-3 0 0,0 1 0,0-1-1,-1 0 1,2 1 0,-1-1 0,1 0-1,-2 0 1,-2 1 0,-2 1 0,1-1-1,-1 0 0,11-5 0,0-1 0,-2 0 0,-3 0 0,-2 0 0,0-1 0,-3 3 0,-1-1 0,0 1 1,-2 0-1,0 1 0,0-1-43,-2 2 1,-1-1 0,0 1 0,14-11 0,-3 1 0,-5 2-1,-2 0 1,-4 3 0,-1 0 62,-3 2 0,-1 1 0,-4-1 1,0 1-1,-1 3 0,-2 0 1,16-18-452,-9 5 0,-6 1 459,-7 5 0,0-1 0,-7 1 0,-3 3 0</inkml:trace>
  <inkml:trace contextRef="#ctx0" brushRef="#br0">20468 2914 7958,'-10'0'971,"3"0"-295,-1 0 0,8 0 1,4 0-133,9 0 0,15-2 1,6 0-1,7-3-290,7-1 0,6-1 0,-24 2 0,1-1 0,4 1 0,0 1-104,3 0 1,1 0 0,-1 2 0,1 0 0,2 1-1,-1 2 1,-2-1 0,1 1-211,-4 0 0,0 1 1,-3 5-1,-1 3 1,18 19-1,-18 11-36,-16 9 0,-16 11 1,-5-24-1,-4 2 0,-4 2 1,-2 0-206,-4 3 0,-1 1 0,-4 0 0,-1 0 0,2-1 0,-1 0 0,1-1 0,0-1-62,2 1 0,1-1 0,3-3 0,1 0 363,6-2 0,1 0 0,0-1 0,2 0 0,4 23 0,1-3 0</inkml:trace>
  <inkml:trace contextRef="#ctx0" brushRef="#br0">5200 6550 7847,'0'-11'6,"0"1"0,-1-1 675,-2 0 0,1 4 218,-1 0 1,3 7 0,3 3-95,5 10 1,2 14 0,5 8-1,4 9-493,5 8 0,-12-24 0,0 2 0,3 7 1,0 1-1,2 5 0,-1 1-219,3 6 0,1 2 1,0 4-1,1 1 1,-8-17-1,1 0 1,-1 1-1,0 0 1,0-1-1,0 1-622,-1 0 1,1-1-1,-1 0 1,6 16-1,0-1 1,-2-4-1,0-2 1,0-4 0,-1-2-512,0-6 0,-1-2 0,-1-6 0,-1-2 1040,6 16 0,3-6 0,-3-8 0,2-2 0</inkml:trace>
  <inkml:trace contextRef="#ctx0" brushRef="#br0">6085 6593 7668,'-15'-16'330,"-3"1"1,-4 7 0,-3 2 0,-5 2 306,-5 5 1,-4 16 0,-9 16 0,21-11 0,0 4-569,-3 4 0,0 2 0,-5 6 1,-1 3-1,10-9 0,0 2 1,0 1-1,-2 1 0,-1 2 1,1-1-376,-1 3 1,0 0 0,-1 0-1,1 0 1,1 0 0,-1 0 0,1 0-1,1 1 1,-1-1 0,2-1 0,0 0-1,0-1 196,1 0 1,1 0-1,0-2 1,-5 11-1,3 0 1,5-6 0,1-1-1,5-6 1,2-1 109,-5 22 0,9-9 0,6-7 0,1 1 0</inkml:trace>
  <inkml:trace contextRef="#ctx0" brushRef="#br0">6517 6075 8288,'-11'-10'1323,"4"4"1,0 2-645,-2 3 0,4 10 0,1 8 0,-1 11-399,-2 11 1,-3 9-1,-2 11 1,6-27 0,-1 1-457,0 2 1,0 1-1,-3 1 1,0 1 0,2 0-1,0 0 1,-1-2-1,1-2-1010,0-3 0,1-2 0,0 17 1186,4-14 0,6-43 0,3-15 0</inkml:trace>
  <inkml:trace contextRef="#ctx0" brushRef="#br0">6074 5935 7660,'6'-11'0,"4"1"0,-2 0 0,6 2 615,4 0 0,9 6 1,9-2-1,13 4-614,-18 2 1,1 0 0,1-1-1,2 0 1,6 2 0,2 0-2,-3 1 0,7-3 0,-1-3 0,9-2 0,5-2 0,2-1 0,-2 1 0,-4 0 0,1 0 0,-1 0 0,0 0 0,0 0 0,0 0 0</inkml:trace>
  <inkml:trace contextRef="#ctx0" brushRef="#br0">7337 6464 7660,'11'-6'745,"-1"5"0,1 14 0,0 18-168,0 19 1,-4-13 0,0 2-1,1 8 1,-1 3 0,-1 4-1,0 2-556,-2 4 1,0 0-1,-1-2 1,0-1 0,-2 1-1,0-2 1,1-2 0,0-1-719,-1-2 0,0-1 1,0-7-1,1-2 0,-1-4 1,1-1 696,-1-4 0,6-3 0,19-1 0,10-3 0,2-4 0,1 1 0</inkml:trace>
  <inkml:trace contextRef="#ctx0" brushRef="#br0">7898 6604 7660,'-1'-18'0,"-3"3"0,-5 1 1026,-8 5 0,-4 12 0,-11 11 0,-6 17-793,16-9 1,-1 4-1,-3 5 1,-2 3 0,-2 4-1,-1 3 1,-1 3 0,-1 2-455,-1 2 0,0 2 1,12-16-1,-1 0 1,1 1-1,-1 0 1,-1 1-1,0 0 1,1-1-1,0 0 1,0 0-252,0 0 0,0 0 0,2 0 0,-8 12 1,2-1-1,3-1 0,2-1 0,2-6 0,3-1 472,1-5 0,2-1 0,0 0 0,1-1 0,-8 20 0,-1 1 0</inkml:trace>
  <inkml:trace contextRef="#ctx0" brushRef="#br0">8448 6744 7660,'0'-16'1376,"0"0"1,-1 7-478,-3 1 1,2 14 0,-5 13-1,-3 14-548,-3 12 1,5-16 0,-1 2 0,-2 7-1,0 1 1,-2 3 0,0 1-352,-1 3 1,0 1-1,-2 3 1,-1 0-1,0 2 1,-1-1-1,1 1 1,-2-2-328,2 0 0,0-3 0,2-5 0,2-3 0,2-6 0,2-3 0,-3 17 327,7-16 0,13-48 0,4-20 0</inkml:trace>
  <inkml:trace contextRef="#ctx0" brushRef="#br0">7898 7111 8772,'11'0'0,"1"0"863,2 0 1,13 2 0,10 1 0,11 4-587,-19-2 1,3 0 0,3 0 0,2 1 0,7-1 0,2 1 0,0-1 0,1-1-296,1 0 0,0-1-95,1 1 1,4-3 0,-6-5 0,5-3-1,3-2 1,0 0 0,5 0 0,-1 0-1,1 0 1,0 0 0</inkml:trace>
  <inkml:trace contextRef="#ctx0" brushRef="#br0">9765 7165 7619,'-2'-9'1677,"-1"2"-904,-4 3 1,-3 5 0,-1 9 0,-1 13-555,-2 14 0,-8 17 0,8-21 0,-2 3 1,-1 5-1,-2 2-318,-2 6 1,-1 0 0,-1 4 0,-2 1 0,8-16 0,-2 1-1,1-1 1,-8 17 0,0-1-198,0-2 0,1-2 1,2-4-1,-1-2 0,5-6 1,0-3-1,3-4 1,2-2 295,-5 16 0,18-36 0,13-17 0</inkml:trace>
  <inkml:trace contextRef="#ctx0" brushRef="#br0">9419 6227 9010,'15'-40'0,"-1"2"650,-1 0 1,-1 12 0,-1 9 0,0 9-24,0 8 0,2 17 1,-1 16-1,-4 18-139,-4-20 0,-2 4 1,0 6-1,0 3 1,-2 7-1,0 2 1,0 4-1,0 1-351,0-17 1,0 1 0,0 1 0,0 2 0,0 1 0,0 0 0,0 0 0,0 0 0,1 1 0,0 0 0,0 1 0,1-1-460,0 1 1,0 0-1,1-1 1,0-1-1,1 0 1,1-1-1,0-3 1,0 1-1,2-2 1,3 15 0,2-2-1040,1-4 1,1-2-1,0-3 1,1-1 1360,0-4 0,2-1 0,1 1 0,1-2 0,0-3 0,2-2 0,0 2 0,0-1 0</inkml:trace>
  <inkml:trace contextRef="#ctx0" brushRef="#br0">10660 6539 7591,'6'-4'892,"0"2"1,-2-1-10,3 2 0,4 14 0,3 14 0,4 23-647,-7-18 1,-1 4 0,1 10 0,-1 4 0,1 6 0,-1 3 0,-4-17 0,-1 1 0,0 0-184,0 2 1,-2 0-1,0 0 1,0 0-1,-1 0 1,-1-1-1,0 17 1,-2-1-1,1-6 1,-1-3-1005,-1-4 0,0-2 0,1-5 0,0 0 951,-2-4 0,-1 0 0,-4 8 0,-1 1 0,-2-1 0,-1 0 0</inkml:trace>
  <inkml:trace contextRef="#ctx0" brushRef="#br0">10218 7867 7591,'11'0'696,"-1"0"0,6-1 0,3-2 0,6 0 322,8 0 0,10-2 0,12 1 0,-24 1 0,0 1-909,3 0 0,0-1 0,2-1 0,2-2 0,-1 1 0,0 0 0,2-3 0,0-1-441,0-1 0,0-1 1,2-1-1,1-2 1,-2 0-1,-1-1 0,-3 0 1,0-2-2672,-3-1 0,-1 0 3003,-4 4 0,-2-6 0,-8-13 0,-3-9 0,-1-1 0,1-2 0,-1 0 0,1 0 0</inkml:trace>
  <inkml:trace contextRef="#ctx0" brushRef="#br0">10229 6410 9547,'16'-4'993,"6"1"1,13-4-1,16 3 1,-18 3-1,1 0-783,5 0 0,2 0 0,3 3 1,2 1-1,0 1 0,1 1 1,1 0-1,0 2-686,1-1 1,-1 2 0,0 1 0,0 0 335,-2-1 1,1-2 0,-2-4 0,2-2-1,1-2 1,0 0 0,1 0 0,0-1 0</inkml:trace>
  <inkml:trace contextRef="#ctx0" brushRef="#br0">4812 5601 7868,'-16'-44'266,"-2"1"0,-2 6 1,-2 6-1,2 9 409,2 10 1,-6 11-1,1 19 1,-4 24-499,10-10 0,0 3 1,-2 12-1,-1 3 0,3-9 1,0 2-1,0 0 1,-2 7-1,0 1 0,0 2-64,3-9 0,1 0 0,-1 2 0,0 0 0,-1 4 1,0 1-1,-1 2 0,1-1 0,-1 3 0,0 1 1,1 0-1,-1 0 0,0 1 0,1 1 0,0-1 1,0 1-178,0 0 1,0 0 0,1 0-1,1 1 1,1 0 0,1 0 0,2-1-1,0 1 1,1-3 0,1 0-1,1-1 1,1 0 0,1-3 0,1 0-1,0-1 1,2 0 135,0-2 1,1-1 0,2 0 0,0 0 0,3 13 0,2 0 0,3-1 0,1 0-1,2-1 1,2 0 0,2-2 0,1-1 0,1 0-553,2-2 1,0 0 0,2-2 0,1-1 0,1-1-1,2-2 480,-1-3 0,1 0 0,1-2 0,0 0 0,1-1 0,0 0 0,2 0 0</inkml:trace>
  <inkml:trace contextRef="#ctx0" brushRef="#br0">11113 6183 7780,'0'-43'56,"2"-1"1,0-3-1,3-2 351,1 0 0,6-3 0,6 7 0,3 1 125,5 4 0,-2 10 1,3 2-1,-1 9-166,-2 8 0,-4 5 0,-2 9 0,1 6-54,1 13 1,2 15-1,-1 19 1,-9-23-1,-1 1-25,2 4 1,-1 2 0,0 6 0,-1 2 0,2 2-1,-1 1 1,0 2 0,-2 0-344,-1 3 1,0 0 0,-1 3 0,-2 2 0,-3-18 0,0 2 0,-2 0 0,1 2 0,-1 0 0,0 1-67,0 2 1,-1 0-1,0 0 1,0 1 0,-1 0-1,0-2 1,0-2-1,-1 0 1,0-1 0,-1-1-1,1 0 1,-1 0-181,0-2 1,0 1 0,0-2 0,1 1 0,-1-1 0,0-1 0,-2 18 0,-1-3-1,1-2 1,-1-2-383,1-3 0,-1-1 0,3-2 0,-1-2 1,0-3-1,0 0 684,-2-3 0,0-1 0,2-1 0,-1-1 0,-1-3 0,-2 1 0,0-1 0,-1 0 0,0 1 0,-1-1 0</inkml:trace>
  <inkml:trace contextRef="#ctx0" brushRef="#br0">12624 7079 7634,'-8'-18'0,"-3"1"0,0 2 633,3 1 1,-1 2 0,4 3 7,0 2 0,2 3 1,0 10-1,1 10-172,2 11 1,0 10-1,0 10 1,0 5-358,0 4 0,0 0 0,0 4 0,0 0-204,0 0 1,5-9-1,3-6 1,6-11 156,4-11 0,3-11 0,3-9 1,1-4 94,-1-6 1,-1-5-1,-1-11 1,-1-2 241,1-4 0,-4-1 0,-1 1 0,-2 4-79,-2 2 0,-1 7 0,-1 2-553,0 6 0,-4 9 0,-1 11 0,-1 10 94,-3 9 0,0 6 0,-1 6 1,1 0-281,2 1 1,4-5 0,1-2 0,4-4 167,5-9 1,2-8 0,3-8 0,1-6 1075,1-4 0,5-9 1,0-8-1,4-7-16,2-6 1,0-3-1,-4-5 1,0-1-863,1 4 0,-5-2 0,0 2 0,0-1-557,-1-3 0,1 3 607,0-2 0,-3-3 0,1-6 0,0-6 0,-1 1 0</inkml:trace>
  <inkml:trace contextRef="#ctx0" brushRef="#br0">14653 7414 8290,'4'6'1512,"7"-2"1,8-4 0,8-1-1103,9-2 0,13 0 1,-17 0-1,1-1 1,2-1-1,0 0-547,2-1 0,1-1 0,-2 1 0,0 0 1,-1-1-1,0-1 0,0 0 0,0 1-2590,-1 0 1,-1 0 2726,23-12 0,-25-12 0,-4-8 0,-3-5 0,1 1 0</inkml:trace>
  <inkml:trace contextRef="#ctx0" brushRef="#br0">14566 6928 8451,'-6'-5'763,"4"-1"0,10-5 0,11 1-435,11-1 0,15 0 1,15 0-1,-24 6 1,3-1-329,3 2 0,7-2 0,-5-5 0,7-4 0,5-2 0,1-1 0,-1 1 0,-4 1 0,0 0 0,0 0 0,0 1 0,0-1 0,0 0 0</inkml:trace>
  <inkml:trace contextRef="#ctx0" brushRef="#br0">17210 6496 7753,'-1'-18'-75,"-2"0"1,0 0 396,0 2 1,-2-5 0,2 4 0,0 1 833,2 1 1,2 9 0,4 9-699,6 10 1,1 19-1,5 20 1,-9-21 0,1 1-150,-1 5 0,0 1 1,2 5-1,0 1 1,1 6-1,2 1 1,-1 4-1,1 1-333,-1 4 0,0 0 1,-4-17-1,0 0 1,0 1-1,0 1 0,0 0 1,1 0-1,0 0 1,1 1-1,0-1-979,0 0 1,0 0 0,1-2-1,5 13 1,0-3 1002,0-5 0,1-3 0,0-2 0,0-3 0,0-5 0,-1-1 0,-1 0 0,0 0 0</inkml:trace>
  <inkml:trace contextRef="#ctx0" brushRef="#br0">18008 6324 7682,'-6'-11'0,"-4"1"371,-7 3 0,-10 3 1,-4 10-1,-6 12 94,-5 17 1,18-9-1,0 3 1,-6 11 0,-1 2-1,-4 5 1,-1 3-488,10-13 1,-1 0 0,0 2 0,0 1 0,-1 1 0,0 0 0,-1 2 0,-2 0 0,1-1 0,1 0 0,0 0 0,0-1-337,0-1 0,0-1 1,0 1-1,2-2 1,0 0-1,1 0 1,1-3-1,1-1 1,0 0-1,-8 13 1,3-1 357,4-6 0,2-1 0,2-1 0,2-1 0,3-2 0,0 0 0</inkml:trace>
  <inkml:trace contextRef="#ctx0" brushRef="#br0">18397 5914 7649,'0'-4'931,"0"8"0,-5 16 0,-1 20 0,-2 11-524,2-19 1,1 1-1,-1 5 1,-1 2-1,-4 3 1,-1 0-1,0 3 1,-1 0-590,-2 3 1,1-2 0,0-2 0,0-1 0,1-3 0,0 0 0,1-5 0,1-2-4526,-6 23 4707,9-19 0,27-40 0,11-19 0</inkml:trace>
  <inkml:trace contextRef="#ctx0" brushRef="#br0">17793 5860 7649,'10'0'0,"2"-2"0,4-1 0,7-3 741,8 0 1,8-3 0,13 6 0,-22 2 0,2 1-596,4 0 1,1 2-1,5 2 1,2 2 0,1 1-1,2 0 1,0 0-1,-1-1-1322,1 0 1,0 0-1,-1 0 1,0-1 1175,2 0 0,-2 1 0,11 5 0,-12-1 0</inkml:trace>
  <inkml:trace contextRef="#ctx0" brushRef="#br0">19195 7187 7660,'-11'0'49,"4"4"1,0-1 0,0 1 393,1 1 0,-4-1 1,4 6-1,0-1 100,3 3 1,-2 6 0,1 2-1,2 4-148,1 4 1,1 4 0,1 0 0,4 0-116,6 1 1,9-6 0,9-4 0,4-6 441,7-6 1,1-9 0,10-2 0,2-7 259,0-6 1,-2-4 0,-10-6 0,-5-1-340,-7-1 0,-8 1 1,-6 6-1,-9 5-330,-8 4 0,-10 7 1,-10 9-1,-10 10-377,-6 9 1,14-7 0,0 2 0,-3 5 0,-1 3-1,-3 3 1,-2 1-316,-1 3 0,-2 2 0,-4 4 0,-1 2 0,13-12 0,-1 1 0,0 0 1,-1 1-1,-1 1 0,1 0-203,-1 1 1,1 1 0,-1 0 0,-2 2 0,0 1 0,0 0 0,1 2-1,0 0 1,0 1 0,1-1 0,0 0 0,0 0 113,1-2 1,0-1-1,1 1 1,4-4-1,2 0 1,2-2 467,-2 6 0,3-1 0,0 1 0,2-2 0,5-3 0,1-1 0,0 0 0,-1 0 0</inkml:trace>
  <inkml:trace contextRef="#ctx0" brushRef="#br0">4175 9399 8034,'-21'0'0,"-1"0"0,2 0 242,2 0 1,0-5 0,6-2 0,3-2 281,3-2 0,-1 0 0,5 0 0,2 0-116,2 1 1,10 2-1,-1 2 1,2 2-187,3 1 1,-1 2 0,5 1 0,-2 0-49,1 0 0,1 5 1,2 2-1,-1 3 39,1 0 0,3 5 0,1-1 0,2-1 55,2-1 1,6-1 0,5 0 0,5-2-68,8-1 1,-20-5-1,1-2 1,5-1 0,1-1-1,4 0 1,1-1-55,4-1 0,1-2 0,4-1 1,0-2-1,4-1 0,0 0 1,-18 2-1,0 1 0,0-1-178,2 0 0,0-1 0,1 1 0,1 0 1,1 0-1,0 0 0,-1-1 0,1 1 1,0 0-1,2-1 0,1 1 0,0-1 172,1 0 1,2 0 0,0-1-1,4 0 1,0 0 0,1-1 0,-12 3-1,1-1 1,0-1 0,-1 1 0,2 0-1,0-1 1,-1 1 0,1-1-140,2 1 0,0-1 0,0 0 0,1 0 0,1-1 0,0 1 0,1-1 0,0 0 0,4-1 0,0 0 0,1 0 1,0 0-1,1-1 0,0 1 0,1 0 0,-1-1 174,2 1 0,-1-1 0,1 0 1,0 0-1,-11 3 0,0 0 1,0 0-1,0 0 0,0 0 0,10-1 1,0 0-1,0 0 0,0 0 1,0 1-1,1 0 0,0 1 0,-1 0-95,1 0 1,-1 0 0,0 1-1,0 0 1,-1 0 0,0 0 0,0 0-1,0 1 1,-2 1 0,-1 0 0,0 0-1,0 0 1,-2 0 0,-1 0 0,1 0-1,-1 1-155,-1-1 0,-1 0 0,1 1 1,-1 0-1,-2 0 0,0 1 0,0 0 1,-1-1-1,14 0 0,-1-1 1,0 1-1,-3 1 0,-1 0 0,-1 1-326,-3 0 0,-1 1 0,-1 0 1,-2 1-1,-2-1 0,-1 1 0,12 0 1,-3 1-1,-5 1 0,0 0-121,-6 1 1,-1 1 0,-7 2 0,-3 2 0,15 9 0,-15 1-493,-10 0 1,-7 0 0,-3 3 0,0-2-2841,-1-1 3853,2-5 0,-7 3 0,5-6 0</inkml:trace>
  <inkml:trace contextRef="#ctx0" brushRef="#br0">7747 11083 7640,'4'-29'46,"-1"0"0,1 5 0,-4-1 0,0 3 376,0 4 1,0-1 0,0 5 0,-2 2 2401,-1 3-2496,2 4 0,-3 11 0,8 5 0,3 8 81,2 9 0,2 7 0,0 13 1,-1 6-265,-3 6 0,-2-28 1,-1 0-1,0 2 0,-2 1 1,2 0-1,-2 1-172,1-1 0,-2 0 1,0 0-1,-1 0 1,0-3-1,0-1 1,0 29 10,0-6 1,1-7 0,2-12-1,2-11 79,1-11 1,1-9-1,4-10 1,-1-8 308,1-5 1,0-5 0,0-8 0,0-1 35,-1 1 0,5-3 0,-1 2 0,-1 3-516,-1 2 1,-1-1 0,1 4-1,1 2-141,2 4 0,-1 8 0,-3 8 0,0 3-117,-1 3 0,1 9 0,0 10 1,0 6 86,0 3 1,-4 6 0,0 3-1,0 0 247,-1 0 1,5-4 0,-1-7 0,4-4 347,3-2 1,1-7 0,3-2 0,1-7 442,-1-7 0,1-10 0,0-9 1,-1-4-82,1-2 1,-1-5 0,1 1 0,-2-2-986,-2-1 1,3-4-1,-3 0 1,2 0-2635,2-1 0,0 2 2941,4-5 0,-7 9 0,4-6 0,0-1 0,4-5 0,0 1 0,0-1 0</inkml:trace>
  <inkml:trace contextRef="#ctx0" brushRef="#br0">9193 11568 8164,'7'4'1129,"0"-1"0,0 1 1,5-5-1,3-2-285,3 0 0,12-2 1,6 1-1,6-2-839,4 0 1,5-3 0,7 2 0,-26 2 0,0 0-619,1 0 1,1-1 0,0 1 0,-1-1 0,27-4 612,-6-1 0,-27-25 0,-5-11 0,0-3 0,0-1 0</inkml:trace>
  <inkml:trace contextRef="#ctx0" brushRef="#br0">9225 10910 9651,'16'-15'0,"4"0"673,8-2 0,10 4 1,15-1-1,7 3-773,-27 7 1,2 1 0,4-2-1,0 1 100,4 2 0,-3 1 0,7-3 0,-9 4 0</inkml:trace>
  <inkml:trace contextRef="#ctx0" brushRef="#br0">12300 10780 7691,'-7'-10'24,"0"-1"0,0 0 520,1 0 0,-3 0 381,6 1 1,0 10 0,8 8 0,7 12-278,9 12 1,5 12 0,-9-16 0,-1 1 0,2 5 0,-1 1-474,1 3 1,0 1 0,1 4 0,-1 1 0,0 4-1,-1 1 1,1 2 0,-1 0-376,-1 1 1,-1-1 0,1-2-1,-1-2 1,-2-4 0,-2-1-1,0-3 1,0-2-1164,-2-4 0,1 0 1413,8 22 0,18-31 0,4-11 0</inkml:trace>
  <inkml:trace contextRef="#ctx0" brushRef="#br0">12894 10672 7670,'-21'16'0,"-5"4"287,-8 8 0,-9 12 1,18-14-1,-1 3 0,-2 3 1,-1 2-124,-1 4 1,-1 2-1,-2 2 1,-1 2-1,-1 5 1,1 0 0,-1 0-1,1 1-473,1-2 0,0 1 0,2-2 0,0-1 0,4-4 0,1-1 0,1-1 0,0-1-42,1 0 0,1-1 0,3-4 0,2-1 351,1-4 0,1 0 0,2-1 0,1 0 0,-9 15 0,1 3 0</inkml:trace>
  <inkml:trace contextRef="#ctx0" brushRef="#br0">13325 10316 7645,'-10'-4'481,"2"-1"0,2-4 0,0 3 1221,0 2 1,4-2 0,-2 7-1185,3 7 1,1 9-1,0 13 1,0 10-592,0 7 0,0 11 0,0-27 0,0 0 0,0 3 0,0 0-86,0 1 1,0 1-1,0 3 1,-1-1-1,0 0 1,0-1-1,-1-4 1,0-1-1233,0 25 1,0-9 0,2-11 1390,0-8 0,10-36 0,2-19 0</inkml:trace>
  <inkml:trace contextRef="#ctx0" brushRef="#br0">12894 10241 7913,'0'-11'461,"1"5"1,4 2-1,6 3 17,5 1 1,12 6 0,9 5-1,12 7-404,-20-6 0,1 0 1,5 1-1,2 0 1,1 2-1,1-1 1,1-1-1,1-2-670,3-1 0,0-1 532,-1 1 1,5-4 0,-4-10-1,5-6 1,4-2 0,-1 1 0,3-2-1,1 1 1,0 0 0,0 0 0</inkml:trace>
  <inkml:trace contextRef="#ctx0" brushRef="#br0">14318 10975 8151,'10'1'537,"-3"2"1,2 15-1,0 15 1,3 15-127,-5-18 0,0 2 0,1 5 0,-1 3 0,-2 6 0,-1 1 0,1 1 0,-1 0-583,0 1 0,-1-1 0,-1-4 1,-1-1-1,2-3 0,0-1 1,0-4-1,0-2-667,3 26 1,3-6-1,4-13 839,1-4 0,44-28 0,-26-13 0,1 1 0</inkml:trace>
  <inkml:trace contextRef="#ctx0" brushRef="#br0">14750 10931 7645,'-16'11'1154,"-2"2"1,-7 7 0,-5 10-826,-5 10 1,14-11 0,-1 1 0,-3 6 0,-1 1 0,-3 5 0,0 1-297,-3 5 0,-1 0 1,1 0-1,1-1 1,-2 3-1,0 0 0,1-1 1,1 1-1196,0-1 1,0 0 0,2-2-1,-1-1 1162,2-3 0,-1 0 0,-7 5 0,-3 0 0,0-1 0,0-1 0</inkml:trace>
  <inkml:trace contextRef="#ctx0" brushRef="#br0">15732 10694 7633,'6'12'1179,"-3"5"1,-2 10-689,-1 15 0,-4 18 0,0-21 0,-1 3 1,-1 4-1,-1 1-332,-2 5 1,0 2 0,-1 1-1,0 1 1,-1 1 0,0-1 0,1-4-1,0-1-659,1-5 0,0-1 0,1-3 0,0-2 1,3-4-1,-1-2 500,1-1 0,0-1 0,-3-1 0,0-2 0,-9 25 0</inkml:trace>
  <inkml:trace contextRef="#ctx0" brushRef="#br0">15332 11255 7633,'11'4'133,"1"-1"1,3 0 383,3-2 0,11 4 0,9 2 1,8 4-140,12 3 1,-26-8 0,2-1-379,3 1 0,5-1 0,4-7 0,5-3 0,1-1 0,4-2 0,1 0 0,0 0 0</inkml:trace>
  <inkml:trace contextRef="#ctx0" brushRef="#br0">16714 11136 7629,'7'-12'345,"0"-2"0,0-4-286,-1-2 1,2 3 0,-4 3 0,0 3 951,0 4 1,-4 4 0,0 12-336,-6 9 1,-8 16 0,-4 14 0,-2 9-507,9-26 1,0 2 0,0 3 0,-1 2-1,0 2 1,-1 1 0,-1 1 0,-1 1-537,0 2 1,-1 1-1,2 0 1,1 1-1,0-2 1,0 0 0,3-5-1,0 0-2055,2-4 0,2-1 2421,-4 19 0,39-51 0,7-18 0</inkml:trace>
  <inkml:trace contextRef="#ctx0" brushRef="#br0">16584 10316 7621,'4'-46'571,"-1"-1"1,1 6-1,-3 10 637,3 8 0,0 18 0,5 18 0,-2 19-676,1 16 0,-3-18 0,0 3 0,0 5 0,0 2 1,-1 4-1,0 1-262,0 4 0,-1 1 0,-1 7 0,-1 0 0,0-16 0,1 0 0,-1 1 0,1 2 0,-1 0 0,0 1-487,0 0 0,0 1 0,1 0 0,0-1 0,2 1 1,-1-1-1,0 0 0,0 0 0,1 0 0,0-3 0,1 1 1,1-1-1055,4 18 1,1 0 0,-2-9 0,1-2 1270,2-1 0,1-2 0,0-6 0,0-1 0,0-5 0,0 0 0,-1-1 0,1 0 0</inkml:trace>
  <inkml:trace contextRef="#ctx0" brushRef="#br0">17890 10629 7612,'-4'-10'889,"0"-1"0,-3 6 0,4 6-21,0 9 0,2 16 0,1 15 0,1 13-455,1-22 0,0 3 1,-2 7-1,1 2 1,1 8-1,1 2 1,-1 3-1,-1 2-366,1-18 0,-1 1 1,0 0-1,0 0 1,1 0-1,-1 0 0,-1 19 1,0 0-1,0-4 1,0 0-1666,0-3 1,0-1 0,0-6-1,0-2 1618,0-3 0,0-1 0,0-4 0,0-1 0,0-1 0,0-1 0</inkml:trace>
  <inkml:trace contextRef="#ctx0" brushRef="#br0">17350 11849 7638,'22'4'-496,"-1"-2"0,2 1 1,2-2 1770,4-1 1,12 0 0,7 0-1,7-1-1136,-25 0 1,1-1 0,3-1-1,0 0 1,2-2 0,0-1 0,2 0-1,0 0-373,1-1 1,1 0 0,-2-1 0,1-1 0,0-2 0,0-1 233,-3 3 0,1-7 0,-6-14 0,1-10 0,0-7 0,0 2 0,2-5 0,0 0 0,0 0 0,1 0 0</inkml:trace>
  <inkml:trace contextRef="#ctx0" brushRef="#br0">17426 10403 7643,'21'-5'314,"3"-6"0,5-7 0,8-1 103,8 1 1,13 2-1,-24 11 1,2 1 0,2 0-1,1 1-367,2 0 1,0 2 0,-2 1 0,-1 0 0,0 1 0,0 2-1,-1 0 1,0 2-2197,0 1 1,0 1 2145,0-1 0,2 0 0,18 4 0,4 1 0,-17-6 0,-1 1 0,0-1 0</inkml:trace>
  <inkml:trace contextRef="#ctx0" brushRef="#br0">12052 10176 8413,'-32'4'0,"1"0"452,2 2 1,-1 4-1,5 10 1,1 14-231,1 14 1,12-13 0,0 4 0,0 8 0,1 3 0,-2 8 0,1 3-134,3-16 0,-1 1 1,1 1-1,0 5 1,1 2-1,-1-1 1,0 3-1,0-1 1,0 1-1,1 1 1,1-1-1,1 1-249,1 2 0,0-1 0,1 0 0,1 0 1,1 0-1,1 0 0,1 2 0,3 0 1,0-1-1,2-1 0,1 0 0,2 0 69,0-3 0,2 0 0,2-1 0,3-1 0,2-1 0,1-2 0,1-4 0,2-1 0,2-1 0,2 0 0,2-1 0,1-1-1062,2-2 0,2 0 1,1-1 1152,1 0 0,1 0 0,1-3 0,3 0 0,2-2 0,0-1 0,-1 1 0</inkml:trace>
  <inkml:trace contextRef="#ctx0" brushRef="#br0">19001 10057 7628,'0'-16'0,"0"1"584,0 3 1,0 1 0,1 2 0,3 3 344,3 6 0,12 17 1,6 19-1,-9-9 0,0 3-531,2 9 0,0 2 0,0 11 1,-1 2-1,-4-13 0,-1 2 1,-1 1-1,-1 3 0,-1 0 1,-1 2-403,-1 3 1,-2 0-1,0 1 1,-1 1-1,-1 1 1,-1 0-1,-1 2 1,-2-1-1,-1 0 1,0-2-1,-1 0 1,-1-1-407,-1-3 0,-1 0 1,-1-1-1,0-2 0,-2-1 1,-1-1-1,-1-5 0,-1-1 1,-1-1-1,-6 19 0,-1 0-52,-1-3 0,0 0 0,0-3 0,0-1 0,1-5 0,0-2 1,2-3-1,1-1 462,2-3 0,0-1 0,-1-3 0,1 0 0,4-3 0,1-1 0,-7 25 0</inkml:trace>
  <inkml:trace contextRef="#ctx0" brushRef="#br0">19411 9874 7688,'-6'-5'1805,"-2"3"511,4-5-2009,-4 4 0,8-2 0,0 7 0,6 0-421,3 2 1,8 5 0,5 1 0,6 3 113,7 0 0,9-15 0,12-7 0,2-1 0,-9 2 0,-1 0 0,0 0 0,0 0 0</inkml:trace>
  <inkml:trace contextRef="#ctx0" brushRef="#br0">20123 9464 9025,'6'1'1709,"-2"4"0,-3 8-1391,-1 11 1,0 16-1,0 20 1,0-24-1,-1 2-246,-1 5 1,0 1-1,0 5 1,-1 0-205,1-2 0,-3 3 0,-2-8 1,-1 4-1,-1-1 0,1-1 1,0 1-1,0 0 0</inkml:trace>
  <inkml:trace contextRef="#ctx0" brushRef="#br0">21073 10543 7731,'0'-22'0,"0"-3"0,-1 0 0,-2 0 399,0-2 0,-5 0 0,4-5 0,-2-1 78,-3 1 1,3 4 0,0 4 0,1 5 385,3 5 1,2 9 0,5 11-399,6 14 1,9 19-1,-5-10 1,0 3 0,2 5-1,-1 2-203,3 6 1,-2 2 0,2 8-1,-2 2 1,-5-17 0,-2 0 0,1 0-1,0 3 1,-1 0 0,1 1-415,0 1 0,0 0 0,0 1 0,-2 4 0,0 0 1,-1 0-1,0 1 0,0-1 0,-1 0 0,-1-1 0,0 0 1,0 0-214,-1-2 0,0 0 0,0-1 0,0-3 0,0-1 0,0 0 0,1 16 0,0-1 0,0-5 0,1-2-708,0-5 0,0-1 0,2-5 0,0-2 0,7 21 1,-1-9 1072,1-7 0,0-2 0,-2-8 0,3-2 0</inkml:trace>
  <inkml:trace contextRef="#ctx0" brushRef="#br0">21947 10133 7731,'-10'-20'366,"-4"2"1,-5 7 0,-4 8 0,-1 9 212,-1 12 1,-10 17 0,16-7 0,1 4 0,-4 4 0,-1 2-491,-1 5 0,-2 2 0,6-9 0,-2 1 0,0 1 0,-1 3 0,-1 1 0,0 0 1,-3 3-1,1 1 0,-1 1-438,0 1 1,0 1 0,0-1 0,-1 0-1,0 0 1,0 0 0,2-1 0,0 0 0,1-1-1,1-2 1,1-2 0,-1 1 105,3-3 0,0-1 0,1 0 0,-8 15 0,1-1 0,1-4 0,2-1 0,1-4 0,1 0-803,3-5 0,1-2 1046,2-4 0,1-2 0,-3 14 0,0-9 0,0-4 0</inkml:trace>
  <inkml:trace contextRef="#ctx0" brushRef="#br0">22346 9701 7759,'4'-21'17,"0"0"1,1 2 551,0 1 0,-1 9 85,-4 5 1,-2 16 0,-1 21 0,-6 11-363,-4 8 0,7-22 0,-1 0 0,-1 4 0,-1 1 0,1 0 0,-1 2-198,1 0 1,0 0-1,0 1 1,1 1-1,-1-1 1,-1 0 0,2 0-1,0 0-653,2-2 0,0-1 0,-4 23 0,5-6 0,2-8 559,1-9 0,25-64 0,6-21 0</inkml:trace>
  <inkml:trace contextRef="#ctx0" brushRef="#br0">21839 9485 7802,'-7'2'829,"-1"1"0,17-2 0,5 3 0,14-3-582,10-1 1,13 1 0,-19 1 0,1 1 0,4 2 0,1 0-392,2 1 1,1 1 0,3 2 0,1 1-1,0-1 1,0 1 105,-3 2 1,5 0 0,3 0 0,10 1 0,3 0 0,0 1 0,-9-2 0,1 1 0,-1-1 0,1 1 0,-1-1 0</inkml:trace>
  <inkml:trace contextRef="#ctx0" brushRef="#br0">22972 10953 7704,'-7'1'1167,"1"3"0,0 4-512,0 5 0,-2 9 0,-1 8 0,0 6-88,2 7 1,5 1-1,-1 6 1,7-4-187,7-4 1,6-8 0,8-10 0,4-5 184,2-5 1,5-6 0,1-7-1,0-6 89,0-6 1,0-6-1,-3 2 1,-2-1-93,-4 1 1,-7 0-1,-5 6-596,-5 2 1,-14 9-1,-4 14 1,-11 12-14,-9 13 0,10-15 0,-1 2 0,-5 4 0,-1 2 1,-1 3-1,0 0-334,-1 4 0,-1 0 0,0 2 0,-1 0 0,-1 2 0,0 0 0,-1 2 1,-1 1-206,-1 1 0,1 1 0,1-1 0,1-1 0,2 1 0,1-2 0,4-2 0,1-2 585,4-3 0,0 0 0,3-3 0,1-2 0,2 0 0,0-1 0,1-1 0,-1-1 0</inkml:trace>
  <inkml:trace contextRef="#ctx0" brushRef="#br0">22098 13489 7874,'6'-16'280,"-3"-2"1,0 2 0,-1-1 0,2 1 952,-2 3 1,3 8-749,-1 9 1,-1 11 0,-3 15-1,-1 5-331,-3 5 0,0 3 0,-5 2 0,2 2-41,-1-1 0,3-3 1,1-3-1,3-5-102,1-1 0,0-8 0,2-4 1,6-8 238,6-5 1,10-10 0,6-11 0,5-9-64,4-6 0,-15 7 1,0-1-1,3-3 1,0 0-1,4-3 1,1-1-325,2-3 1,2 1 0,2-3 0,2 1 0,5-2 0,2 0-1,-13 10 1,0-1 0,2 2-173,1-2 1,2 0 0,2 0-1,8-3 1,2-1 0,1 1-1,-9 6 1,-1 0 0,1 0-1,0 1 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context>
    <inkml:brush xml:id="br0">
      <inkml:brushProperty name="height" value="0.053" units="cm"/>
      <inkml:brushProperty name="color" value="#FF0000"/>
    </inkml:brush>
  </inkml:definitions>
  <inkml:trace contextRef="#ctx0" brushRef="#br0">4564 6896 8316,'-11'-5'167,"4"0"1,0-3 928,-2 0 0,1 5-192,1-4 0,2 3-476,5-3 0,6 4 1,5-1-1,7 0 91,6 0 0,3 1 0,8 3 0,5 0-284,6 0 1,8-4 0,-23 2-1,2 1 1,4-1 0,1 1-133,5 0 0,2 1 1,6 0-1,1 0 1,2 0-1,1 0 1,2 0-1,0 0-165,3 0 1,0 0 0,-19 0 0,1 0 0,-1 0 0,4 0 0,0 0 0,0 0 0,0 0 0,0 0 0,0 0 124,-1 0 1,0 0 0,0 0 0,-1 0 0,0 0 0,-1 0-1,14 0 1,-2-1 0,-2-1 0,1 0-19,-1-1 0,-1-1 0,-1-1 0,-2 0 1,-2 1-1,-2-1 0,-2 1 0,-1-1-80,-2 2 1,0-1 0,-2 1 0,0 0 0,0 0 0,-1-1 0,-1 2 0,-1-1-251,-2 1 0,-2-1 0,22 2 0,-16-2 0,-5 1-925,-6 2 0,-2 2 405,-12 1 0,-3 0 0,-9 4-578,-3 1 0,-2-3 1383,-5-1 0,1-3 0,-1-1 0</inkml:trace>
  <inkml:trace contextRef="#ctx0" brushRef="#br0">4575 6798 7636,'-11'10'-138,"0"-3"1,0 3-1,0-4 1,2 1 248,2 0 1,-3-4 533,3 0 242,2-2-656,0-1 1,5-1 0,1-1-26,3-2 1,2 1 0,5 3-1,0 0 47,-1 0 0,6 0 1,2 0-1,2 0-14,2 0 1,4 1 0,3 1 0,2 2-1,2-2 1,5-1 0,5-1 0,6-1-69,4-2 0,2-3 0,4-5 1,-28 5-1,0 1 0,1 0 1,0-1 0,1 1 0,0-1-1,26-6 1,-1-1-48,1-1 1,-29 7 0,0 1 0,25-3 0,-3 3-93,-3 1 1,-4 2-1,-4 2 1,-2-2-111,-2 0 1,-1-1 0,-4 4 0,0 0-10,1 0 0,-1-1 0,-1-1 0,-1-2 71,-1 2 1,0 0 0,3 1 0,1-1 171,-1-2 0,2 1 0,0 1 0,3 0 20,2-2 0,-1 1 0,3 3 1,-3 0-109,-1 0 1,3 0 0,-3 0 0,0-1 200,1-3 1,-2 3-1,-3-4 1,2 1 10,1 1 1,0-4 0,-5 2-1,-2 0-43,-4 0 1,-2 0 0,-2 3 0,0-2-21,-3 2 0,-3 1 1,-4 1-1,0 0 86,0 0 1,-1 0-140,1 0 1,0 0-219,0 0-349,-5 0-819,-1 0 395,-5 0 1,-4 1 0,-1 1 242,-1 2 1,-1 0 0,-4-4-544,0 0 1,4 1 0,0 1-871,-1 2 1,-2-1 287,-1-3 1709,0 0 0,20-43 0,4-11 0</inkml:trace>
  <inkml:trace contextRef="#ctx0" brushRef="#br0">10466 6788 7613,'11'3'-169,"0"1"257,-1-2-46,-4-1 0,-2 1 0,-8 0 0,-5 2-281,-8-2 0,-1 3 1,-8-2-1,-1 1 45,-1 1 0,-7-4 0,-1 4 1,0-2 150,-1 1 1,4 3 0,1-3 0,6-2 270,3-1 1,2-1 61,3 0 1,9 0 0,9 0 0,6 0 60,3 0 1,6-3-1,0-2 1,2 0-45,2 0 1,2-2-1,0 2 1,1 1-115,-1-1 0,-3-2 0,0 3 0,2 0-5,0 0 0,0 2 0,0-2 0,-2 0 22,1 0 1,1 1 0,0 3-1,0-1 46,-2-3 1,0 3 0,2-3 0,-1 3-23,-1 1 1,-5 0 0,3 0 0,-2 0-54,1 0 1,-1 0 0,-3 0-353,0 0 0,-7 0 1,-4 1-281,-6 3 1,-8-2-1,-4 4 1,-3 0-111,-5 0 0,0-2 0,-4 3 0,2 0 221,2-1 1,0 0-1,2-3 1,-1 0 197,1 0 0,4 1 1,4 0-1,0-2 182,3 0 0,1-2 9,1 0 0,6 0 1,5 0-110,6 0 1,7 0-1,3 0 1,0 0-123,-1 0 0,4 0 0,-1 0 0,3 0 182,0 0 0,22-16 0,8-7 0,5-1 0,-1 0 0</inkml:trace>
  <inkml:trace contextRef="#ctx0" brushRef="#br0">9193 6712 7623,'-24'7'78,"2"0"187,8-4 1,4 2 0,10-5 0,7-2 101,7-1 0,6 0 0,8-3 1,2 1 70,3-1 0,7 2 0,-1-2 1,4 0-174,4 0 0,5 2 0,8-2 0,-28 4 0,2 0-150,0 0 0,1 1 0,-1 0 1,0 1-1,2 0 0,-1 0 0,1 0 1,-1 0-119,1 0 0,-1 0 1,21 1-1,-7 2 0,-14 0-387,-12 0 0,-14-2 299,-12-1 1,-8 0 0,-12 0-1,-2 0 157,-4 0 1,-3 3 0,-4 2 0,-4 0-71,-2 0 1,-2 0 0,-2-3-1,0 3 43,0 1 0,2-4 0,2 2 0,2-3-105,4-1 0,12 0-17,6 0 1,11 0-1,8 0 1,10-1-28,9-3 1,7 3 0,5-3 0,2 2-229,2-2 1,-3 3 0,3-2-1,-2 1-864,-2 2 1,1 2 1201,-1 1 0,-14-2 0,-4 4 0</inkml:trace>
  <inkml:trace contextRef="#ctx0" brushRef="#br0">9452 6723 8049,'-18'-6'-608,"0"1"0,-1 2 351,-2-1 0,0-1 1,-1 3-1,-1-2 262,-2 2 1,2 1-1,-2 1 1,2 0 231,2 0 0,0 0 0,3 0 0,5-2 232,5-1 1,4 2-1,8-3 1,5 3 7,8 1 0,7-4 1,12-1-1,5 1-138,4-1 1,6 1 0,8 4 0,-28 0 0,0 0-175,1 0 1,-1 0 0,3 2 0,0 1 0,-4 0 0,1 1 0,0 1 0,1 0-119,1 0 0,-1 1 0,2-1 1,-1 0-1,-1 1 0,0-1 0,23 6-196,-10 0 0,-15-2-56,-15-2 1,-21-2 0,-24-5 0,-11 0 116,-8 0 0,-9 0 0,-3-1 0,29 0 1,-1 0 127,-1-1 1,0 0-1,1 0 1,-1 0 0,-2 2-1,0 0 1,0 0 0,-1 0 58,0 0 1,0 0-1,2 0 1,0 0-1,2 0 1,1 0 0,-25 2-371,5 1 1,7 0-1,10 3-1620,10-2 1891,16 5 0,40-26 0,21-13 0,-14 12 0,-1-1 0,1 1 0</inkml:trace>
  <inkml:trace contextRef="#ctx0" brushRef="#br0">8977 6809 8175,'26'0'0,"2"-1"347,0-3 0,7-2 1,1-4-1,6-2 330,5-3 0,2 7 1,4-3-1,-1 3-200,-2 2 0,-4-3 1,-2 6-1,-7 0-177,-8 2 0,-14 1-323,-11 0 0,-11 4 0,-18-1 0,-5 1-66,-5 1 0,-3-3 1,-6 4-1,0 0-218,-3 0 1,2-2-1,-4 2 1,-1 0-204,1 0 1,5 1 509,1 4 0,9-1 0,8 1 0</inkml:trace>
  <inkml:trace contextRef="#ctx0" brushRef="#br0">4240 7057 8024,'26'0'0,"3"0"-35,2 0 1,7-1 0,2-1 0,6-2 73,4 2 1,9-3-1,-28 3 1,2 0-1,1 1 1,1-1-16,2-1 0,0 1 0,2 1 0,2 1 0,3-2 0,3 0 0,1 2 0,2 0-359,3 2 0,1 0 0,2-1 0,0 0 0,5 2 0,-1 1 1,-18-1-1,-1 0 0,1 0 316,1 0 1,0 0-1,1 0 1,3 1 0,1 0-1,1-1 1,0 1 0,0-1-1,1 1 1,2 0-1,1-1 1,-1 1-73,1 0 0,0-1 0,1 1 0,0-2 1,2 1-1,-1-1 0,3 0 0,-1 0 0,2 0 1,-13-1-1,0 1 0,0-1 0,1 1 187,1-1 0,1 1 1,1 0-1,-1-1 1,1 0-1,1-1 1,0 1-1,0-1 1,2 1-1,2 0 1,-1-1-1,1 1 1,1-2-1,0 1 1,1-1-1,0 0-59,2 0 1,1-1 0,-1 0-1,2 0 1,-10 0 0,1 0 0,1 0-1,-1 0 1,1-1 0,3 1-1,0-1 1,0 1 0,1-1 0,0 0-1,2 0 1,-1 0 0,2 0-1,-1 0 1,0-1 31,1 1 0,0 0 0,1-1 0,-1 1 0,1 0 1,-9 0-1,0 0 0,0 0 0,1 0 0,-1 0 1,1 0-1,2-1 0,1 1 0,-1-1 0,1 0 1,0 1-1,1-1 0,1 0 0,1 1 0,0-1 1,0 1-1,1-1 0,0 0-125,-7 1 0,0 0 0,1 0 1,-1 0-1,1 0 0,-1 0 1,1 0-1,7-1 0,-1 1 1,1-1-1,-1 1 0,0 0 1,1 0-1,-9 0 0,1 0 1,-1 0-1,1 1 0,-1-1 1,1 1-1,0 0 0,1-1 1,0 1-1,0 0 0,0 0 1,0 0-1,0 0 0,1 0 35,1 0 1,-1 0 0,1 0-1,0 1 1,1-1 0,-1 1-1,0-1 1,0 1 0,1 0-1,-1 0 1,1 0 0,0 1 0,-1-1-1,1 0 1,-1 0 0,0 1-1,0-1 1,1 1 0,-1-1-1,0 1 1,0 0 0,-1-1-1,0 1 1,-1 0 0,1 0 0,0 0-1,-1 0 1,0 1-87,-1-1 1,0 0-1,0 1 1,0-1 0,-1 1-1,1-1 1,0 1 0,7 0-1,1 0 1,-1 0 0,1 0-1,-1 0 1,1 0 0,0 1-1,-1-1 1,1 1-1,0 0 1,0 0 0,-1 0-1,0 0 1,0 0 0,0 0-1,0 0 1,0 0 0,0 0 106,-1 0 0,0 0 0,0 1 0,-1-1 0,1 1 0,-1-1 0</inkml:trace>
  <inkml:trace contextRef="#ctx0" brushRef="#br0">4909 7856 7722,'0'-11'0,"0"0"63,0 1 1,0-2 0,0-2 0,0 0 352,0 1 1,0 4-1,0 2 255,0-1 0,0 1-236,0 3 1,-3 15-1,-2 14-328,-1 5 0,-3 10 1,-4 5-1,-2 10-334,6-24 1,1 1-1,1-1 1,-1 0-1,0 4 1,-2 1-1,1 0 1,-1 0-994,0 1 1,0 1 1219,-1-2 0,0 1 0,-4 9 0,-1 2 0,-1-1 0,1 1 0</inkml:trace>
  <inkml:trace contextRef="#ctx0" brushRef="#br0">4877 7478 7739,'-5'-11'0,"-2"2"334,-3 2 0,3 1 0,0 3 283,-2 0 1,5 5 0,0 10 0,3 8-168,1 8 0,3 9 0,2 5 0,1 6-312,3 5 1,0 4 0,-3-22-1,0 0 1,1 3 0,-1 1-268,1 3 0,1 1 0,1 0 1,0 0-1,-1 2 0,-1-1 0,1-2 1,1 0-2746,0-2 0,1-1 2874,-1-5 0,3-1 0,7 8 0,2 1 0,2-3 0,0 0 0</inkml:trace>
  <inkml:trace contextRef="#ctx0" brushRef="#br0">5233 8244 8566,'12'0'688,"2"0"0,1 0 0,5 0 0,5 0-453,5 0 0,6 2 0,11 0 0,3 2-733,3-2 1,1-1-1,-1-1 1,-4-2 497,-6-5 0,-12-23 0,0-10 0,0-7 0,1 1 0</inkml:trace>
  <inkml:trace contextRef="#ctx0" brushRef="#br0">5362 7942 8361,'16'0'464,"1"0"1,7 0 0,6-1-812,9-2 347,8 1 0,-8-8 0,9-8 0,6-2 0,-2 1 0,5 0 0,0-1 0,0 1 0,0-1 0</inkml:trace>
  <inkml:trace contextRef="#ctx0" brushRef="#br0">6366 7726 7702,'-28'40'0,"4"0"0,6 2 671,7 3 0,5 3 0,6 4 0,3-3 86,4-1 0,5-7 0,11-10 1,3-9-180,7-6 1,5-9-1,7-3 1,2-7-198,-1-7 0,-2-6 0,-1-16 0,-1-5-80,-2-4 1,-2-6-1,-9 0 1,-10 1-197,-8-2 0,-7 3 0,-9-2 0,-6 3-223,-6 1 0,-8 5 0,-4 2 0,-3 4-737,-4 7 0,-5 6 0,-3 13 0,3 8 219,3 12 0,-1 14 0,6 19 1,18-19-1,1 2 636,-1 1 0,6 4 0,14 17 0,9 5 0,-1-16 0,-1 0 0,0 0 0</inkml:trace>
  <inkml:trace contextRef="#ctx0" brushRef="#br0">4941 9172 7699,'-10'0'199,"-1"0"0,2 3 730,6 4 0,9 6 0,12 15 0,3 8-632,5 9 1,-11-15 0,1 2 0,2 1 0,0 2-1,-1 2 1,1 0-441,-2 3 0,1-1 0,1 0 0,0-1 0,0 1 0,0 0 0,-1-3 0,0-1-1839,-2-4 0,0-1 1982,11 19 0,20-41 0,5-11 0</inkml:trace>
  <inkml:trace contextRef="#ctx0" brushRef="#br0">5513 9097 7699,'-4'-7'0,"-4"0"488,-1-2 0,-6 6 1,0 4-1,-2 10-98,-2 9 0,-6 16 1,-4 12-1,13-20 1,0 1-737,-2 5 0,0 1 1,-2 2-1,0 3 1,-3 4-1,-1 1 0,-1 1 1,0 0 282,1-3 0,-5 2 1,-2-6-1,-7 3 1,-2 1-1,-1 0 1,6-8-1,1 1 1,-1-1-1,0 1 0,0-1 1</inkml:trace>
  <inkml:trace contextRef="#ctx0" brushRef="#br0">5762 9054 8002,'0'12'215,"0"2"1,0-1 0,0 7 0,-2 2-378,-1 6 1,0 7-1,-3 3 1,0 2 161,0 0 0,9 5 0,-2-7 0</inkml:trace>
  <inkml:trace contextRef="#ctx0" brushRef="#br0">5470 8914 8037,'3'-6'1120,"5"4"1,10 7-931,8 6 0,11 7 0,8 1 0,9 4-190,-25-9 0,5-3 0,9-11 0,8-7 0,4-4 0,0 1 0,-6 2 0,0-1 0,-1 0 0,1 0 0,0 0 0</inkml:trace>
  <inkml:trace contextRef="#ctx0" brushRef="#br0">6431 9043 7657,'-8'6'0,"2"-1"828,2 0 0,0-2 0,5 8 0,3 5-107,3 3 0,4 12 0,2 6 0,2 9-804,2 8 0,-2 1 1,-7-24-1,0 0 0,0 1 1,0 0-491,-1-1 0,-1 1 0,0 0 0,0-1 0,5 20 573,0-4 0,33-20 0,9-12 0</inkml:trace>
  <inkml:trace contextRef="#ctx0" brushRef="#br0">6938 8978 7626,'-24'7'659,"-5"2"0,-6 4-93,-2 7 1,-9 14-1,23-12 1,1 3 0,-3 3-1,-1 1-333,-1 4 0,-1 0 0,-4 4 0,0 1 1,-1 1-1,1 1 0,-1-1 0,-1 0-738,-1-1 0,0 0 0,4-2 0,1-2 0,0-1 1,0-1 504,6-1 0,-5-4 0,-10-8 0,-8-5 0,-1-1 0,-2 1 0,-1 0 0,1 0 0</inkml:trace>
  <inkml:trace contextRef="#ctx0" brushRef="#br0">4359 9032 7716,'18'-33'-195,"0"-3"1,-4 7 0,3 0 0,-1 6 342,-3 5 1,-1 4-1,-3 8 1,-2 8-55,-3 12 1,-9 13 0,-6 19 0,-6 11-132,5-22 1,0 1 0,0 3 0,0 2-1,-3 4 1,1 1 0,-2 3 0,1 1 73,-3 2 1,1 2 0,5-14 0,1 0 0,0 0-1,-1 3 1,1 1 0,0 0 0,0 1 0,2 0 0,0 1-69,1-2 0,0 1 1,2 0-1,1-3 1,2 0-1,2 0 0,2 17 1,5-1-1,4-3 1,4-3-227,4-3 1,4-3 256,7-9 0,2-2 0,0-3 0,2-2 0,4-7 0,2-3 0,-1-1 0,1 1 0</inkml:trace>
  <inkml:trace contextRef="#ctx0" brushRef="#br0">7531 8719 7629,'0'-27'353,"0"0"0,0 2 210,0 0 0,5 5 0,2 6 0,3 6 28,0 4 1,0 12 0,-2 10 0,-2 14-342,-1 11 1,-1 13 0,-4-23 0,-1 2 0,-1 2 0,0 1-175,-1 2 0,-1 0 0,-3 2 0,-1-1 1,-1 3-1,-1 1 0,-2 1 0,-1 1-482,-2 4 0,-2-1 0,-1 0 0,-1 0 0,-3-1 0,0-1 0,1-3 1,-1 0-238,1-3 0,-1 0 1,1-4-1,-1-1 1,1-3-1,0-2 643,1-2 0,0-1 0,0 0 0,1-2 0,-14 20 0,3 0 0</inkml:trace>
  <inkml:trace contextRef="#ctx0" brushRef="#br0">7650 8816 8349,'0'-10'518,"1"2"1,3 2 0,3 2-535,2 1 1,8 3 0,4 5 0,5 5 15,5 3 0,16-13 0,8-5 0,-13 1 0,1-1 0,-1 1 0</inkml:trace>
  <inkml:trace contextRef="#ctx0" brushRef="#br0">8297 8536 7629,'0'-11'1236,"0"0"1,0 8 0,0 7 0,0 14-778,0 12 1,-5 14 0,-1 8 0,-1 7-2696,3-27 0,1 0 2236,1-2 0,2 2 0,1 18 0,2 3 0,3 0 0,0 1 0</inkml:trace>
  <inkml:trace contextRef="#ctx0" brushRef="#br0">9247 8924 7623,'0'11'699,"1"1"1,1 5 0,4 10-465,4 15 1,-5-11 0,0 3 0,3 9 0,1 2 0,1 5 0,-2 3-232,1 5 1,-1 0 0,0-3 0,0-1 0,-3 0 0,1-1 0,-1-4 0,0-2-2120,1-3 0,-1-2 2115,1-3 0,-1-1 0,0 4 0,1 0 0,-1-1 0,1 1 0</inkml:trace>
  <inkml:trace contextRef="#ctx0" brushRef="#br0">9614 8946 7631,'-34'32'217,"-3"3"1,-6 5-73,18-18 0,1 2 0,-3 7 0,0 2 0,-2 3 0,1 1 0,-1 3 0,1 2-157,-1-1 1,1 2 0,2-3-1,1 0 1,0 0 0,1 0-1,-1-1 1,0-1 11,1-2 0,-1-1 0,1-4 0,-2 0 0,-1-2 0,0 1 0</inkml:trace>
  <inkml:trace contextRef="#ctx0" brushRef="#br0">9937 8730 7660,'-4'-6'794,"1"1"1,-3 6-1,1 3-448,3 3 1,-3 12-1,2 9 1,-1 8-201,-1 7 1,3 12 0,-4 2 0,1 1-2522,3 0 2375,-4-8 0,4-2 0,-2-5 0</inkml:trace>
  <inkml:trace contextRef="#ctx0" brushRef="#br0">9581 8557 7660,'11'4'118,"0"1"0,2 2 329,5 5 0,6 0 0,14 6 1,9 2-239,-19-8 1,0 0 0,5-1-1,2 0-209,1 0 0,0-1 0,9 7 0,-5-6 0</inkml:trace>
  <inkml:trace contextRef="#ctx0" brushRef="#br0">10671 9410 7683,'-11'25'0,"0"0"287,1-1 0,0 4 0,3 1 0,3 1 393,3-2 0,2 2 0,3-6 0,4-2-136,5-3 0,5-7 0,6-1 1,3-6 70,0-4 1,3-2-1,5-3 1,1-4-39,-1-6 0,-3 1 0,-2-4 0,-2 1 195,-2-1 1,-5 5 0,-8 0-414,-5 4 1,-4 11 0,-10 4-1,-9 11-387,-9 10 0,-7 10 0,13-12 0,-1 1 0,-3 3 0,0 0-372,-4 4 1,-1 0 0,0 3-1,-1-1 1,-3 3 0,1-1 0,-1 1-1,0 1-193,1 1 1,1 1-1,-1 1 1,1 0-1,2 0 1,2 0-1,2-3 1,2-1-952,3-5 1,3-1 1543,-3 21 0,9-5 0,9-10 0,5-4 0</inkml:trace>
  <inkml:trace contextRef="#ctx0" brushRef="#br0">11826 2590 13464,'10'29'0,"10"10"480,-6-12 1,2 3 0,4 12 0,3 6 0,-6-10-1,1 3 1,1 1 0,0 3 0,1 2 0,1 1-327,0 3 1,0 2 0,0 0 0,1 2-1,-1 1 1,1 1 0,-6-14 0,0 1 0,0 0-1,-1 0 1,6 13 0,-1 0 0,1-1-604,-2-1 1,0 0 0,0-1 0,-1-1 0,0 0 0,0-2 0,-1-4-1,0-1 1,-1-1 0,0 0 0,0-1 0,-1-1-41,0-1 0,0-1 1,0-1-1,4 14 1,-1-2-1,-2-6 1,-1-3-1,-3-6 1,0-1-1551,-2-4 1,-1-3 2038,4 17 0,0 2 0,-2-12 0,2-3 0</inkml:trace>
  <inkml:trace contextRef="#ctx0" brushRef="#br0">10973 4824 8033,'-9'-2'205,"1"-2"1,6-8 699,4-9 1,18-7 0,18-14 0,-8 14-1,3-1-429,10-6 1,4-3 0,-7 6 0,2-3 0,2 0 0,-5 4 0,2 0 0,1-1 0,1-1 0,2-2-1,2 0 1,0-1 0,1 1-608,-8 5 1,0 0-1,1 1 1,1-1-1,0 0 1,1-2-1,1 1 1,0-1-1,0 0 1,1 1 0,1-1-1,0 1 1,0 1-1,1-1 1,0 0-1,1-1 1,0 0-1,1 0 1,1 0-1,-1 0 193,2 0 1,0-1-1,0 1 1,1 0 0,0 0-1,-8 5 1,0 0 0,0 1-1,1-1 1,-1 1 0,1 0-1,0 1 1,0-1 0,0 1-1,0-1 1,1 2 0,-1-1-1,8-3 1,1 0-1,0 0 1,-1 1 0,1 0-376,0 1 0,0 1 1,-1-1-1,1 2 1,0-1-1,-2 2 0,1 1 1,-1 0-1,0 0 1,0 1 312,-1 1 0,1 2 0,-1-1 0,0 1 0,0 0 0,-1-1 0</inkml:trace>
  <inkml:trace contextRef="#ctx0" brushRef="#br0">17016 7381 7613,'6'-11'575,"-2"-4"1,-4-3 0,0-3 993,0 0 1,0 4 0,0 3-1014,0 2 0,-1 8 0,-4 9 0,-4 13-575,-4 12 1,-11 18-1,11-18 1,1 1 0,-4 4-1,0 1-358,-1 2 1,-2 2 0,0 0-1,0 1 1,-2 3 0,-1 0 0,0 0-1,1 2-421,-1 0 1,1 1-1,-1-2 1,0 0-1,2-2 1,0-2 797,0-3 0,4-3 0,4 6 0,14-17 0</inkml:trace>
  <inkml:trace contextRef="#ctx0" brushRef="#br0">16875 6755 7613,'11'-29'761,"0"1"1,-5 5 278,-2 1 0,-3 16 0,-1 16 0,0 15-602,0 17 1,0 13 0,0-20-1,0 2 1,0 3 0,0 1-307,0 2 0,0 1 0,-1 5 1,1 2-1,-2 3 0,1 2 0,-1 2 1,1 1-356,-1 1 1,1 0 0,0-2 0,1-1-1,0-1 1,1-1 0,1-3 0,0 0-1812,1-3 1,1-1 2033,2-6 0,2-1 0,0-3 0,1-2 0,2-3 0,0-1 0,-1 0 0,1 1 0</inkml:trace>
  <inkml:trace contextRef="#ctx0" brushRef="#br0">17329 7759 7613,'10'0'251,"2"-1"0,3-2 1,4-2 1096,5-1 1,8 3 0,9-3 0,6 1-1089,7 3 0,6 0 0,-27 2 0,1 0 0,0 1 1,0 0-794,0 0 0,-1 1 0,28-1 0,-3 3 0,-3-2-543,-1 2 1,-11-3 0,-7 3 0,-8-4 1075,-5-4 0,-21-40 0,-4-15 0</inkml:trace>
  <inkml:trace contextRef="#ctx0" brushRef="#br0">17944 7338 7613,'4'6'553,"-1"-1"0,4-6 0,1-3 583,2-3 0,7-4 0,4-2 0,9-3-467,9-1 1,0 5 0,9 2 0,0 5-532,2 4 0,0 5 0,-2 6 1,-3 7-208,-3 8 0,-11 5 0,-3 4 0,-8 3-160,-5 6 0,-11 0 1,-8 4-1,-13-2-50,-10 2 1,-8-1 0,15-22 0,0 1 0,0-1 0,-1 0-92,-18 21 1,-2-4 0,6-2 0,4-2-433,5-3 1,9-6-1,6-6 802,6-7 0,28-36 0,7-11 0</inkml:trace>
  <inkml:trace contextRef="#ctx0" brushRef="#br0">19379 7640 7666,'-11'0'74,"4"0"309,0 0 1,3 0-174,-3 0 1,4-1-1,-1-1-111,-1-2 0,2-1-256,-4 2 0,4 1 77,-5-1 0,5 2-35,-4 1 0,3 0 88,-3 0 0,3 0 165,-3 0 1,3 0 649,-3 0 146,5 0-641,-3 0 0,6-2 0,3-1-38,3-4 0,4-3 0,3-2 0,5-2 135,5-4 0,10-3 1,9-2-1,9-1-178,-23 12 1,2-1 0,0 0-1,1 1 1,5 1 0,0 2-1,1-1 1,0 2-185,-1 0 0,-1 1 0,-3 4 0,-1 0 0,21 3 0,-9 8-58,-7 5 0,-13 0 0,-7 5 1,-6 1-3,-4 1 1,-5 2-1,1 0 1,-6-1-534,-4 1 0,-3-2 0,-2-1 0,-2-2 217,-4-1 0,1-3 0,-1-5 0,-1-2 492,-1-1 0,-2-1 1,1-5-1,-2-3 4,-2-3 1,2-8-1,-2-3 1,1-2-218,-1-2 0,-3 0 0,-4-4 0,-1-4-172,1-4 0,-5-2 0,-3-6 1,-2-1 74,-1 2 0,3 2 1,2 9-1,-1 5 221,-3 7 1,4 10 0,-4 7 0,3 7 275,0 8 1,4 10 0,-4 5-1,3 1-69,5-1 1,8 2 0,10-2 0,5 2-70,4 1 0,5-3 1,6-2-1,9-1-23,7-6 1,10 2-1,9-6 1,5 1-584,2-2 0,6-3 0,5-2 413,0 1 0,-6-19 0,4-7 0,-18 5 0,0 0 0,0-1 0</inkml:trace>
  <inkml:trace contextRef="#ctx0" brushRef="#br0">10941 4662 7466,'5'6'-644,"-3"-1"0,5-5 805,2 0 0,0 0 0,2 0 0,2 0-18,5 0 0,3 0 0,11 0 0,7 0 51,9 0 1,9-2 0,-24 1 0,2 0 0,2-1 0,0-1-71,4 0 0,0 0 1,3 2-1,1 0 1,5-2-1,2 1 1,1 0-1,0 0-212,2 1 0,1-1 1,0-1-1,0 1 0,-1 1 1,1 0-1,-1-1 1,0 0 221,-2 1 1,1 0 0,-1-2 0,-1 0 0,-3 0-1,-2 0 1,-3-1 0,-1 0 76,-3 1 0,-2-1 0,-4 2 0,-3 1 1,22-5-1,-10 1 271,-9 2 1,-12 2-516,-7 1 1,-13 0-1,-5 0 1,-7 0-76,-4 0 0,-4 4 0,-8 1 0,-3-1-26,-6 1 0,-4-1 0,-5-3 0,-3 1 46,-3 2 0,-8 0 0,-3-4 1,30 0-1,-1 1 95,-1 1 0,1-1 0,0 0 0,-1 0 1,0 0-1,-1 1 0,-1-1 0,-1 1-71,-1-1 0,-1 1 0,-1-1 0,0 1 0,1 0 0,0 2 0,1-1 0,0 0 46,1-1 0,0 2 0,4-1 1,1 1-1,-21 5 0,12 0 419,14-2 1,14-3-1,14 2-268,12-2 0,17-1 1,18-6-1,10-1-57,-26 1 1,2 0 0,8-1 0,2-1 0,3-1 0,1-1 0,2 0 0,2 0 24,0 0 0,2 0 1,4 0-1,1-1 1,-18 3-1,1-1 0,0 1 1,2 0-1,1 0 1,1 1-116,0 0 1,1 0 0,-1 0-1,2 0 1,0-1 0,-2 2-1,-2 1 1,-2 1 0,0 0-1,-1 0 1,-1 1 0,0-1-52,16 0 0,-2 1 1,-4 0-1,-2 0 1,-8 0-1,-2 0 1,22 1-263,-16 2 1,-23 3-1,-13 5-725,-18 0 1,-17 0 0,-18 1 1051,-9 2 0,-6-2 0,27-4 0,-1 0 0</inkml:trace>
  <inkml:trace contextRef="#ctx0" brushRef="#br0">6506 2601 10637,'6'20'0,"4"8"318,3 9 1,7 19-1,-9-18 1,0 2 0,2 6-1,0 3-348,1 4 1,0 3 0,-4-16-1,1 1 1,-1 0 0,-1 2-1,0-1 1,0 2 0,1-1-1,0 1 1,-1 0-227,1 0 0,-1 1 0,1-2 0,0 0 0,1 0 0,0 0 0,1-2 0,0 0 0,0-1 0,6 17 0,-1 0 114,0-4 1,0 1-1,-1-2 1,1 1-1,0-2 1,1 0 0,0-1-1,0 1-82,-1-2 0,1 0 1,-2-3-1,1-2 1,-1-5-1,1 0 0,-2-2 1,1-1-307,-2-1 0,1-2 530,0-2 0,1-1 0,-4 0 0,1-2 0,19 22 0,3-2 0</inkml:trace>
  <inkml:trace contextRef="#ctx0" brushRef="#br0">5449 4748 8078,'16'0'0,"0"-1"142,0-3 1,2-6-1,8-11 1,6-8 32,7-10 0,-14 15 1,2-1-1,5-6 1,1-1-1,6-4 1,2-2-107,-10 9 1,1 0-1,1-1 1,6-3-1,1 0 1,0-1-1,3-3 1,0-1-1,2 1 1,1 0-1,1 0 1,1 1-753,-11 8 0,1 1 1,0 0-1,0 0 1,2 0-1,0 0 1,1 0-1,0 1 683,2 0 0,0 0 0,1 0 0,-1 0 0,-1-1 0,0 0 0,0 1 0</inkml:trace>
  <inkml:trace contextRef="#ctx0" brushRef="#br0">6549 4047 8280,'27'-16'-187,"1"-3"0,4-5 128,0-5 1,6-7 0,7-6 0,-20 19 0,2-1 355,3-1 0,0 0 1,4-3-1,1 1 0,1 1 1,2 2-1,2-3 0,2 1-401,0 1 1,5-4-1,-7 0 1,6-6 0,3-4-1,1-2 1,-1 1 0,-4 4-1,1 0 1,-1 1 0,0-1-1,0 0 1,0 0 0</inkml:trace>
  <inkml:trace contextRef="#ctx0" brushRef="#br0">17469 1338 7745,'0'-21'0,"3"1"0,1 0 0,0-2 507,0 3 0,-1-1 0,4 5 0,1 2 198,2 1 0,1 3 0,0 3 0,-2 7-185,-2 8 0,3 13 0,-4 12 1,0 10-284,-2 12 1,-4-23 0,-2 0 0,0 6-1,-2 1 1,-1 2 0,-2 0-162,0 3 0,-1-1 0,-2 0 0,-1 1 0,-2 1 1,-1 0-1,-2-1 0,-1 0-45,1-2 1,-1-1-1,-2-1 1,-1 0 0,2-4-1,-1-1 1,2-3 0,0 0 415,-12 21 0,10-15 1,5-15-1,6-5-35,4-4 0,6-8 0,4-2 0,6 0-380,3 2 0,8-1 0,6 0 0,2 1-537,1 3 1,9-1 0,3 8 0,6-1-2479,5-3 0,3-2 2983,-25-7 0,-1-1 0,2 0 0,1-1 0,-1-2 0,0 0 0,0 0 0,0 0 0</inkml:trace>
  <inkml:trace contextRef="#ctx0" brushRef="#br0">18634 2191 7760,'5'6'123,"1"0"1,5-4-1,1 2 408,2-2 0,9-1 0,10-2 1,11-3-178,8-3 1,-20 3-1,1-1 1,4-1 0,2 1-1,1-1 1,1 0-482,2-1 1,-1-1 0,-2 2 0,-1-1 0,-2-1 0,-2-1 0,-4 2 0,-2-1-1414,20-5 1,-8 1 1539,-12 1 0,-55-43 0,3 22 0,1-1 0</inkml:trace>
  <inkml:trace contextRef="#ctx0" brushRef="#br0">18807 1737 7760,'11'0'225,"-1"-1"0,2-1 0,3-3 226,3-1 1,12 2-1,7-2 1,10 0-1000,10 0 1,-24 3-1,0-1 548,8-1 0,-3-1 0,5-4 0,-4-1 0</inkml:trace>
  <inkml:trace contextRef="#ctx0" brushRef="#br0">21073 1122 7876,'0'-11'1361,"0"1"-180,0-1 1,0 36-1,-1 17-935,-3 17 1,1-21 0,-1 2 0,-3 5-1,-1 2 1,-1 4 0,-2 1-298,-2 5 0,-2 1 1,5-17-1,-1 0 0,-1 1 1,-2 0-1,-1 1 1,1-1-1,0-2 0,0-1 1,0 1-1000,-6 16 1,0-1 0,0-2 0,1-2 1049,2-4 0,1 0 0,-4 10 0,1 1 0,2 0 0,0 0 0</inkml:trace>
  <inkml:trace contextRef="#ctx0" brushRef="#br0">21289 1694 8267,'0'7'819,"0"2"0,0 2-471,0 2 0,-2 11 1,0 1-1,-3 6-267,-1 5 0,3-1 0,-3 4 0,1 0-29,2-4 0,2-4 1,1-11-1,0-2 116,0-4 1,6-6 0,4-5 0,3-2 159,0-1 0,3-9 0,-1-5 1,2-6 72,2-1 1,0-1 0,1 1 0,-4-1-283,0 0 1,2 4 0,-2 2 0,-1 0-227,1 3 0,-2 6 0,-3 3 1,-1 4-105,-3 4 0,-2 10 1,-5 9-1,0 3-91,0 4 0,-2 5 1,0 1-1,-2-2-50,2-5 0,1 1 1,1-4-1,1-4 686,3-2 0,6-10 1,8-6-1,4-3 458,3-1 0,6-1 0,5-4 0,-1-6-510,-1-5 1,-2-5 0,0 0 0,-1-1-642,-2 0 1,-2 5 0,-7-1 358,-2-2 0,6-23 0,1-11 0,-7 15 0,-1 0 0,1 0 0</inkml:trace>
  <inkml:trace contextRef="#ctx0" brushRef="#br0">22540 1101 7779,'-3'18'137,"-1"0"1,-4 1 0,0 7-1,-1 8 309,-2 8 1,0 7 0,0 10 0,6-28 0,-2 1-168,0 1 1,0 1 0,-1 4 0,-1-1 0,-1-2 0,-1-1 0,0-1 0,0 0-365,0 0 0,1-1 1,-1 0-1,0-1 1,0 2-1,0-1 1,1 0-1,0-1-1673,-8 26 0,-1-2 1758,4-12 0,6-13 0,-1 0 0,-7 27 0</inkml:trace>
  <inkml:trace contextRef="#ctx0" brushRef="#br0">22810 766 7997,'11'-5'361,"3"4"1,1-4-1,-1 2 572,1-1 0,7 1 1,7 4-1,2 2-123,1 5 0,1 7 0,-2 6 0,-4 4-551,-5 2 1,-5 2-1,-8 3 1,-3 1-369,-6-1 0,-4-1 0,-8-1 1,-2-2 45,0-2 1,0-5 0,3-7-1,0-3 555,0-4 343,5-2 1,3-6-831,6-3 1,8 3-1,8-3 1,6 3-1429,8 1 1,9 1 0,9 2 1422,6 0 0,-14-13 0,11-9 0,4-3 0,0 0 0,-7 3 0,1 0 0,-1 0 0,0-1 0,1 1 0</inkml:trace>
  <inkml:trace contextRef="#ctx0" brushRef="#br0">20706 2763 7754,'-17'0'280,"3"0"1,9-2-1,11-1 1,17-4 178,17-3 1,-9 4 0,3 1 0,9 0 0,3 1 0,7 0 0,2 0-336,-14 3 0,1-1 0,2 2 0,4 1 0,2 0 1,1 2-1,3-1 0,1 2 0,1 0 0,0 2 0,0 0 1,0 0-2915,-1 2 1,0 0-1,0 0 2790,-1 0 0,0-1 0,-1 1 0,-1 2 0,0 1 0,0-1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Usually you will not be building architectures from scratch – you’ll start with a good architecture and modify it. </a:t>
            </a:r>
          </a:p>
          <a:p>
            <a:r>
              <a:rPr lang="en-US" dirty="0"/>
              <a:t>Need to understand what is an appropriate architecture</a:t>
            </a:r>
          </a:p>
          <a:p>
            <a:r>
              <a:rPr lang="en-US" dirty="0"/>
              <a:t>Need to know the ingredients, so they don’t conflict with what you are trying to do.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2959075-3495-C64F-862B-2E13B560D1A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191789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We have many variables that we observe over time. This is the cake.</a:t>
            </a:r>
          </a:p>
          <a:p>
            <a:r>
              <a:rPr lang="en-US" dirty="0"/>
              <a:t>The</a:t>
            </a:r>
            <a:r>
              <a:rPr lang="en-US" baseline="0" dirty="0"/>
              <a:t> frosting on this cake is chocolate, and represents the labels we’d like to predict. </a:t>
            </a:r>
          </a:p>
          <a:p>
            <a:r>
              <a:rPr lang="en-US" baseline="0" dirty="0"/>
              <a:t>Supervised learning tunes a huge model to predict the labels. In other words, supervised learning, like any five year old child, is focused almost exclusively on the frosting. </a:t>
            </a:r>
          </a:p>
          <a:p>
            <a:r>
              <a:rPr lang="en-US" baseline="0" dirty="0"/>
              <a:t>To get enough frosting it might take one million slices of cake</a:t>
            </a:r>
            <a:br>
              <a:rPr lang="en-US" baseline="0" dirty="0"/>
            </a:br>
            <a:r>
              <a:rPr lang="en-US" baseline="0" dirty="0"/>
              <a:t>How is unsupervised learning different? </a:t>
            </a:r>
            <a:endParaRPr lang="en-US" dirty="0"/>
          </a:p>
        </p:txBody>
      </p:sp>
    </p:spTree>
    <p:extLst>
      <p:ext uri="{BB962C8B-B14F-4D97-AF65-F5344CB8AC3E}">
        <p14:creationId xmlns:p14="http://schemas.microsoft.com/office/powerpoint/2010/main" val="12188133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What happens in the unsupervised case? One way to look at it is that it i</a:t>
            </a:r>
            <a:r>
              <a:rPr lang="en-US" baseline="0" dirty="0"/>
              <a:t>s cake with no frosting, the worst kind of cake there is. </a:t>
            </a:r>
            <a:endParaRPr lang="en-US" dirty="0"/>
          </a:p>
        </p:txBody>
      </p:sp>
    </p:spTree>
    <p:extLst>
      <p:ext uri="{BB962C8B-B14F-4D97-AF65-F5344CB8AC3E}">
        <p14:creationId xmlns:p14="http://schemas.microsoft.com/office/powerpoint/2010/main" val="29960591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aseline="0" dirty="0"/>
              <a:t>But another way to look at it</a:t>
            </a:r>
            <a:r>
              <a:rPr lang="is-IS" baseline="0" dirty="0"/>
              <a:t>… we haven’t specified which row is the labels, therefore any row could be considered the labels to predict. In fact, we could try to predict all rows from any other rows. From that point of view, the entire cake is made out of frosting! </a:t>
            </a:r>
            <a:endParaRPr lang="en-US" dirty="0"/>
          </a:p>
          <a:p>
            <a:r>
              <a:rPr lang="en-US" dirty="0"/>
              <a:t>The ALL FROSTING cake should be more delicious</a:t>
            </a:r>
            <a:r>
              <a:rPr lang="en-US" baseline="0" dirty="0"/>
              <a:t> than supervised learning cake. </a:t>
            </a:r>
          </a:p>
          <a:p>
            <a:r>
              <a:rPr lang="en-US" baseline="0" dirty="0"/>
              <a:t>To get enough frosting, we don’t need a million pieces of cake, it would be fine to have a few really thick pieces. </a:t>
            </a:r>
            <a:br>
              <a:rPr lang="en-US" baseline="0" dirty="0"/>
            </a:br>
            <a:r>
              <a:rPr lang="en-US" baseline="0" dirty="0"/>
              <a:t>This analogy is getting a little excessive, but the implication is that, because we get more frosting, learning should be better in some ways. </a:t>
            </a:r>
          </a:p>
        </p:txBody>
      </p:sp>
    </p:spTree>
    <p:extLst>
      <p:ext uri="{BB962C8B-B14F-4D97-AF65-F5344CB8AC3E}">
        <p14:creationId xmlns:p14="http://schemas.microsoft.com/office/powerpoint/2010/main" val="27685386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8348AF-A65E-BCA1-F400-F24733A79D1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2C02CBC-F46A-578A-030E-73AA793EB64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D1FCC42-FA8F-8CEC-2EF3-4E5BEE0F70AA}"/>
              </a:ext>
            </a:extLst>
          </p:cNvPr>
          <p:cNvSpPr>
            <a:spLocks noGrp="1"/>
          </p:cNvSpPr>
          <p:nvPr>
            <p:ph type="dt" sz="half" idx="10"/>
          </p:nvPr>
        </p:nvSpPr>
        <p:spPr/>
        <p:txBody>
          <a:bodyPr/>
          <a:lstStyle/>
          <a:p>
            <a:fld id="{E9E37513-AE46-404A-907E-FCFA433B843C}" type="datetimeFigureOut">
              <a:rPr lang="en-US" smtClean="0"/>
              <a:t>1/12/26</a:t>
            </a:fld>
            <a:endParaRPr lang="en-US"/>
          </a:p>
        </p:txBody>
      </p:sp>
      <p:sp>
        <p:nvSpPr>
          <p:cNvPr id="5" name="Footer Placeholder 4">
            <a:extLst>
              <a:ext uri="{FF2B5EF4-FFF2-40B4-BE49-F238E27FC236}">
                <a16:creationId xmlns:a16="http://schemas.microsoft.com/office/drawing/2014/main" id="{C08AB438-6B21-276E-EBC8-0B3A64A28B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4C03947-33E2-8AEF-97E3-3D1846ED8169}"/>
              </a:ext>
            </a:extLst>
          </p:cNvPr>
          <p:cNvSpPr>
            <a:spLocks noGrp="1"/>
          </p:cNvSpPr>
          <p:nvPr>
            <p:ph type="sldNum" sz="quarter" idx="12"/>
          </p:nvPr>
        </p:nvSpPr>
        <p:spPr/>
        <p:txBody>
          <a:bodyPr/>
          <a:lstStyle/>
          <a:p>
            <a:fld id="{B9289517-D550-D344-9344-64DFDF092C18}" type="slidenum">
              <a:rPr lang="en-US" smtClean="0"/>
              <a:t>‹#›</a:t>
            </a:fld>
            <a:endParaRPr lang="en-US"/>
          </a:p>
        </p:txBody>
      </p:sp>
    </p:spTree>
    <p:extLst>
      <p:ext uri="{BB962C8B-B14F-4D97-AF65-F5344CB8AC3E}">
        <p14:creationId xmlns:p14="http://schemas.microsoft.com/office/powerpoint/2010/main" val="20618893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733A40-D5E0-7771-D1ED-F028CDF38144}"/>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21BD299A-EB1C-BF00-4199-84EC4307C79E}"/>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D41BA984-5BFD-7406-1A02-FA0C2CF09A53}"/>
              </a:ext>
            </a:extLst>
          </p:cNvPr>
          <p:cNvSpPr>
            <a:spLocks noGrp="1"/>
          </p:cNvSpPr>
          <p:nvPr>
            <p:ph type="dt" sz="half" idx="10"/>
          </p:nvPr>
        </p:nvSpPr>
        <p:spPr/>
        <p:txBody>
          <a:bodyPr/>
          <a:lstStyle/>
          <a:p>
            <a:fld id="{E9E37513-AE46-404A-907E-FCFA433B843C}" type="datetimeFigureOut">
              <a:rPr lang="en-US" smtClean="0"/>
              <a:t>1/12/26</a:t>
            </a:fld>
            <a:endParaRPr lang="en-US"/>
          </a:p>
        </p:txBody>
      </p:sp>
      <p:sp>
        <p:nvSpPr>
          <p:cNvPr id="5" name="Footer Placeholder 4">
            <a:extLst>
              <a:ext uri="{FF2B5EF4-FFF2-40B4-BE49-F238E27FC236}">
                <a16:creationId xmlns:a16="http://schemas.microsoft.com/office/drawing/2014/main" id="{0953F084-F5B3-4DC0-8545-DDCB64D104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FE1549-D0EA-C648-19C3-8B221C373C8C}"/>
              </a:ext>
            </a:extLst>
          </p:cNvPr>
          <p:cNvSpPr>
            <a:spLocks noGrp="1"/>
          </p:cNvSpPr>
          <p:nvPr>
            <p:ph type="sldNum" sz="quarter" idx="12"/>
          </p:nvPr>
        </p:nvSpPr>
        <p:spPr/>
        <p:txBody>
          <a:bodyPr/>
          <a:lstStyle/>
          <a:p>
            <a:fld id="{B9289517-D550-D344-9344-64DFDF092C18}" type="slidenum">
              <a:rPr lang="en-US" smtClean="0"/>
              <a:t>‹#›</a:t>
            </a:fld>
            <a:endParaRPr lang="en-US"/>
          </a:p>
        </p:txBody>
      </p:sp>
    </p:spTree>
    <p:extLst>
      <p:ext uri="{BB962C8B-B14F-4D97-AF65-F5344CB8AC3E}">
        <p14:creationId xmlns:p14="http://schemas.microsoft.com/office/powerpoint/2010/main" val="8693188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8348AF-A65E-BCA1-F400-F24733A79D1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2C02CBC-F46A-578A-030E-73AA793EB64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D1FCC42-FA8F-8CEC-2EF3-4E5BEE0F70AA}"/>
              </a:ext>
            </a:extLst>
          </p:cNvPr>
          <p:cNvSpPr>
            <a:spLocks noGrp="1"/>
          </p:cNvSpPr>
          <p:nvPr>
            <p:ph type="dt" sz="half" idx="10"/>
          </p:nvPr>
        </p:nvSpPr>
        <p:spPr/>
        <p:txBody>
          <a:bodyPr/>
          <a:lstStyle/>
          <a:p>
            <a:fld id="{E9E37513-AE46-404A-907E-FCFA433B843C}" type="datetimeFigureOut">
              <a:rPr lang="en-US" smtClean="0"/>
              <a:t>1/12/26</a:t>
            </a:fld>
            <a:endParaRPr lang="en-US"/>
          </a:p>
        </p:txBody>
      </p:sp>
      <p:sp>
        <p:nvSpPr>
          <p:cNvPr id="5" name="Footer Placeholder 4">
            <a:extLst>
              <a:ext uri="{FF2B5EF4-FFF2-40B4-BE49-F238E27FC236}">
                <a16:creationId xmlns:a16="http://schemas.microsoft.com/office/drawing/2014/main" id="{C08AB438-6B21-276E-EBC8-0B3A64A28B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4C03947-33E2-8AEF-97E3-3D1846ED8169}"/>
              </a:ext>
            </a:extLst>
          </p:cNvPr>
          <p:cNvSpPr>
            <a:spLocks noGrp="1"/>
          </p:cNvSpPr>
          <p:nvPr>
            <p:ph type="sldNum" sz="quarter" idx="12"/>
          </p:nvPr>
        </p:nvSpPr>
        <p:spPr/>
        <p:txBody>
          <a:bodyPr/>
          <a:lstStyle/>
          <a:p>
            <a:fld id="{B9289517-D550-D344-9344-64DFDF092C18}" type="slidenum">
              <a:rPr lang="en-US" smtClean="0"/>
              <a:t>‹#›</a:t>
            </a:fld>
            <a:endParaRPr lang="en-US"/>
          </a:p>
        </p:txBody>
      </p:sp>
    </p:spTree>
    <p:extLst>
      <p:ext uri="{BB962C8B-B14F-4D97-AF65-F5344CB8AC3E}">
        <p14:creationId xmlns:p14="http://schemas.microsoft.com/office/powerpoint/2010/main" val="40873807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BB58DC-0F05-4B30-4960-9D21AC419723}"/>
              </a:ext>
            </a:extLst>
          </p:cNvPr>
          <p:cNvSpPr>
            <a:spLocks noGrp="1"/>
          </p:cNvSpPr>
          <p:nvPr>
            <p:ph type="title"/>
          </p:nvPr>
        </p:nvSpPr>
        <p:spPr>
          <a:xfrm>
            <a:off x="623888" y="1282304"/>
            <a:ext cx="7886700" cy="2139553"/>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F2FF3E9C-52F8-B3C0-181D-440DD32C819C}"/>
              </a:ext>
            </a:extLst>
          </p:cNvPr>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0CB3366-E47B-50B1-3F87-DF11005CF71F}"/>
              </a:ext>
            </a:extLst>
          </p:cNvPr>
          <p:cNvSpPr>
            <a:spLocks noGrp="1"/>
          </p:cNvSpPr>
          <p:nvPr>
            <p:ph type="dt" sz="half" idx="10"/>
          </p:nvPr>
        </p:nvSpPr>
        <p:spPr/>
        <p:txBody>
          <a:bodyPr/>
          <a:lstStyle/>
          <a:p>
            <a:fld id="{E9E37513-AE46-404A-907E-FCFA433B843C}" type="datetimeFigureOut">
              <a:rPr lang="en-US" smtClean="0"/>
              <a:t>1/12/26</a:t>
            </a:fld>
            <a:endParaRPr lang="en-US"/>
          </a:p>
        </p:txBody>
      </p:sp>
      <p:sp>
        <p:nvSpPr>
          <p:cNvPr id="5" name="Footer Placeholder 4">
            <a:extLst>
              <a:ext uri="{FF2B5EF4-FFF2-40B4-BE49-F238E27FC236}">
                <a16:creationId xmlns:a16="http://schemas.microsoft.com/office/drawing/2014/main" id="{CB33DAD2-72EC-1827-763F-6A28095BE04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2CD2C16-8E6A-2930-84F2-8D8852E7D008}"/>
              </a:ext>
            </a:extLst>
          </p:cNvPr>
          <p:cNvSpPr>
            <a:spLocks noGrp="1"/>
          </p:cNvSpPr>
          <p:nvPr>
            <p:ph type="sldNum" sz="quarter" idx="12"/>
          </p:nvPr>
        </p:nvSpPr>
        <p:spPr/>
        <p:txBody>
          <a:bodyPr/>
          <a:lstStyle/>
          <a:p>
            <a:fld id="{B9289517-D550-D344-9344-64DFDF092C18}" type="slidenum">
              <a:rPr lang="en-US" smtClean="0"/>
              <a:t>‹#›</a:t>
            </a:fld>
            <a:endParaRPr lang="en-US"/>
          </a:p>
        </p:txBody>
      </p:sp>
    </p:spTree>
    <p:extLst>
      <p:ext uri="{BB962C8B-B14F-4D97-AF65-F5344CB8AC3E}">
        <p14:creationId xmlns:p14="http://schemas.microsoft.com/office/powerpoint/2010/main" val="38558049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E5C2E-3180-780E-EDD2-8CA98A781E9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8E3B868-FFD2-A767-DAAA-893A84B09EBB}"/>
              </a:ext>
            </a:extLst>
          </p:cNvPr>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36E9650-12DA-595F-2EF4-84E9A9506128}"/>
              </a:ext>
            </a:extLst>
          </p:cNvPr>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DA2976B-2009-6FC5-8953-33FDEB67363C}"/>
              </a:ext>
            </a:extLst>
          </p:cNvPr>
          <p:cNvSpPr>
            <a:spLocks noGrp="1"/>
          </p:cNvSpPr>
          <p:nvPr>
            <p:ph type="dt" sz="half" idx="10"/>
          </p:nvPr>
        </p:nvSpPr>
        <p:spPr/>
        <p:txBody>
          <a:bodyPr/>
          <a:lstStyle/>
          <a:p>
            <a:fld id="{E9E37513-AE46-404A-907E-FCFA433B843C}" type="datetimeFigureOut">
              <a:rPr lang="en-US" smtClean="0"/>
              <a:t>1/12/26</a:t>
            </a:fld>
            <a:endParaRPr lang="en-US"/>
          </a:p>
        </p:txBody>
      </p:sp>
      <p:sp>
        <p:nvSpPr>
          <p:cNvPr id="6" name="Footer Placeholder 5">
            <a:extLst>
              <a:ext uri="{FF2B5EF4-FFF2-40B4-BE49-F238E27FC236}">
                <a16:creationId xmlns:a16="http://schemas.microsoft.com/office/drawing/2014/main" id="{51946D72-77C9-768D-03C0-FE1C38CE5DD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C373C7B-0BFD-E8A5-F9D3-5B78977150BF}"/>
              </a:ext>
            </a:extLst>
          </p:cNvPr>
          <p:cNvSpPr>
            <a:spLocks noGrp="1"/>
          </p:cNvSpPr>
          <p:nvPr>
            <p:ph type="sldNum" sz="quarter" idx="12"/>
          </p:nvPr>
        </p:nvSpPr>
        <p:spPr/>
        <p:txBody>
          <a:bodyPr/>
          <a:lstStyle/>
          <a:p>
            <a:fld id="{B9289517-D550-D344-9344-64DFDF092C18}" type="slidenum">
              <a:rPr lang="en-US" smtClean="0"/>
              <a:t>‹#›</a:t>
            </a:fld>
            <a:endParaRPr lang="en-US"/>
          </a:p>
        </p:txBody>
      </p:sp>
    </p:spTree>
    <p:extLst>
      <p:ext uri="{BB962C8B-B14F-4D97-AF65-F5344CB8AC3E}">
        <p14:creationId xmlns:p14="http://schemas.microsoft.com/office/powerpoint/2010/main" val="60253265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FB7B58-B508-6295-2894-B63E2233102B}"/>
              </a:ext>
            </a:extLst>
          </p:cNvPr>
          <p:cNvSpPr>
            <a:spLocks noGrp="1"/>
          </p:cNvSpPr>
          <p:nvPr>
            <p:ph type="title"/>
          </p:nvPr>
        </p:nvSpPr>
        <p:spPr>
          <a:xfrm>
            <a:off x="629841" y="273844"/>
            <a:ext cx="7886700" cy="994172"/>
          </a:xfrm>
        </p:spPr>
        <p:txBody>
          <a:bodyPr/>
          <a:lstStyle/>
          <a:p>
            <a:r>
              <a:rPr lang="en-US"/>
              <a:t>Click to edit Master title style</a:t>
            </a:r>
          </a:p>
        </p:txBody>
      </p:sp>
      <p:sp>
        <p:nvSpPr>
          <p:cNvPr id="3" name="Text Placeholder 2">
            <a:extLst>
              <a:ext uri="{FF2B5EF4-FFF2-40B4-BE49-F238E27FC236}">
                <a16:creationId xmlns:a16="http://schemas.microsoft.com/office/drawing/2014/main" id="{317CC388-AE0A-16CF-576D-8988C92944DF}"/>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5D8BDD52-27A6-7228-16EF-A913D1EE195B}"/>
              </a:ext>
            </a:extLst>
          </p:cNvPr>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DCD344C-F116-CCA7-B6BB-A865964DD4BE}"/>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78062289-FD1E-0167-3998-9561DAD8B86A}"/>
              </a:ext>
            </a:extLst>
          </p:cNvPr>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EF2CD8D-99B8-C250-0E60-88163CB3CC14}"/>
              </a:ext>
            </a:extLst>
          </p:cNvPr>
          <p:cNvSpPr>
            <a:spLocks noGrp="1"/>
          </p:cNvSpPr>
          <p:nvPr>
            <p:ph type="dt" sz="half" idx="10"/>
          </p:nvPr>
        </p:nvSpPr>
        <p:spPr/>
        <p:txBody>
          <a:bodyPr/>
          <a:lstStyle/>
          <a:p>
            <a:fld id="{E9E37513-AE46-404A-907E-FCFA433B843C}" type="datetimeFigureOut">
              <a:rPr lang="en-US" smtClean="0"/>
              <a:t>1/12/26</a:t>
            </a:fld>
            <a:endParaRPr lang="en-US"/>
          </a:p>
        </p:txBody>
      </p:sp>
      <p:sp>
        <p:nvSpPr>
          <p:cNvPr id="8" name="Footer Placeholder 7">
            <a:extLst>
              <a:ext uri="{FF2B5EF4-FFF2-40B4-BE49-F238E27FC236}">
                <a16:creationId xmlns:a16="http://schemas.microsoft.com/office/drawing/2014/main" id="{7811BD50-1996-3763-7908-DEBE180ADC2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9967025-6F25-C54E-4B73-FE0164969825}"/>
              </a:ext>
            </a:extLst>
          </p:cNvPr>
          <p:cNvSpPr>
            <a:spLocks noGrp="1"/>
          </p:cNvSpPr>
          <p:nvPr>
            <p:ph type="sldNum" sz="quarter" idx="12"/>
          </p:nvPr>
        </p:nvSpPr>
        <p:spPr/>
        <p:txBody>
          <a:bodyPr/>
          <a:lstStyle/>
          <a:p>
            <a:fld id="{B9289517-D550-D344-9344-64DFDF092C18}" type="slidenum">
              <a:rPr lang="en-US" smtClean="0"/>
              <a:t>‹#›</a:t>
            </a:fld>
            <a:endParaRPr lang="en-US"/>
          </a:p>
        </p:txBody>
      </p:sp>
    </p:spTree>
    <p:extLst>
      <p:ext uri="{BB962C8B-B14F-4D97-AF65-F5344CB8AC3E}">
        <p14:creationId xmlns:p14="http://schemas.microsoft.com/office/powerpoint/2010/main" val="22311069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02ECBD-A15C-EAF3-D938-F67E4D70079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8139CE7-E8CB-8541-DEA8-FD115DA00F83}"/>
              </a:ext>
            </a:extLst>
          </p:cNvPr>
          <p:cNvSpPr>
            <a:spLocks noGrp="1"/>
          </p:cNvSpPr>
          <p:nvPr>
            <p:ph type="dt" sz="half" idx="10"/>
          </p:nvPr>
        </p:nvSpPr>
        <p:spPr/>
        <p:txBody>
          <a:bodyPr/>
          <a:lstStyle/>
          <a:p>
            <a:fld id="{E9E37513-AE46-404A-907E-FCFA433B843C}" type="datetimeFigureOut">
              <a:rPr lang="en-US" smtClean="0"/>
              <a:t>1/12/26</a:t>
            </a:fld>
            <a:endParaRPr lang="en-US"/>
          </a:p>
        </p:txBody>
      </p:sp>
      <p:sp>
        <p:nvSpPr>
          <p:cNvPr id="4" name="Footer Placeholder 3">
            <a:extLst>
              <a:ext uri="{FF2B5EF4-FFF2-40B4-BE49-F238E27FC236}">
                <a16:creationId xmlns:a16="http://schemas.microsoft.com/office/drawing/2014/main" id="{DBEC1592-65CE-0D0B-DD29-9B1C6E3CDA5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E4E76AF-0798-83B8-876D-63BEC024A85D}"/>
              </a:ext>
            </a:extLst>
          </p:cNvPr>
          <p:cNvSpPr>
            <a:spLocks noGrp="1"/>
          </p:cNvSpPr>
          <p:nvPr>
            <p:ph type="sldNum" sz="quarter" idx="12"/>
          </p:nvPr>
        </p:nvSpPr>
        <p:spPr/>
        <p:txBody>
          <a:bodyPr/>
          <a:lstStyle/>
          <a:p>
            <a:fld id="{B9289517-D550-D344-9344-64DFDF092C18}" type="slidenum">
              <a:rPr lang="en-US" smtClean="0"/>
              <a:t>‹#›</a:t>
            </a:fld>
            <a:endParaRPr lang="en-US"/>
          </a:p>
        </p:txBody>
      </p:sp>
    </p:spTree>
    <p:extLst>
      <p:ext uri="{BB962C8B-B14F-4D97-AF65-F5344CB8AC3E}">
        <p14:creationId xmlns:p14="http://schemas.microsoft.com/office/powerpoint/2010/main" val="4994934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F408A42-2B63-F08C-D089-BA3B3D16E4EF}"/>
              </a:ext>
            </a:extLst>
          </p:cNvPr>
          <p:cNvSpPr>
            <a:spLocks noGrp="1"/>
          </p:cNvSpPr>
          <p:nvPr>
            <p:ph type="dt" sz="half" idx="10"/>
          </p:nvPr>
        </p:nvSpPr>
        <p:spPr/>
        <p:txBody>
          <a:bodyPr/>
          <a:lstStyle/>
          <a:p>
            <a:fld id="{E9E37513-AE46-404A-907E-FCFA433B843C}" type="datetimeFigureOut">
              <a:rPr lang="en-US" smtClean="0"/>
              <a:t>1/12/26</a:t>
            </a:fld>
            <a:endParaRPr lang="en-US"/>
          </a:p>
        </p:txBody>
      </p:sp>
      <p:sp>
        <p:nvSpPr>
          <p:cNvPr id="3" name="Footer Placeholder 2">
            <a:extLst>
              <a:ext uri="{FF2B5EF4-FFF2-40B4-BE49-F238E27FC236}">
                <a16:creationId xmlns:a16="http://schemas.microsoft.com/office/drawing/2014/main" id="{DE7CEC19-D8BA-F24B-C686-1710FD42B01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9E07027-F6F5-75B6-19DE-64B79D498343}"/>
              </a:ext>
            </a:extLst>
          </p:cNvPr>
          <p:cNvSpPr>
            <a:spLocks noGrp="1"/>
          </p:cNvSpPr>
          <p:nvPr>
            <p:ph type="sldNum" sz="quarter" idx="12"/>
          </p:nvPr>
        </p:nvSpPr>
        <p:spPr/>
        <p:txBody>
          <a:bodyPr/>
          <a:lstStyle/>
          <a:p>
            <a:fld id="{B9289517-D550-D344-9344-64DFDF092C18}" type="slidenum">
              <a:rPr lang="en-US" smtClean="0"/>
              <a:t>‹#›</a:t>
            </a:fld>
            <a:endParaRPr lang="en-US"/>
          </a:p>
        </p:txBody>
      </p:sp>
    </p:spTree>
    <p:extLst>
      <p:ext uri="{BB962C8B-B14F-4D97-AF65-F5344CB8AC3E}">
        <p14:creationId xmlns:p14="http://schemas.microsoft.com/office/powerpoint/2010/main" val="86815309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9E81DC-D4D1-9743-1044-C422B33997E5}"/>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FF519040-C8B9-F047-7D1E-7808F5B85F29}"/>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C57170B-BB47-97F3-5833-9D9AC339823C}"/>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2C7E993E-4E9E-26DC-30AF-0663AFD8168C}"/>
              </a:ext>
            </a:extLst>
          </p:cNvPr>
          <p:cNvSpPr>
            <a:spLocks noGrp="1"/>
          </p:cNvSpPr>
          <p:nvPr>
            <p:ph type="dt" sz="half" idx="10"/>
          </p:nvPr>
        </p:nvSpPr>
        <p:spPr/>
        <p:txBody>
          <a:bodyPr/>
          <a:lstStyle/>
          <a:p>
            <a:fld id="{E9E37513-AE46-404A-907E-FCFA433B843C}" type="datetimeFigureOut">
              <a:rPr lang="en-US" smtClean="0"/>
              <a:t>1/12/26</a:t>
            </a:fld>
            <a:endParaRPr lang="en-US"/>
          </a:p>
        </p:txBody>
      </p:sp>
      <p:sp>
        <p:nvSpPr>
          <p:cNvPr id="6" name="Footer Placeholder 5">
            <a:extLst>
              <a:ext uri="{FF2B5EF4-FFF2-40B4-BE49-F238E27FC236}">
                <a16:creationId xmlns:a16="http://schemas.microsoft.com/office/drawing/2014/main" id="{B4112D00-9377-706F-F878-479626D1CF8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BA8BEC0-EF5E-8B26-DD16-362B44AA2061}"/>
              </a:ext>
            </a:extLst>
          </p:cNvPr>
          <p:cNvSpPr>
            <a:spLocks noGrp="1"/>
          </p:cNvSpPr>
          <p:nvPr>
            <p:ph type="sldNum" sz="quarter" idx="12"/>
          </p:nvPr>
        </p:nvSpPr>
        <p:spPr/>
        <p:txBody>
          <a:bodyPr/>
          <a:lstStyle/>
          <a:p>
            <a:fld id="{B9289517-D550-D344-9344-64DFDF092C18}" type="slidenum">
              <a:rPr lang="en-US" smtClean="0"/>
              <a:t>‹#›</a:t>
            </a:fld>
            <a:endParaRPr lang="en-US"/>
          </a:p>
        </p:txBody>
      </p:sp>
    </p:spTree>
    <p:extLst>
      <p:ext uri="{BB962C8B-B14F-4D97-AF65-F5344CB8AC3E}">
        <p14:creationId xmlns:p14="http://schemas.microsoft.com/office/powerpoint/2010/main" val="276883832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D27C20-C9FD-0D26-F447-78412A5F4F1F}"/>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90E9D5D2-B06C-7BF7-D206-4A8C4D6673ED}"/>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6E70E091-D84C-EB4F-B379-D0CF585EBD98}"/>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541BD5EE-55CE-01AB-FE80-BBBD781F82E8}"/>
              </a:ext>
            </a:extLst>
          </p:cNvPr>
          <p:cNvSpPr>
            <a:spLocks noGrp="1"/>
          </p:cNvSpPr>
          <p:nvPr>
            <p:ph type="dt" sz="half" idx="10"/>
          </p:nvPr>
        </p:nvSpPr>
        <p:spPr/>
        <p:txBody>
          <a:bodyPr/>
          <a:lstStyle/>
          <a:p>
            <a:fld id="{E9E37513-AE46-404A-907E-FCFA433B843C}" type="datetimeFigureOut">
              <a:rPr lang="en-US" smtClean="0"/>
              <a:t>1/12/26</a:t>
            </a:fld>
            <a:endParaRPr lang="en-US"/>
          </a:p>
        </p:txBody>
      </p:sp>
      <p:sp>
        <p:nvSpPr>
          <p:cNvPr id="6" name="Footer Placeholder 5">
            <a:extLst>
              <a:ext uri="{FF2B5EF4-FFF2-40B4-BE49-F238E27FC236}">
                <a16:creationId xmlns:a16="http://schemas.microsoft.com/office/drawing/2014/main" id="{E568E69F-94CB-EDA7-75F9-77B706302E7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8827FF2-861A-3CD3-AC14-A98C459B919F}"/>
              </a:ext>
            </a:extLst>
          </p:cNvPr>
          <p:cNvSpPr>
            <a:spLocks noGrp="1"/>
          </p:cNvSpPr>
          <p:nvPr>
            <p:ph type="sldNum" sz="quarter" idx="12"/>
          </p:nvPr>
        </p:nvSpPr>
        <p:spPr/>
        <p:txBody>
          <a:bodyPr/>
          <a:lstStyle/>
          <a:p>
            <a:fld id="{B9289517-D550-D344-9344-64DFDF092C18}" type="slidenum">
              <a:rPr lang="en-US" smtClean="0"/>
              <a:t>‹#›</a:t>
            </a:fld>
            <a:endParaRPr lang="en-US"/>
          </a:p>
        </p:txBody>
      </p:sp>
    </p:spTree>
    <p:extLst>
      <p:ext uri="{BB962C8B-B14F-4D97-AF65-F5344CB8AC3E}">
        <p14:creationId xmlns:p14="http://schemas.microsoft.com/office/powerpoint/2010/main" val="19438449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120FD8-2910-0665-2A7C-51F4BC9DE4F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338326A-7CC8-62A4-9001-7E3A3200A72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D3822E3-32F6-1347-59DB-3163FBE6A0F0}"/>
              </a:ext>
            </a:extLst>
          </p:cNvPr>
          <p:cNvSpPr>
            <a:spLocks noGrp="1"/>
          </p:cNvSpPr>
          <p:nvPr>
            <p:ph type="dt" sz="half" idx="10"/>
          </p:nvPr>
        </p:nvSpPr>
        <p:spPr/>
        <p:txBody>
          <a:bodyPr/>
          <a:lstStyle/>
          <a:p>
            <a:fld id="{E9E37513-AE46-404A-907E-FCFA433B843C}" type="datetimeFigureOut">
              <a:rPr lang="en-US" smtClean="0"/>
              <a:t>1/12/26</a:t>
            </a:fld>
            <a:endParaRPr lang="en-US"/>
          </a:p>
        </p:txBody>
      </p:sp>
      <p:sp>
        <p:nvSpPr>
          <p:cNvPr id="5" name="Footer Placeholder 4">
            <a:extLst>
              <a:ext uri="{FF2B5EF4-FFF2-40B4-BE49-F238E27FC236}">
                <a16:creationId xmlns:a16="http://schemas.microsoft.com/office/drawing/2014/main" id="{E55CB9BF-3646-69A4-7E25-EADE65878B2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A54B90B-5072-43DF-8E4C-F14F548585FF}"/>
              </a:ext>
            </a:extLst>
          </p:cNvPr>
          <p:cNvSpPr>
            <a:spLocks noGrp="1"/>
          </p:cNvSpPr>
          <p:nvPr>
            <p:ph type="sldNum" sz="quarter" idx="12"/>
          </p:nvPr>
        </p:nvSpPr>
        <p:spPr/>
        <p:txBody>
          <a:bodyPr/>
          <a:lstStyle/>
          <a:p>
            <a:fld id="{B9289517-D550-D344-9344-64DFDF092C18}" type="slidenum">
              <a:rPr lang="en-US" smtClean="0"/>
              <a:t>‹#›</a:t>
            </a:fld>
            <a:endParaRPr lang="en-US"/>
          </a:p>
        </p:txBody>
      </p:sp>
    </p:spTree>
    <p:extLst>
      <p:ext uri="{BB962C8B-B14F-4D97-AF65-F5344CB8AC3E}">
        <p14:creationId xmlns:p14="http://schemas.microsoft.com/office/powerpoint/2010/main" val="280728606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CE803A1-ADD5-DF1A-E459-2DB25AD02421}"/>
              </a:ext>
            </a:extLst>
          </p:cNvPr>
          <p:cNvSpPr>
            <a:spLocks noGrp="1"/>
          </p:cNvSpPr>
          <p:nvPr>
            <p:ph type="title" orient="vert"/>
          </p:nvPr>
        </p:nvSpPr>
        <p:spPr>
          <a:xfrm>
            <a:off x="6543675" y="273844"/>
            <a:ext cx="1971675" cy="4358879"/>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4C63BAD-3858-F6F3-021B-EB4C621AA3C3}"/>
              </a:ext>
            </a:extLst>
          </p:cNvPr>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B482C2E-CE8E-A55C-18FF-25244AD1884F}"/>
              </a:ext>
            </a:extLst>
          </p:cNvPr>
          <p:cNvSpPr>
            <a:spLocks noGrp="1"/>
          </p:cNvSpPr>
          <p:nvPr>
            <p:ph type="dt" sz="half" idx="10"/>
          </p:nvPr>
        </p:nvSpPr>
        <p:spPr/>
        <p:txBody>
          <a:bodyPr/>
          <a:lstStyle/>
          <a:p>
            <a:fld id="{E9E37513-AE46-404A-907E-FCFA433B843C}" type="datetimeFigureOut">
              <a:rPr lang="en-US" smtClean="0"/>
              <a:t>1/12/26</a:t>
            </a:fld>
            <a:endParaRPr lang="en-US"/>
          </a:p>
        </p:txBody>
      </p:sp>
      <p:sp>
        <p:nvSpPr>
          <p:cNvPr id="5" name="Footer Placeholder 4">
            <a:extLst>
              <a:ext uri="{FF2B5EF4-FFF2-40B4-BE49-F238E27FC236}">
                <a16:creationId xmlns:a16="http://schemas.microsoft.com/office/drawing/2014/main" id="{9231AB4C-5242-1CF1-B6AE-0C8669CD68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8CC0FB-F4D2-8CC1-8C50-323C7ADD2FBD}"/>
              </a:ext>
            </a:extLst>
          </p:cNvPr>
          <p:cNvSpPr>
            <a:spLocks noGrp="1"/>
          </p:cNvSpPr>
          <p:nvPr>
            <p:ph type="sldNum" sz="quarter" idx="12"/>
          </p:nvPr>
        </p:nvSpPr>
        <p:spPr/>
        <p:txBody>
          <a:bodyPr/>
          <a:lstStyle/>
          <a:p>
            <a:fld id="{B9289517-D550-D344-9344-64DFDF092C18}" type="slidenum">
              <a:rPr lang="en-US" smtClean="0"/>
              <a:t>‹#›</a:t>
            </a:fld>
            <a:endParaRPr lang="en-US"/>
          </a:p>
        </p:txBody>
      </p:sp>
    </p:spTree>
    <p:extLst>
      <p:ext uri="{BB962C8B-B14F-4D97-AF65-F5344CB8AC3E}">
        <p14:creationId xmlns:p14="http://schemas.microsoft.com/office/powerpoint/2010/main" val="60246088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C9E3D5-A702-CF40-849B-F067A6A1EC6C}"/>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CBC407DD-055B-204C-AE95-D1D2FE9610F3}"/>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D1383420-A8D3-EF4B-AE6F-F36EB7A1622B}"/>
              </a:ext>
            </a:extLst>
          </p:cNvPr>
          <p:cNvSpPr>
            <a:spLocks noGrp="1"/>
          </p:cNvSpPr>
          <p:nvPr>
            <p:ph type="dt" sz="half" idx="10"/>
          </p:nvPr>
        </p:nvSpPr>
        <p:spPr/>
        <p:txBody>
          <a:bodyPr/>
          <a:lstStyle/>
          <a:p>
            <a:fld id="{1DEA71DD-1F9B-4F4B-8639-DE801CA4B650}" type="datetimeFigureOut">
              <a:rPr lang="en-US" smtClean="0"/>
              <a:t>1/12/26</a:t>
            </a:fld>
            <a:endParaRPr lang="en-US"/>
          </a:p>
        </p:txBody>
      </p:sp>
      <p:sp>
        <p:nvSpPr>
          <p:cNvPr id="5" name="Footer Placeholder 4">
            <a:extLst>
              <a:ext uri="{FF2B5EF4-FFF2-40B4-BE49-F238E27FC236}">
                <a16:creationId xmlns:a16="http://schemas.microsoft.com/office/drawing/2014/main" id="{6D7D65AF-9EA9-6042-993A-76D3B79BD32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814B208-5FBD-D947-9C67-D400AEC9844E}"/>
              </a:ext>
            </a:extLst>
          </p:cNvPr>
          <p:cNvSpPr>
            <a:spLocks noGrp="1"/>
          </p:cNvSpPr>
          <p:nvPr>
            <p:ph type="sldNum" sz="quarter" idx="12"/>
          </p:nvPr>
        </p:nvSpPr>
        <p:spPr/>
        <p:txBody>
          <a:bodyPr/>
          <a:lstStyle/>
          <a:p>
            <a:fld id="{B24F6902-25B5-FB40-A618-F9E175E7B53E}" type="slidenum">
              <a:rPr lang="en-US" smtClean="0"/>
              <a:t>‹#›</a:t>
            </a:fld>
            <a:endParaRPr lang="en-US"/>
          </a:p>
        </p:txBody>
      </p:sp>
    </p:spTree>
    <p:extLst>
      <p:ext uri="{BB962C8B-B14F-4D97-AF65-F5344CB8AC3E}">
        <p14:creationId xmlns:p14="http://schemas.microsoft.com/office/powerpoint/2010/main" val="5222117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CAB92A-D7BA-A447-8B7C-41309A2C7BC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7ADF5A5-DBF8-D74F-A3D5-6FB1565258BA}"/>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CE7C9DC-96E7-2F4B-8114-2D130548B841}"/>
              </a:ext>
            </a:extLst>
          </p:cNvPr>
          <p:cNvSpPr>
            <a:spLocks noGrp="1"/>
          </p:cNvSpPr>
          <p:nvPr>
            <p:ph type="dt" sz="half" idx="10"/>
          </p:nvPr>
        </p:nvSpPr>
        <p:spPr/>
        <p:txBody>
          <a:bodyPr/>
          <a:lstStyle/>
          <a:p>
            <a:fld id="{1DEA71DD-1F9B-4F4B-8639-DE801CA4B650}" type="datetimeFigureOut">
              <a:rPr lang="en-US" smtClean="0"/>
              <a:t>1/12/26</a:t>
            </a:fld>
            <a:endParaRPr lang="en-US"/>
          </a:p>
        </p:txBody>
      </p:sp>
      <p:sp>
        <p:nvSpPr>
          <p:cNvPr id="5" name="Footer Placeholder 4">
            <a:extLst>
              <a:ext uri="{FF2B5EF4-FFF2-40B4-BE49-F238E27FC236}">
                <a16:creationId xmlns:a16="http://schemas.microsoft.com/office/drawing/2014/main" id="{36D031C0-4440-D142-9DF8-EC1E491ED31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DCD0247-1424-244B-B5EB-032EFEF26E71}"/>
              </a:ext>
            </a:extLst>
          </p:cNvPr>
          <p:cNvSpPr>
            <a:spLocks noGrp="1"/>
          </p:cNvSpPr>
          <p:nvPr>
            <p:ph type="sldNum" sz="quarter" idx="12"/>
          </p:nvPr>
        </p:nvSpPr>
        <p:spPr/>
        <p:txBody>
          <a:bodyPr/>
          <a:lstStyle/>
          <a:p>
            <a:fld id="{B24F6902-25B5-FB40-A618-F9E175E7B53E}" type="slidenum">
              <a:rPr lang="en-US" smtClean="0"/>
              <a:t>‹#›</a:t>
            </a:fld>
            <a:endParaRPr lang="en-US"/>
          </a:p>
        </p:txBody>
      </p:sp>
    </p:spTree>
    <p:extLst>
      <p:ext uri="{BB962C8B-B14F-4D97-AF65-F5344CB8AC3E}">
        <p14:creationId xmlns:p14="http://schemas.microsoft.com/office/powerpoint/2010/main" val="200479973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CE41D-BA56-3B4F-8A97-4D43EABD6D12}"/>
              </a:ext>
            </a:extLst>
          </p:cNvPr>
          <p:cNvSpPr>
            <a:spLocks noGrp="1"/>
          </p:cNvSpPr>
          <p:nvPr>
            <p:ph type="title"/>
          </p:nvPr>
        </p:nvSpPr>
        <p:spPr>
          <a:xfrm>
            <a:off x="623888" y="1282304"/>
            <a:ext cx="7886700" cy="2139553"/>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EA3E9AC1-9A40-6F45-BDA9-0C0CD3E2DBDC}"/>
              </a:ext>
            </a:extLst>
          </p:cNvPr>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D30492B3-2B61-144B-8401-40FDB3E8F61C}"/>
              </a:ext>
            </a:extLst>
          </p:cNvPr>
          <p:cNvSpPr>
            <a:spLocks noGrp="1"/>
          </p:cNvSpPr>
          <p:nvPr>
            <p:ph type="dt" sz="half" idx="10"/>
          </p:nvPr>
        </p:nvSpPr>
        <p:spPr/>
        <p:txBody>
          <a:bodyPr/>
          <a:lstStyle/>
          <a:p>
            <a:fld id="{1DEA71DD-1F9B-4F4B-8639-DE801CA4B650}" type="datetimeFigureOut">
              <a:rPr lang="en-US" smtClean="0"/>
              <a:t>1/12/26</a:t>
            </a:fld>
            <a:endParaRPr lang="en-US"/>
          </a:p>
        </p:txBody>
      </p:sp>
      <p:sp>
        <p:nvSpPr>
          <p:cNvPr id="5" name="Footer Placeholder 4">
            <a:extLst>
              <a:ext uri="{FF2B5EF4-FFF2-40B4-BE49-F238E27FC236}">
                <a16:creationId xmlns:a16="http://schemas.microsoft.com/office/drawing/2014/main" id="{19EE6C56-D1CF-2847-A247-14A5AABCCBB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B5DE987-819F-1C4F-850C-2FB846B79206}"/>
              </a:ext>
            </a:extLst>
          </p:cNvPr>
          <p:cNvSpPr>
            <a:spLocks noGrp="1"/>
          </p:cNvSpPr>
          <p:nvPr>
            <p:ph type="sldNum" sz="quarter" idx="12"/>
          </p:nvPr>
        </p:nvSpPr>
        <p:spPr/>
        <p:txBody>
          <a:bodyPr/>
          <a:lstStyle/>
          <a:p>
            <a:fld id="{B24F6902-25B5-FB40-A618-F9E175E7B53E}" type="slidenum">
              <a:rPr lang="en-US" smtClean="0"/>
              <a:t>‹#›</a:t>
            </a:fld>
            <a:endParaRPr lang="en-US"/>
          </a:p>
        </p:txBody>
      </p:sp>
    </p:spTree>
    <p:extLst>
      <p:ext uri="{BB962C8B-B14F-4D97-AF65-F5344CB8AC3E}">
        <p14:creationId xmlns:p14="http://schemas.microsoft.com/office/powerpoint/2010/main" val="148271103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B8FE0F-5170-DE4E-8AB1-75F5E345BEA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C817F5C-7E9C-2645-B2AC-984706FB2489}"/>
              </a:ext>
            </a:extLst>
          </p:cNvPr>
          <p:cNvSpPr>
            <a:spLocks noGrp="1"/>
          </p:cNvSpPr>
          <p:nvPr>
            <p:ph sz="half" idx="1"/>
          </p:nvPr>
        </p:nvSpPr>
        <p:spPr>
          <a:xfrm>
            <a:off x="628650" y="1369219"/>
            <a:ext cx="3886200" cy="326350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13ADB47-393D-E249-AE2A-CDBBD47A66A9}"/>
              </a:ext>
            </a:extLst>
          </p:cNvPr>
          <p:cNvSpPr>
            <a:spLocks noGrp="1"/>
          </p:cNvSpPr>
          <p:nvPr>
            <p:ph sz="half" idx="2"/>
          </p:nvPr>
        </p:nvSpPr>
        <p:spPr>
          <a:xfrm>
            <a:off x="4629150" y="1369219"/>
            <a:ext cx="3886200" cy="326350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7D61AC1-3FD9-1843-BD54-4957A1062355}"/>
              </a:ext>
            </a:extLst>
          </p:cNvPr>
          <p:cNvSpPr>
            <a:spLocks noGrp="1"/>
          </p:cNvSpPr>
          <p:nvPr>
            <p:ph type="dt" sz="half" idx="10"/>
          </p:nvPr>
        </p:nvSpPr>
        <p:spPr/>
        <p:txBody>
          <a:bodyPr/>
          <a:lstStyle/>
          <a:p>
            <a:fld id="{1DEA71DD-1F9B-4F4B-8639-DE801CA4B650}" type="datetimeFigureOut">
              <a:rPr lang="en-US" smtClean="0"/>
              <a:t>1/12/26</a:t>
            </a:fld>
            <a:endParaRPr lang="en-US"/>
          </a:p>
        </p:txBody>
      </p:sp>
      <p:sp>
        <p:nvSpPr>
          <p:cNvPr id="6" name="Footer Placeholder 5">
            <a:extLst>
              <a:ext uri="{FF2B5EF4-FFF2-40B4-BE49-F238E27FC236}">
                <a16:creationId xmlns:a16="http://schemas.microsoft.com/office/drawing/2014/main" id="{879FDF20-D169-7144-839D-7E8E1DD5B55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6634797-61B7-8F48-863A-6E19FC7CC27B}"/>
              </a:ext>
            </a:extLst>
          </p:cNvPr>
          <p:cNvSpPr>
            <a:spLocks noGrp="1"/>
          </p:cNvSpPr>
          <p:nvPr>
            <p:ph type="sldNum" sz="quarter" idx="12"/>
          </p:nvPr>
        </p:nvSpPr>
        <p:spPr/>
        <p:txBody>
          <a:bodyPr/>
          <a:lstStyle/>
          <a:p>
            <a:fld id="{B24F6902-25B5-FB40-A618-F9E175E7B53E}" type="slidenum">
              <a:rPr lang="en-US" smtClean="0"/>
              <a:t>‹#›</a:t>
            </a:fld>
            <a:endParaRPr lang="en-US"/>
          </a:p>
        </p:txBody>
      </p:sp>
    </p:spTree>
    <p:extLst>
      <p:ext uri="{BB962C8B-B14F-4D97-AF65-F5344CB8AC3E}">
        <p14:creationId xmlns:p14="http://schemas.microsoft.com/office/powerpoint/2010/main" val="70270965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79BC2-3D03-DE48-B71A-1C50CA027BDB}"/>
              </a:ext>
            </a:extLst>
          </p:cNvPr>
          <p:cNvSpPr>
            <a:spLocks noGrp="1"/>
          </p:cNvSpPr>
          <p:nvPr>
            <p:ph type="title"/>
          </p:nvPr>
        </p:nvSpPr>
        <p:spPr>
          <a:xfrm>
            <a:off x="629841" y="273844"/>
            <a:ext cx="7886700" cy="994172"/>
          </a:xfrm>
        </p:spPr>
        <p:txBody>
          <a:bodyPr/>
          <a:lstStyle/>
          <a:p>
            <a:r>
              <a:rPr lang="en-US"/>
              <a:t>Click to edit Master title style</a:t>
            </a:r>
          </a:p>
        </p:txBody>
      </p:sp>
      <p:sp>
        <p:nvSpPr>
          <p:cNvPr id="3" name="Text Placeholder 2">
            <a:extLst>
              <a:ext uri="{FF2B5EF4-FFF2-40B4-BE49-F238E27FC236}">
                <a16:creationId xmlns:a16="http://schemas.microsoft.com/office/drawing/2014/main" id="{EFFDF4F0-4897-284B-B2EC-C06F76E5D79C}"/>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a:extLst>
              <a:ext uri="{FF2B5EF4-FFF2-40B4-BE49-F238E27FC236}">
                <a16:creationId xmlns:a16="http://schemas.microsoft.com/office/drawing/2014/main" id="{9310C232-5097-F04F-91CD-9C07B5E56927}"/>
              </a:ext>
            </a:extLst>
          </p:cNvPr>
          <p:cNvSpPr>
            <a:spLocks noGrp="1"/>
          </p:cNvSpPr>
          <p:nvPr>
            <p:ph sz="half" idx="2"/>
          </p:nvPr>
        </p:nvSpPr>
        <p:spPr>
          <a:xfrm>
            <a:off x="629842" y="1878806"/>
            <a:ext cx="3868340" cy="276344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D0883BD-78BB-3346-9414-C29285D23EF5}"/>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a:extLst>
              <a:ext uri="{FF2B5EF4-FFF2-40B4-BE49-F238E27FC236}">
                <a16:creationId xmlns:a16="http://schemas.microsoft.com/office/drawing/2014/main" id="{284CAFA7-FE63-F94C-84EC-699B1E937EC1}"/>
              </a:ext>
            </a:extLst>
          </p:cNvPr>
          <p:cNvSpPr>
            <a:spLocks noGrp="1"/>
          </p:cNvSpPr>
          <p:nvPr>
            <p:ph sz="quarter" idx="4"/>
          </p:nvPr>
        </p:nvSpPr>
        <p:spPr>
          <a:xfrm>
            <a:off x="4629150" y="1878806"/>
            <a:ext cx="3887391" cy="276344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3640A66-F1DD-CF42-AB55-C4391C806AD3}"/>
              </a:ext>
            </a:extLst>
          </p:cNvPr>
          <p:cNvSpPr>
            <a:spLocks noGrp="1"/>
          </p:cNvSpPr>
          <p:nvPr>
            <p:ph type="dt" sz="half" idx="10"/>
          </p:nvPr>
        </p:nvSpPr>
        <p:spPr/>
        <p:txBody>
          <a:bodyPr/>
          <a:lstStyle/>
          <a:p>
            <a:fld id="{1DEA71DD-1F9B-4F4B-8639-DE801CA4B650}" type="datetimeFigureOut">
              <a:rPr lang="en-US" smtClean="0"/>
              <a:t>1/12/26</a:t>
            </a:fld>
            <a:endParaRPr lang="en-US"/>
          </a:p>
        </p:txBody>
      </p:sp>
      <p:sp>
        <p:nvSpPr>
          <p:cNvPr id="8" name="Footer Placeholder 7">
            <a:extLst>
              <a:ext uri="{FF2B5EF4-FFF2-40B4-BE49-F238E27FC236}">
                <a16:creationId xmlns:a16="http://schemas.microsoft.com/office/drawing/2014/main" id="{F6613B76-86C4-A14F-AE32-EE7FBA3B470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9521A00-76BF-BD45-ADFD-C601ECCD695A}"/>
              </a:ext>
            </a:extLst>
          </p:cNvPr>
          <p:cNvSpPr>
            <a:spLocks noGrp="1"/>
          </p:cNvSpPr>
          <p:nvPr>
            <p:ph type="sldNum" sz="quarter" idx="12"/>
          </p:nvPr>
        </p:nvSpPr>
        <p:spPr/>
        <p:txBody>
          <a:bodyPr/>
          <a:lstStyle/>
          <a:p>
            <a:fld id="{B24F6902-25B5-FB40-A618-F9E175E7B53E}" type="slidenum">
              <a:rPr lang="en-US" smtClean="0"/>
              <a:t>‹#›</a:t>
            </a:fld>
            <a:endParaRPr lang="en-US"/>
          </a:p>
        </p:txBody>
      </p:sp>
    </p:spTree>
    <p:extLst>
      <p:ext uri="{BB962C8B-B14F-4D97-AF65-F5344CB8AC3E}">
        <p14:creationId xmlns:p14="http://schemas.microsoft.com/office/powerpoint/2010/main" val="268236963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E2E86F-E6F2-714A-9CA6-3A54B53B607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E0D97E9-B84F-464E-AFC9-D918F3945672}"/>
              </a:ext>
            </a:extLst>
          </p:cNvPr>
          <p:cNvSpPr>
            <a:spLocks noGrp="1"/>
          </p:cNvSpPr>
          <p:nvPr>
            <p:ph type="dt" sz="half" idx="10"/>
          </p:nvPr>
        </p:nvSpPr>
        <p:spPr/>
        <p:txBody>
          <a:bodyPr/>
          <a:lstStyle/>
          <a:p>
            <a:fld id="{1DEA71DD-1F9B-4F4B-8639-DE801CA4B650}" type="datetimeFigureOut">
              <a:rPr lang="en-US" smtClean="0"/>
              <a:t>1/12/26</a:t>
            </a:fld>
            <a:endParaRPr lang="en-US"/>
          </a:p>
        </p:txBody>
      </p:sp>
      <p:sp>
        <p:nvSpPr>
          <p:cNvPr id="4" name="Footer Placeholder 3">
            <a:extLst>
              <a:ext uri="{FF2B5EF4-FFF2-40B4-BE49-F238E27FC236}">
                <a16:creationId xmlns:a16="http://schemas.microsoft.com/office/drawing/2014/main" id="{D081314C-0CB0-344C-BA83-C40DEDDF5CF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693D51D-41CA-1D4D-B822-4BEA835A7D7F}"/>
              </a:ext>
            </a:extLst>
          </p:cNvPr>
          <p:cNvSpPr>
            <a:spLocks noGrp="1"/>
          </p:cNvSpPr>
          <p:nvPr>
            <p:ph type="sldNum" sz="quarter" idx="12"/>
          </p:nvPr>
        </p:nvSpPr>
        <p:spPr/>
        <p:txBody>
          <a:bodyPr/>
          <a:lstStyle/>
          <a:p>
            <a:fld id="{B24F6902-25B5-FB40-A618-F9E175E7B53E}" type="slidenum">
              <a:rPr lang="en-US" smtClean="0"/>
              <a:t>‹#›</a:t>
            </a:fld>
            <a:endParaRPr lang="en-US"/>
          </a:p>
        </p:txBody>
      </p:sp>
    </p:spTree>
    <p:extLst>
      <p:ext uri="{BB962C8B-B14F-4D97-AF65-F5344CB8AC3E}">
        <p14:creationId xmlns:p14="http://schemas.microsoft.com/office/powerpoint/2010/main" val="167829763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275B1E7-78CA-6347-9B4A-AB77F29AA803}"/>
              </a:ext>
            </a:extLst>
          </p:cNvPr>
          <p:cNvSpPr>
            <a:spLocks noGrp="1"/>
          </p:cNvSpPr>
          <p:nvPr>
            <p:ph type="dt" sz="half" idx="10"/>
          </p:nvPr>
        </p:nvSpPr>
        <p:spPr/>
        <p:txBody>
          <a:bodyPr/>
          <a:lstStyle/>
          <a:p>
            <a:fld id="{1DEA71DD-1F9B-4F4B-8639-DE801CA4B650}" type="datetimeFigureOut">
              <a:rPr lang="en-US" smtClean="0"/>
              <a:t>1/12/26</a:t>
            </a:fld>
            <a:endParaRPr lang="en-US"/>
          </a:p>
        </p:txBody>
      </p:sp>
      <p:sp>
        <p:nvSpPr>
          <p:cNvPr id="3" name="Footer Placeholder 2">
            <a:extLst>
              <a:ext uri="{FF2B5EF4-FFF2-40B4-BE49-F238E27FC236}">
                <a16:creationId xmlns:a16="http://schemas.microsoft.com/office/drawing/2014/main" id="{95261824-B6A2-9742-8516-438ED978C83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E946D29-B3C2-2D41-97E0-DFF3F1E1BCFE}"/>
              </a:ext>
            </a:extLst>
          </p:cNvPr>
          <p:cNvSpPr>
            <a:spLocks noGrp="1"/>
          </p:cNvSpPr>
          <p:nvPr>
            <p:ph type="sldNum" sz="quarter" idx="12"/>
          </p:nvPr>
        </p:nvSpPr>
        <p:spPr/>
        <p:txBody>
          <a:bodyPr/>
          <a:lstStyle/>
          <a:p>
            <a:fld id="{B24F6902-25B5-FB40-A618-F9E175E7B53E}" type="slidenum">
              <a:rPr lang="en-US" smtClean="0"/>
              <a:t>‹#›</a:t>
            </a:fld>
            <a:endParaRPr lang="en-US"/>
          </a:p>
        </p:txBody>
      </p:sp>
    </p:spTree>
    <p:extLst>
      <p:ext uri="{BB962C8B-B14F-4D97-AF65-F5344CB8AC3E}">
        <p14:creationId xmlns:p14="http://schemas.microsoft.com/office/powerpoint/2010/main" val="9901166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614154-FE17-D943-8069-195D2DDE1894}"/>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A5F2D165-0462-9547-B38C-DC5F69B994A4}"/>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D493C8A-E608-C448-992F-CC9E60E9F230}"/>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a:extLst>
              <a:ext uri="{FF2B5EF4-FFF2-40B4-BE49-F238E27FC236}">
                <a16:creationId xmlns:a16="http://schemas.microsoft.com/office/drawing/2014/main" id="{328A427C-4545-CA40-B043-E8A4DA590940}"/>
              </a:ext>
            </a:extLst>
          </p:cNvPr>
          <p:cNvSpPr>
            <a:spLocks noGrp="1"/>
          </p:cNvSpPr>
          <p:nvPr>
            <p:ph type="dt" sz="half" idx="10"/>
          </p:nvPr>
        </p:nvSpPr>
        <p:spPr/>
        <p:txBody>
          <a:bodyPr/>
          <a:lstStyle/>
          <a:p>
            <a:fld id="{1DEA71DD-1F9B-4F4B-8639-DE801CA4B650}" type="datetimeFigureOut">
              <a:rPr lang="en-US" smtClean="0"/>
              <a:t>1/12/26</a:t>
            </a:fld>
            <a:endParaRPr lang="en-US"/>
          </a:p>
        </p:txBody>
      </p:sp>
      <p:sp>
        <p:nvSpPr>
          <p:cNvPr id="6" name="Footer Placeholder 5">
            <a:extLst>
              <a:ext uri="{FF2B5EF4-FFF2-40B4-BE49-F238E27FC236}">
                <a16:creationId xmlns:a16="http://schemas.microsoft.com/office/drawing/2014/main" id="{6B7F4D64-4435-7F4F-A458-0C391A1E386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AA5FF67-AF4E-A740-9BD9-17B04CC73D1C}"/>
              </a:ext>
            </a:extLst>
          </p:cNvPr>
          <p:cNvSpPr>
            <a:spLocks noGrp="1"/>
          </p:cNvSpPr>
          <p:nvPr>
            <p:ph type="sldNum" sz="quarter" idx="12"/>
          </p:nvPr>
        </p:nvSpPr>
        <p:spPr/>
        <p:txBody>
          <a:bodyPr/>
          <a:lstStyle/>
          <a:p>
            <a:fld id="{B24F6902-25B5-FB40-A618-F9E175E7B53E}" type="slidenum">
              <a:rPr lang="en-US" smtClean="0"/>
              <a:t>‹#›</a:t>
            </a:fld>
            <a:endParaRPr lang="en-US"/>
          </a:p>
        </p:txBody>
      </p:sp>
    </p:spTree>
    <p:extLst>
      <p:ext uri="{BB962C8B-B14F-4D97-AF65-F5344CB8AC3E}">
        <p14:creationId xmlns:p14="http://schemas.microsoft.com/office/powerpoint/2010/main" val="327949809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4F2270-E25A-5249-8EEC-0ACFB8233E50}"/>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7EF8D60D-3586-BA45-8524-BCA260A37275}"/>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B528956F-2817-7645-BF4F-02F37449F6D0}"/>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a:extLst>
              <a:ext uri="{FF2B5EF4-FFF2-40B4-BE49-F238E27FC236}">
                <a16:creationId xmlns:a16="http://schemas.microsoft.com/office/drawing/2014/main" id="{E84F1BE6-ED66-9F4B-B4DD-3BB6CCB69E66}"/>
              </a:ext>
            </a:extLst>
          </p:cNvPr>
          <p:cNvSpPr>
            <a:spLocks noGrp="1"/>
          </p:cNvSpPr>
          <p:nvPr>
            <p:ph type="dt" sz="half" idx="10"/>
          </p:nvPr>
        </p:nvSpPr>
        <p:spPr/>
        <p:txBody>
          <a:bodyPr/>
          <a:lstStyle/>
          <a:p>
            <a:fld id="{1DEA71DD-1F9B-4F4B-8639-DE801CA4B650}" type="datetimeFigureOut">
              <a:rPr lang="en-US" smtClean="0"/>
              <a:t>1/12/26</a:t>
            </a:fld>
            <a:endParaRPr lang="en-US"/>
          </a:p>
        </p:txBody>
      </p:sp>
      <p:sp>
        <p:nvSpPr>
          <p:cNvPr id="6" name="Footer Placeholder 5">
            <a:extLst>
              <a:ext uri="{FF2B5EF4-FFF2-40B4-BE49-F238E27FC236}">
                <a16:creationId xmlns:a16="http://schemas.microsoft.com/office/drawing/2014/main" id="{A3F9D9F9-3FFF-A744-9902-99D7E6294DD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0E21C20-A89A-E44D-9451-1DA8FDEFDE7B}"/>
              </a:ext>
            </a:extLst>
          </p:cNvPr>
          <p:cNvSpPr>
            <a:spLocks noGrp="1"/>
          </p:cNvSpPr>
          <p:nvPr>
            <p:ph type="sldNum" sz="quarter" idx="12"/>
          </p:nvPr>
        </p:nvSpPr>
        <p:spPr/>
        <p:txBody>
          <a:bodyPr/>
          <a:lstStyle/>
          <a:p>
            <a:fld id="{B24F6902-25B5-FB40-A618-F9E175E7B53E}" type="slidenum">
              <a:rPr lang="en-US" smtClean="0"/>
              <a:t>‹#›</a:t>
            </a:fld>
            <a:endParaRPr lang="en-US"/>
          </a:p>
        </p:txBody>
      </p:sp>
    </p:spTree>
    <p:extLst>
      <p:ext uri="{BB962C8B-B14F-4D97-AF65-F5344CB8AC3E}">
        <p14:creationId xmlns:p14="http://schemas.microsoft.com/office/powerpoint/2010/main" val="349467818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575532-013F-E442-B02B-138C8C6C321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34F7ADF-25C0-BB4B-A84B-835122B3247B}"/>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5392FA4-B03F-9646-A683-C3997CD636CF}"/>
              </a:ext>
            </a:extLst>
          </p:cNvPr>
          <p:cNvSpPr>
            <a:spLocks noGrp="1"/>
          </p:cNvSpPr>
          <p:nvPr>
            <p:ph type="dt" sz="half" idx="10"/>
          </p:nvPr>
        </p:nvSpPr>
        <p:spPr/>
        <p:txBody>
          <a:bodyPr/>
          <a:lstStyle/>
          <a:p>
            <a:fld id="{1DEA71DD-1F9B-4F4B-8639-DE801CA4B650}" type="datetimeFigureOut">
              <a:rPr lang="en-US" smtClean="0"/>
              <a:t>1/12/26</a:t>
            </a:fld>
            <a:endParaRPr lang="en-US"/>
          </a:p>
        </p:txBody>
      </p:sp>
      <p:sp>
        <p:nvSpPr>
          <p:cNvPr id="5" name="Footer Placeholder 4">
            <a:extLst>
              <a:ext uri="{FF2B5EF4-FFF2-40B4-BE49-F238E27FC236}">
                <a16:creationId xmlns:a16="http://schemas.microsoft.com/office/drawing/2014/main" id="{70C7FAFF-2042-5243-87BC-19EB931E63B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7C36A7-7F8A-A64D-AC0F-78F53C5EECAD}"/>
              </a:ext>
            </a:extLst>
          </p:cNvPr>
          <p:cNvSpPr>
            <a:spLocks noGrp="1"/>
          </p:cNvSpPr>
          <p:nvPr>
            <p:ph type="sldNum" sz="quarter" idx="12"/>
          </p:nvPr>
        </p:nvSpPr>
        <p:spPr/>
        <p:txBody>
          <a:bodyPr/>
          <a:lstStyle/>
          <a:p>
            <a:fld id="{B24F6902-25B5-FB40-A618-F9E175E7B53E}" type="slidenum">
              <a:rPr lang="en-US" smtClean="0"/>
              <a:t>‹#›</a:t>
            </a:fld>
            <a:endParaRPr lang="en-US"/>
          </a:p>
        </p:txBody>
      </p:sp>
    </p:spTree>
    <p:extLst>
      <p:ext uri="{BB962C8B-B14F-4D97-AF65-F5344CB8AC3E}">
        <p14:creationId xmlns:p14="http://schemas.microsoft.com/office/powerpoint/2010/main" val="210288760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810ACA6-E33E-1545-BA8A-D53DC135DFA6}"/>
              </a:ext>
            </a:extLst>
          </p:cNvPr>
          <p:cNvSpPr>
            <a:spLocks noGrp="1"/>
          </p:cNvSpPr>
          <p:nvPr>
            <p:ph type="title" orient="vert"/>
          </p:nvPr>
        </p:nvSpPr>
        <p:spPr>
          <a:xfrm>
            <a:off x="6543675" y="273844"/>
            <a:ext cx="1971675" cy="4358879"/>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A5DE540-44EC-6D41-A8C5-B62A44252944}"/>
              </a:ext>
            </a:extLst>
          </p:cNvPr>
          <p:cNvSpPr>
            <a:spLocks noGrp="1"/>
          </p:cNvSpPr>
          <p:nvPr>
            <p:ph type="body" orient="vert" idx="1"/>
          </p:nvPr>
        </p:nvSpPr>
        <p:spPr>
          <a:xfrm>
            <a:off x="628650" y="273844"/>
            <a:ext cx="5800725" cy="435887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EA4479-F0BB-1447-BDAE-55945825BB42}"/>
              </a:ext>
            </a:extLst>
          </p:cNvPr>
          <p:cNvSpPr>
            <a:spLocks noGrp="1"/>
          </p:cNvSpPr>
          <p:nvPr>
            <p:ph type="dt" sz="half" idx="10"/>
          </p:nvPr>
        </p:nvSpPr>
        <p:spPr/>
        <p:txBody>
          <a:bodyPr/>
          <a:lstStyle/>
          <a:p>
            <a:fld id="{1DEA71DD-1F9B-4F4B-8639-DE801CA4B650}" type="datetimeFigureOut">
              <a:rPr lang="en-US" smtClean="0"/>
              <a:t>1/12/26</a:t>
            </a:fld>
            <a:endParaRPr lang="en-US"/>
          </a:p>
        </p:txBody>
      </p:sp>
      <p:sp>
        <p:nvSpPr>
          <p:cNvPr id="5" name="Footer Placeholder 4">
            <a:extLst>
              <a:ext uri="{FF2B5EF4-FFF2-40B4-BE49-F238E27FC236}">
                <a16:creationId xmlns:a16="http://schemas.microsoft.com/office/drawing/2014/main" id="{46885B61-B4B5-6448-A2F6-D00F47DA41F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B6A5D4-8783-174A-8D09-22AAF0995A58}"/>
              </a:ext>
            </a:extLst>
          </p:cNvPr>
          <p:cNvSpPr>
            <a:spLocks noGrp="1"/>
          </p:cNvSpPr>
          <p:nvPr>
            <p:ph type="sldNum" sz="quarter" idx="12"/>
          </p:nvPr>
        </p:nvSpPr>
        <p:spPr/>
        <p:txBody>
          <a:bodyPr/>
          <a:lstStyle/>
          <a:p>
            <a:fld id="{B24F6902-25B5-FB40-A618-F9E175E7B53E}" type="slidenum">
              <a:rPr lang="en-US" smtClean="0"/>
              <a:t>‹#›</a:t>
            </a:fld>
            <a:endParaRPr lang="en-US"/>
          </a:p>
        </p:txBody>
      </p:sp>
    </p:spTree>
    <p:extLst>
      <p:ext uri="{BB962C8B-B14F-4D97-AF65-F5344CB8AC3E}">
        <p14:creationId xmlns:p14="http://schemas.microsoft.com/office/powerpoint/2010/main" val="338994215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56" name="Shape 56"/>
          <p:cNvSpPr>
            <a:spLocks noGrp="1"/>
          </p:cNvSpPr>
          <p:nvPr>
            <p:ph type="title"/>
          </p:nvPr>
        </p:nvSpPr>
        <p:spPr>
          <a:prstGeom prst="rect">
            <a:avLst/>
          </a:prstGeom>
        </p:spPr>
        <p:txBody>
          <a:bodyPr/>
          <a:lstStyle/>
          <a:p>
            <a:r>
              <a:t>Title Text</a:t>
            </a:r>
          </a:p>
        </p:txBody>
      </p:sp>
      <p:sp>
        <p:nvSpPr>
          <p:cNvPr id="57" name="Shape 57"/>
          <p:cNvSpPr>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58" name="Shape 58"/>
          <p:cNvSpPr>
            <a:spLocks noGrp="1"/>
          </p:cNvSpPr>
          <p:nvPr>
            <p:ph type="sldNum" sz="quarter" idx="2"/>
          </p:nvPr>
        </p:nvSpPr>
        <p:spPr>
          <a:xfrm>
            <a:off x="4434486" y="4878958"/>
            <a:ext cx="250068" cy="248658"/>
          </a:xfrm>
          <a:prstGeom prst="rect">
            <a:avLst/>
          </a:prstGeom>
        </p:spPr>
        <p:txBody>
          <a:bodyPr/>
          <a:lstStyle/>
          <a:p>
            <a:fld id="{86CB4B4D-7CA3-9044-876B-883B54F8677D}" type="slidenum">
              <a:rPr/>
              <a:pPr/>
              <a:t>‹#›</a:t>
            </a:fld>
            <a:endParaRPr/>
          </a:p>
        </p:txBody>
      </p:sp>
    </p:spTree>
    <p:extLst>
      <p:ext uri="{BB962C8B-B14F-4D97-AF65-F5344CB8AC3E}">
        <p14:creationId xmlns:p14="http://schemas.microsoft.com/office/powerpoint/2010/main" val="459217824"/>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3" Type="http://schemas.openxmlformats.org/officeDocument/2006/relationships/slideLayout" Target="../slideLayouts/slideLayout12.xml"/><Relationship Id="rId7" Type="http://schemas.openxmlformats.org/officeDocument/2006/relationships/slideLayout" Target="../slideLayouts/slideLayout16.xml"/><Relationship Id="rId12" Type="http://schemas.openxmlformats.org/officeDocument/2006/relationships/theme" Target="../theme/theme2.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5" Type="http://schemas.openxmlformats.org/officeDocument/2006/relationships/slideLayout" Target="../slideLayouts/slideLayout14.xml"/><Relationship Id="rId10" Type="http://schemas.openxmlformats.org/officeDocument/2006/relationships/slideLayout" Target="../slideLayouts/slideLayout19.xml"/><Relationship Id="rId4" Type="http://schemas.openxmlformats.org/officeDocument/2006/relationships/slideLayout" Target="../slideLayouts/slideLayout13.xml"/><Relationship Id="rId9" Type="http://schemas.openxmlformats.org/officeDocument/2006/relationships/slideLayout" Target="../slideLayouts/slideLayout18.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8.xml"/><Relationship Id="rId13" Type="http://schemas.openxmlformats.org/officeDocument/2006/relationships/theme" Target="../theme/theme3.xml"/><Relationship Id="rId3" Type="http://schemas.openxmlformats.org/officeDocument/2006/relationships/slideLayout" Target="../slideLayouts/slideLayout23.xml"/><Relationship Id="rId7" Type="http://schemas.openxmlformats.org/officeDocument/2006/relationships/slideLayout" Target="../slideLayouts/slideLayout27.xml"/><Relationship Id="rId12" Type="http://schemas.openxmlformats.org/officeDocument/2006/relationships/slideLayout" Target="../slideLayouts/slideLayout32.xml"/><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slideLayout" Target="../slideLayouts/slideLayout31.xml"/><Relationship Id="rId5" Type="http://schemas.openxmlformats.org/officeDocument/2006/relationships/slideLayout" Target="../slideLayouts/slideLayout25.xml"/><Relationship Id="rId10" Type="http://schemas.openxmlformats.org/officeDocument/2006/relationships/slideLayout" Target="../slideLayouts/slideLayout30.xml"/><Relationship Id="rId4" Type="http://schemas.openxmlformats.org/officeDocument/2006/relationships/slideLayout" Target="../slideLayouts/slideLayout24.xml"/><Relationship Id="rId9"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6" r:id="rId6"/>
    <p:sldLayoutId id="2147483657" r:id="rId7"/>
    <p:sldLayoutId id="2147483658" r:id="rId8"/>
    <p:sldLayoutId id="2147483759"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B4CA5A1-CA88-9107-8957-01C2FF7AFD24}"/>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AF20684-593F-AFE4-85F3-597750A76F4B}"/>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801C51-15FB-F960-B5F7-BE4F5A4BE5A1}"/>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E9E37513-AE46-404A-907E-FCFA433B843C}" type="datetimeFigureOut">
              <a:rPr lang="en-US" smtClean="0"/>
              <a:t>1/12/26</a:t>
            </a:fld>
            <a:endParaRPr lang="en-US"/>
          </a:p>
        </p:txBody>
      </p:sp>
      <p:sp>
        <p:nvSpPr>
          <p:cNvPr id="5" name="Footer Placeholder 4">
            <a:extLst>
              <a:ext uri="{FF2B5EF4-FFF2-40B4-BE49-F238E27FC236}">
                <a16:creationId xmlns:a16="http://schemas.microsoft.com/office/drawing/2014/main" id="{4C3F6F67-3573-B39A-DDDC-3183314C186F}"/>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67D5445-7775-27FC-40F9-97A4AD0CB73D}"/>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B9289517-D550-D344-9344-64DFDF092C18}" type="slidenum">
              <a:rPr lang="en-US" smtClean="0"/>
              <a:t>‹#›</a:t>
            </a:fld>
            <a:endParaRPr lang="en-US"/>
          </a:p>
        </p:txBody>
      </p:sp>
    </p:spTree>
    <p:extLst>
      <p:ext uri="{BB962C8B-B14F-4D97-AF65-F5344CB8AC3E}">
        <p14:creationId xmlns:p14="http://schemas.microsoft.com/office/powerpoint/2010/main" val="1025603127"/>
      </p:ext>
    </p:extLst>
  </p:cSld>
  <p:clrMap bg1="lt1" tx1="dk1" bg2="lt2" tx2="dk2" accent1="accent1" accent2="accent2" accent3="accent3" accent4="accent4" accent5="accent5" accent6="accent6" hlink="hlink" folHlink="folHlink"/>
  <p:sldLayoutIdLst>
    <p:sldLayoutId id="2147483735" r:id="rId1"/>
    <p:sldLayoutId id="2147483736" r:id="rId2"/>
    <p:sldLayoutId id="2147483737" r:id="rId3"/>
    <p:sldLayoutId id="2147483738" r:id="rId4"/>
    <p:sldLayoutId id="2147483739" r:id="rId5"/>
    <p:sldLayoutId id="2147483740" r:id="rId6"/>
    <p:sldLayoutId id="2147483741" r:id="rId7"/>
    <p:sldLayoutId id="2147483742" r:id="rId8"/>
    <p:sldLayoutId id="2147483743" r:id="rId9"/>
    <p:sldLayoutId id="2147483744" r:id="rId10"/>
    <p:sldLayoutId id="2147483745"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2A143B7-892E-6F43-B641-5B2097B42818}"/>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F443C6D-2C3B-D149-B038-C1D71BDCD63C}"/>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2E0707-18B9-804E-8002-B9C5F8B2057B}"/>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1DEA71DD-1F9B-4F4B-8639-DE801CA4B650}" type="datetimeFigureOut">
              <a:rPr lang="en-US" smtClean="0"/>
              <a:t>1/12/26</a:t>
            </a:fld>
            <a:endParaRPr lang="en-US"/>
          </a:p>
        </p:txBody>
      </p:sp>
      <p:sp>
        <p:nvSpPr>
          <p:cNvPr id="5" name="Footer Placeholder 4">
            <a:extLst>
              <a:ext uri="{FF2B5EF4-FFF2-40B4-BE49-F238E27FC236}">
                <a16:creationId xmlns:a16="http://schemas.microsoft.com/office/drawing/2014/main" id="{37460A25-ADC3-B041-9B19-F03E3389D6DC}"/>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6565D7D-B2FA-2147-8368-89FAFF996201}"/>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B24F6902-25B5-FB40-A618-F9E175E7B53E}" type="slidenum">
              <a:rPr lang="en-US" smtClean="0"/>
              <a:t>‹#›</a:t>
            </a:fld>
            <a:endParaRPr lang="en-US"/>
          </a:p>
        </p:txBody>
      </p:sp>
    </p:spTree>
    <p:extLst>
      <p:ext uri="{BB962C8B-B14F-4D97-AF65-F5344CB8AC3E}">
        <p14:creationId xmlns:p14="http://schemas.microsoft.com/office/powerpoint/2010/main" val="3408735170"/>
      </p:ext>
    </p:extLst>
  </p:cSld>
  <p:clrMap bg1="lt1" tx1="dk1" bg2="lt2" tx2="dk2" accent1="accent1" accent2="accent2" accent3="accent3" accent4="accent4" accent5="accent5" accent6="accent6" hlink="hlink" folHlink="folHlink"/>
  <p:sldLayoutIdLst>
    <p:sldLayoutId id="2147483747" r:id="rId1"/>
    <p:sldLayoutId id="2147483748" r:id="rId2"/>
    <p:sldLayoutId id="2147483749" r:id="rId3"/>
    <p:sldLayoutId id="2147483750" r:id="rId4"/>
    <p:sldLayoutId id="2147483751" r:id="rId5"/>
    <p:sldLayoutId id="2147483752" r:id="rId6"/>
    <p:sldLayoutId id="2147483753" r:id="rId7"/>
    <p:sldLayoutId id="2147483754" r:id="rId8"/>
    <p:sldLayoutId id="2147483755" r:id="rId9"/>
    <p:sldLayoutId id="2147483756" r:id="rId10"/>
    <p:sldLayoutId id="2147483757" r:id="rId11"/>
    <p:sldLayoutId id="2147483758" r:id="rId12"/>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image" Target="../media/image2.png"/><Relationship Id="rId1" Type="http://schemas.openxmlformats.org/officeDocument/2006/relationships/slideLayout" Target="../slideLayouts/slideLayout9.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emf"/><Relationship Id="rId1" Type="http://schemas.openxmlformats.org/officeDocument/2006/relationships/slideLayout" Target="../slideLayouts/slideLayout9.xml"/><Relationship Id="rId5" Type="http://schemas.openxmlformats.org/officeDocument/2006/relationships/image" Target="../media/image6.png"/><Relationship Id="rId4" Type="http://schemas.openxmlformats.org/officeDocument/2006/relationships/customXml" Target="../ink/ink3.xml"/></Relationships>
</file>

<file path=ppt/slides/_rels/slide5.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5.emf"/><Relationship Id="rId1" Type="http://schemas.openxmlformats.org/officeDocument/2006/relationships/slideLayout" Target="../slideLayouts/slideLayout11.xml"/><Relationship Id="rId6" Type="http://schemas.openxmlformats.org/officeDocument/2006/relationships/image" Target="../media/image8.png"/><Relationship Id="rId5" Type="http://schemas.openxmlformats.org/officeDocument/2006/relationships/customXml" Target="../ink/ink4.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customXml" Target="../ink/ink5.xml"/><Relationship Id="rId2" Type="http://schemas.openxmlformats.org/officeDocument/2006/relationships/image" Target="../media/image9.emf"/><Relationship Id="rId1" Type="http://schemas.openxmlformats.org/officeDocument/2006/relationships/slideLayout" Target="../slideLayouts/slideLayout11.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customXml" Target="../ink/ink6.xml"/><Relationship Id="rId2" Type="http://schemas.openxmlformats.org/officeDocument/2006/relationships/image" Target="../media/image9.emf"/><Relationship Id="rId1" Type="http://schemas.openxmlformats.org/officeDocument/2006/relationships/slideLayout" Target="../slideLayouts/slideLayout11.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emf"/><Relationship Id="rId1" Type="http://schemas.openxmlformats.org/officeDocument/2006/relationships/slideLayout" Target="../slideLayouts/slideLayout11.xml"/><Relationship Id="rId6" Type="http://schemas.openxmlformats.org/officeDocument/2006/relationships/image" Target="../media/image15.png"/><Relationship Id="rId5" Type="http://schemas.openxmlformats.org/officeDocument/2006/relationships/customXml" Target="../ink/ink7.xml"/><Relationship Id="rId4" Type="http://schemas.openxmlformats.org/officeDocument/2006/relationships/image" Target="../media/image14.emf"/></Relationships>
</file>

<file path=ppt/slides/_rels/slide9.xml.rels><?xml version="1.0" encoding="UTF-8" standalone="yes"?>
<Relationships xmlns="http://schemas.openxmlformats.org/package/2006/relationships"><Relationship Id="rId3" Type="http://schemas.openxmlformats.org/officeDocument/2006/relationships/customXml" Target="../ink/ink8.xml"/><Relationship Id="rId2" Type="http://schemas.openxmlformats.org/officeDocument/2006/relationships/image" Target="../media/image16.emf"/><Relationship Id="rId1" Type="http://schemas.openxmlformats.org/officeDocument/2006/relationships/slideLayout" Target="../slideLayouts/slideLayout11.xml"/><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customXml" Target="../ink/ink9.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19.emf"/><Relationship Id="rId1" Type="http://schemas.openxmlformats.org/officeDocument/2006/relationships/slideLayout" Target="../slideLayouts/slideLayout11.xml"/><Relationship Id="rId5" Type="http://schemas.openxmlformats.org/officeDocument/2006/relationships/image" Target="../media/image20.png"/><Relationship Id="rId4" Type="http://schemas.openxmlformats.org/officeDocument/2006/relationships/customXml" Target="../ink/ink10.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4.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image" Target="../media/image27.jpg"/><Relationship Id="rId1" Type="http://schemas.openxmlformats.org/officeDocument/2006/relationships/slideLayout" Target="../slideLayouts/slideLayout2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6.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notesSlide" Target="../notesSlides/notesSlide2.xml"/><Relationship Id="rId1" Type="http://schemas.openxmlformats.org/officeDocument/2006/relationships/slideLayout" Target="../slideLayouts/slideLayout32.xml"/><Relationship Id="rId5" Type="http://schemas.openxmlformats.org/officeDocument/2006/relationships/image" Target="../media/image31.jpeg"/><Relationship Id="rId4" Type="http://schemas.openxmlformats.org/officeDocument/2006/relationships/image" Target="../media/image30.emf"/></Relationships>
</file>

<file path=ppt/slides/_rels/slide17.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notesSlide" Target="../notesSlides/notesSlide3.xml"/><Relationship Id="rId1" Type="http://schemas.openxmlformats.org/officeDocument/2006/relationships/slideLayout" Target="../slideLayouts/slideLayout32.xml"/><Relationship Id="rId4" Type="http://schemas.openxmlformats.org/officeDocument/2006/relationships/image" Target="../media/image30.emf"/></Relationships>
</file>

<file path=ppt/slides/_rels/slide18.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notesSlide" Target="../notesSlides/notesSlide4.xml"/><Relationship Id="rId1" Type="http://schemas.openxmlformats.org/officeDocument/2006/relationships/slideLayout" Target="../slideLayouts/slideLayout32.xml"/><Relationship Id="rId5" Type="http://schemas.openxmlformats.org/officeDocument/2006/relationships/image" Target="../media/image34.png"/><Relationship Id="rId4" Type="http://schemas.openxmlformats.org/officeDocument/2006/relationships/image" Target="../media/image33.em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20.xml.rels><?xml version="1.0" encoding="UTF-8" standalone="yes"?>
<Relationships xmlns="http://schemas.openxmlformats.org/package/2006/relationships"><Relationship Id="rId2" Type="http://schemas.openxmlformats.org/officeDocument/2006/relationships/image" Target="../media/image35.jpg"/><Relationship Id="rId1" Type="http://schemas.openxmlformats.org/officeDocument/2006/relationships/slideLayout" Target="../slideLayouts/slideLayout27.xml"/></Relationships>
</file>

<file path=ppt/slides/_rels/slide2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32.xml"/></Relationships>
</file>

<file path=ppt/slides/_rels/slide22.xml.rels><?xml version="1.0" encoding="UTF-8" standalone="yes"?>
<Relationships xmlns="http://schemas.openxmlformats.org/package/2006/relationships"><Relationship Id="rId3" Type="http://schemas.openxmlformats.org/officeDocument/2006/relationships/image" Target="../media/image39.jpg"/><Relationship Id="rId2" Type="http://schemas.openxmlformats.org/officeDocument/2006/relationships/image" Target="../media/image38.jpg"/><Relationship Id="rId1" Type="http://schemas.openxmlformats.org/officeDocument/2006/relationships/slideLayout" Target="../slideLayouts/slideLayout22.xml"/><Relationship Id="rId5" Type="http://schemas.openxmlformats.org/officeDocument/2006/relationships/image" Target="../media/image41.jpeg"/><Relationship Id="rId4" Type="http://schemas.openxmlformats.org/officeDocument/2006/relationships/image" Target="../media/image40.jpg"/></Relationships>
</file>

<file path=ppt/slides/_rels/slide2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42.jpeg"/><Relationship Id="rId1" Type="http://schemas.openxmlformats.org/officeDocument/2006/relationships/slideLayout" Target="../slideLayouts/slideLayout3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33240CB-B001-97B9-3A91-E268DE94F3A5}"/>
              </a:ext>
            </a:extLst>
          </p:cNvPr>
          <p:cNvPicPr>
            <a:picLocks noChangeAspect="1"/>
          </p:cNvPicPr>
          <p:nvPr/>
        </p:nvPicPr>
        <p:blipFill>
          <a:blip r:embed="rId2">
            <a:alphaModFix amt="20000"/>
            <a:extLst>
              <a:ext uri="{BEBA8EAE-BF5A-486C-A8C5-ECC9F3942E4B}">
                <a14:imgProps xmlns:a14="http://schemas.microsoft.com/office/drawing/2010/main">
                  <a14:imgLayer r:embed="rId3">
                    <a14:imgEffect>
                      <a14:artisticBlur radius="25"/>
                    </a14:imgEffect>
                  </a14:imgLayer>
                </a14:imgProps>
              </a:ext>
            </a:extLst>
          </a:blip>
          <a:stretch>
            <a:fillRect/>
          </a:stretch>
        </p:blipFill>
        <p:spPr>
          <a:xfrm>
            <a:off x="0" y="0"/>
            <a:ext cx="9144000" cy="5225142"/>
          </a:xfrm>
          <a:prstGeom prst="rect">
            <a:avLst/>
          </a:prstGeom>
        </p:spPr>
      </p:pic>
      <p:sp>
        <p:nvSpPr>
          <p:cNvPr id="2" name="Title 1">
            <a:extLst>
              <a:ext uri="{FF2B5EF4-FFF2-40B4-BE49-F238E27FC236}">
                <a16:creationId xmlns:a16="http://schemas.microsoft.com/office/drawing/2014/main" id="{C3463C0E-69FA-DA55-EEC9-B30BCF3BFE1E}"/>
              </a:ext>
            </a:extLst>
          </p:cNvPr>
          <p:cNvSpPr>
            <a:spLocks noGrp="1"/>
          </p:cNvSpPr>
          <p:nvPr>
            <p:ph type="title"/>
          </p:nvPr>
        </p:nvSpPr>
        <p:spPr/>
        <p:txBody>
          <a:bodyPr/>
          <a:lstStyle/>
          <a:p>
            <a:r>
              <a:rPr lang="en-US" dirty="0"/>
              <a:t>CS-224 Week 2</a:t>
            </a:r>
          </a:p>
        </p:txBody>
      </p:sp>
      <p:sp>
        <p:nvSpPr>
          <p:cNvPr id="3" name="Text Placeholder 2">
            <a:extLst>
              <a:ext uri="{FF2B5EF4-FFF2-40B4-BE49-F238E27FC236}">
                <a16:creationId xmlns:a16="http://schemas.microsoft.com/office/drawing/2014/main" id="{3C3E5B7A-7C16-B012-93D2-99B02586DCFE}"/>
              </a:ext>
            </a:extLst>
          </p:cNvPr>
          <p:cNvSpPr>
            <a:spLocks noGrp="1"/>
          </p:cNvSpPr>
          <p:nvPr>
            <p:ph type="body" idx="1"/>
          </p:nvPr>
        </p:nvSpPr>
        <p:spPr>
          <a:xfrm>
            <a:off x="311700" y="1186764"/>
            <a:ext cx="8316912" cy="3956735"/>
          </a:xfrm>
        </p:spPr>
        <p:txBody>
          <a:bodyPr/>
          <a:lstStyle/>
          <a:p>
            <a:pPr marL="114300" indent="0">
              <a:buNone/>
            </a:pPr>
            <a:r>
              <a:rPr lang="en-US" sz="2000" dirty="0">
                <a:solidFill>
                  <a:schemeClr val="tx1"/>
                </a:solidFill>
              </a:rPr>
              <a:t>Today: </a:t>
            </a:r>
            <a:r>
              <a:rPr lang="en-US" sz="2000" b="1" dirty="0">
                <a:solidFill>
                  <a:schemeClr val="tx1"/>
                </a:solidFill>
              </a:rPr>
              <a:t>Generalization in ML</a:t>
            </a:r>
          </a:p>
          <a:p>
            <a:pPr>
              <a:buFontTx/>
              <a:buChar char="-"/>
            </a:pPr>
            <a:r>
              <a:rPr lang="en-US" sz="2000" dirty="0" err="1">
                <a:solidFill>
                  <a:schemeClr val="tx1"/>
                </a:solidFill>
              </a:rPr>
              <a:t>Regularizer</a:t>
            </a:r>
            <a:r>
              <a:rPr lang="en-US" sz="2000" dirty="0">
                <a:solidFill>
                  <a:schemeClr val="tx1"/>
                </a:solidFill>
              </a:rPr>
              <a:t> for regression</a:t>
            </a:r>
          </a:p>
          <a:p>
            <a:pPr>
              <a:buFontTx/>
              <a:buChar char="-"/>
            </a:pPr>
            <a:r>
              <a:rPr lang="en-US" sz="2000" dirty="0">
                <a:solidFill>
                  <a:schemeClr val="tx1"/>
                </a:solidFill>
              </a:rPr>
              <a:t>Modern ML: transfer learning and self-supervised learning</a:t>
            </a:r>
          </a:p>
          <a:p>
            <a:pPr marL="114300" indent="0">
              <a:buNone/>
            </a:pPr>
            <a:endParaRPr lang="en-US" sz="2000" dirty="0">
              <a:solidFill>
                <a:schemeClr val="tx1"/>
              </a:solidFill>
            </a:endParaRPr>
          </a:p>
          <a:p>
            <a:pPr marL="114300" indent="0">
              <a:buNone/>
            </a:pPr>
            <a:r>
              <a:rPr lang="en-US" sz="2000" dirty="0">
                <a:solidFill>
                  <a:schemeClr val="tx1"/>
                </a:solidFill>
              </a:rPr>
              <a:t>Wednesday – Intro HW 1 plus minimal natural language processing (NLP) background</a:t>
            </a:r>
          </a:p>
          <a:p>
            <a:pPr marL="114300" indent="0">
              <a:buNone/>
            </a:pPr>
            <a:endParaRPr lang="en-US" sz="2000" dirty="0">
              <a:solidFill>
                <a:schemeClr val="tx1"/>
              </a:solidFill>
            </a:endParaRPr>
          </a:p>
          <a:p>
            <a:pPr marL="114300" indent="0">
              <a:buNone/>
            </a:pPr>
            <a:r>
              <a:rPr lang="en-US" sz="2000" dirty="0">
                <a:solidFill>
                  <a:schemeClr val="tx1"/>
                </a:solidFill>
              </a:rPr>
              <a:t>Friday (zoom only) – torch models + NLP demo (for HW 1) </a:t>
            </a:r>
          </a:p>
        </p:txBody>
      </p:sp>
    </p:spTree>
    <p:extLst>
      <p:ext uri="{BB962C8B-B14F-4D97-AF65-F5344CB8AC3E}">
        <p14:creationId xmlns:p14="http://schemas.microsoft.com/office/powerpoint/2010/main" val="30062478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EE892D4-8BA7-ADC3-22A2-F9B38726C2A8}"/>
              </a:ext>
            </a:extLst>
          </p:cNvPr>
          <p:cNvSpPr>
            <a:spLocks noGrp="1"/>
          </p:cNvSpPr>
          <p:nvPr>
            <p:ph type="body" idx="1"/>
          </p:nvPr>
        </p:nvSpPr>
        <p:spPr/>
        <p:txBody>
          <a:bodyPr/>
          <a:lstStyle/>
          <a:p>
            <a:endParaRPr lang="en-US" dirty="0"/>
          </a:p>
        </p:txBody>
      </p:sp>
      <p:pic>
        <p:nvPicPr>
          <p:cNvPr id="4" name="Picture 3">
            <a:extLst>
              <a:ext uri="{FF2B5EF4-FFF2-40B4-BE49-F238E27FC236}">
                <a16:creationId xmlns:a16="http://schemas.microsoft.com/office/drawing/2014/main" id="{4256C40A-5C86-CBBF-C16A-33DBB263CBF9}"/>
              </a:ext>
            </a:extLst>
          </p:cNvPr>
          <p:cNvPicPr>
            <a:picLocks noChangeAspect="1"/>
          </p:cNvPicPr>
          <p:nvPr/>
        </p:nvPicPr>
        <p:blipFill>
          <a:blip r:embed="rId2"/>
          <a:stretch>
            <a:fillRect/>
          </a:stretch>
        </p:blipFill>
        <p:spPr>
          <a:xfrm>
            <a:off x="157258" y="1207427"/>
            <a:ext cx="8829483" cy="2728645"/>
          </a:xfrm>
          <a:prstGeom prst="rect">
            <a:avLst/>
          </a:prstGeom>
        </p:spPr>
      </p:pic>
      <p:sp>
        <p:nvSpPr>
          <p:cNvPr id="5" name="TextBox 4">
            <a:extLst>
              <a:ext uri="{FF2B5EF4-FFF2-40B4-BE49-F238E27FC236}">
                <a16:creationId xmlns:a16="http://schemas.microsoft.com/office/drawing/2014/main" id="{7C3E99A6-FAE9-92D0-12C2-8BE103C8AC24}"/>
              </a:ext>
            </a:extLst>
          </p:cNvPr>
          <p:cNvSpPr txBox="1"/>
          <p:nvPr/>
        </p:nvSpPr>
        <p:spPr>
          <a:xfrm>
            <a:off x="2235200" y="3809212"/>
            <a:ext cx="364202" cy="523220"/>
          </a:xfrm>
          <a:prstGeom prst="rect">
            <a:avLst/>
          </a:prstGeom>
          <a:noFill/>
        </p:spPr>
        <p:txBody>
          <a:bodyPr wrap="none" rtlCol="0">
            <a:spAutoFit/>
          </a:bodyPr>
          <a:lstStyle/>
          <a:p>
            <a:r>
              <a:rPr lang="en-US" sz="2800" dirty="0"/>
              <a:t>x</a:t>
            </a:r>
          </a:p>
        </p:txBody>
      </p:sp>
      <p:sp>
        <p:nvSpPr>
          <p:cNvPr id="6" name="TextBox 5">
            <a:extLst>
              <a:ext uri="{FF2B5EF4-FFF2-40B4-BE49-F238E27FC236}">
                <a16:creationId xmlns:a16="http://schemas.microsoft.com/office/drawing/2014/main" id="{65789164-E902-3C0B-06FE-5DEE93F1BDA4}"/>
              </a:ext>
            </a:extLst>
          </p:cNvPr>
          <p:cNvSpPr txBox="1"/>
          <p:nvPr/>
        </p:nvSpPr>
        <p:spPr>
          <a:xfrm>
            <a:off x="-24843" y="2134728"/>
            <a:ext cx="364202" cy="523220"/>
          </a:xfrm>
          <a:prstGeom prst="rect">
            <a:avLst/>
          </a:prstGeom>
          <a:noFill/>
        </p:spPr>
        <p:txBody>
          <a:bodyPr wrap="none" rtlCol="0">
            <a:spAutoFit/>
          </a:bodyPr>
          <a:lstStyle/>
          <a:p>
            <a:r>
              <a:rPr lang="en-US" sz="2800" dirty="0"/>
              <a:t>y</a:t>
            </a:r>
          </a:p>
        </p:txBody>
      </p:sp>
      <p:sp>
        <p:nvSpPr>
          <p:cNvPr id="7" name="TextBox 6">
            <a:extLst>
              <a:ext uri="{FF2B5EF4-FFF2-40B4-BE49-F238E27FC236}">
                <a16:creationId xmlns:a16="http://schemas.microsoft.com/office/drawing/2014/main" id="{675B608C-B636-80C4-EA1B-2108C437035B}"/>
              </a:ext>
            </a:extLst>
          </p:cNvPr>
          <p:cNvSpPr txBox="1"/>
          <p:nvPr/>
        </p:nvSpPr>
        <p:spPr>
          <a:xfrm>
            <a:off x="6726699" y="3729253"/>
            <a:ext cx="364202" cy="523220"/>
          </a:xfrm>
          <a:prstGeom prst="rect">
            <a:avLst/>
          </a:prstGeom>
          <a:noFill/>
        </p:spPr>
        <p:txBody>
          <a:bodyPr wrap="none" rtlCol="0">
            <a:spAutoFit/>
          </a:bodyPr>
          <a:lstStyle/>
          <a:p>
            <a:r>
              <a:rPr lang="en-US" sz="2800" dirty="0"/>
              <a:t>x</a:t>
            </a:r>
          </a:p>
        </p:txBody>
      </p:sp>
      <p:sp>
        <p:nvSpPr>
          <p:cNvPr id="10" name="Title 9">
            <a:extLst>
              <a:ext uri="{FF2B5EF4-FFF2-40B4-BE49-F238E27FC236}">
                <a16:creationId xmlns:a16="http://schemas.microsoft.com/office/drawing/2014/main" id="{4A07FB3D-AE72-DC8F-ACA8-36F9BFC5CF8A}"/>
              </a:ext>
            </a:extLst>
          </p:cNvPr>
          <p:cNvSpPr>
            <a:spLocks noGrp="1"/>
          </p:cNvSpPr>
          <p:nvPr>
            <p:ph type="title"/>
          </p:nvPr>
        </p:nvSpPr>
        <p:spPr/>
        <p:txBody>
          <a:bodyPr/>
          <a:lstStyle/>
          <a:p>
            <a:r>
              <a:rPr lang="en-US" dirty="0"/>
              <a:t>Overfitting on </a:t>
            </a:r>
            <a:r>
              <a:rPr lang="en-US" dirty="0">
                <a:solidFill>
                  <a:srgbClr val="00B050"/>
                </a:solidFill>
              </a:rPr>
              <a:t>training data</a:t>
            </a:r>
            <a:r>
              <a:rPr lang="en-US" dirty="0"/>
              <a:t>?</a:t>
            </a: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4435984A-5E54-0C51-D935-92B8994449FC}"/>
                  </a:ext>
                </a:extLst>
              </p14:cNvPr>
              <p14:cNvContentPartPr/>
              <p14:nvPr/>
            </p14:nvContentPartPr>
            <p14:xfrm>
              <a:off x="4814280" y="2008440"/>
              <a:ext cx="2694600" cy="1342800"/>
            </p14:xfrm>
          </p:contentPart>
        </mc:Choice>
        <mc:Fallback>
          <p:pic>
            <p:nvPicPr>
              <p:cNvPr id="2" name="Ink 1">
                <a:extLst>
                  <a:ext uri="{FF2B5EF4-FFF2-40B4-BE49-F238E27FC236}">
                    <a16:creationId xmlns:a16="http://schemas.microsoft.com/office/drawing/2014/main" id="{4435984A-5E54-0C51-D935-92B8994449FC}"/>
                  </a:ext>
                </a:extLst>
              </p:cNvPr>
              <p:cNvPicPr/>
              <p:nvPr/>
            </p:nvPicPr>
            <p:blipFill>
              <a:blip r:embed="rId4"/>
              <a:stretch>
                <a:fillRect/>
              </a:stretch>
            </p:blipFill>
            <p:spPr>
              <a:xfrm>
                <a:off x="4804920" y="1999080"/>
                <a:ext cx="2713320" cy="1361520"/>
              </a:xfrm>
              <a:prstGeom prst="rect">
                <a:avLst/>
              </a:prstGeom>
            </p:spPr>
          </p:pic>
        </mc:Fallback>
      </mc:AlternateContent>
    </p:spTree>
    <p:extLst>
      <p:ext uri="{BB962C8B-B14F-4D97-AF65-F5344CB8AC3E}">
        <p14:creationId xmlns:p14="http://schemas.microsoft.com/office/powerpoint/2010/main" val="3162387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Box 17">
            <a:extLst>
              <a:ext uri="{FF2B5EF4-FFF2-40B4-BE49-F238E27FC236}">
                <a16:creationId xmlns:a16="http://schemas.microsoft.com/office/drawing/2014/main" id="{E4E12037-04C1-4268-0655-662527C3A702}"/>
              </a:ext>
            </a:extLst>
          </p:cNvPr>
          <p:cNvSpPr txBox="1"/>
          <p:nvPr/>
        </p:nvSpPr>
        <p:spPr>
          <a:xfrm>
            <a:off x="1324930" y="4533118"/>
            <a:ext cx="2454518" cy="400110"/>
          </a:xfrm>
          <a:prstGeom prst="rect">
            <a:avLst/>
          </a:prstGeom>
          <a:noFill/>
        </p:spPr>
        <p:txBody>
          <a:bodyPr wrap="none" rtlCol="0">
            <a:spAutoFit/>
          </a:bodyPr>
          <a:lstStyle/>
          <a:p>
            <a:r>
              <a:rPr lang="en-US" sz="2000" dirty="0" err="1">
                <a:solidFill>
                  <a:srgbClr val="00B050"/>
                </a:solidFill>
              </a:rPr>
              <a:t>L</a:t>
            </a:r>
            <a:r>
              <a:rPr lang="en-US" sz="2000" baseline="-25000" dirty="0" err="1">
                <a:solidFill>
                  <a:srgbClr val="00B050"/>
                </a:solidFill>
              </a:rPr>
              <a:t>train</a:t>
            </a:r>
            <a:r>
              <a:rPr lang="en-US" sz="2000" dirty="0"/>
              <a:t> = 0.5  </a:t>
            </a:r>
            <a:r>
              <a:rPr lang="en-US" sz="2000" dirty="0" err="1">
                <a:solidFill>
                  <a:srgbClr val="C00000"/>
                </a:solidFill>
              </a:rPr>
              <a:t>L</a:t>
            </a:r>
            <a:r>
              <a:rPr lang="en-US" sz="2000" baseline="-25000" dirty="0" err="1">
                <a:solidFill>
                  <a:srgbClr val="C00000"/>
                </a:solidFill>
              </a:rPr>
              <a:t>val</a:t>
            </a:r>
            <a:r>
              <a:rPr lang="en-US" sz="2000" dirty="0">
                <a:solidFill>
                  <a:schemeClr val="tx1"/>
                </a:solidFill>
              </a:rPr>
              <a:t> = 0.5</a:t>
            </a:r>
          </a:p>
        </p:txBody>
      </p:sp>
      <p:sp>
        <p:nvSpPr>
          <p:cNvPr id="19" name="TextBox 18">
            <a:extLst>
              <a:ext uri="{FF2B5EF4-FFF2-40B4-BE49-F238E27FC236}">
                <a16:creationId xmlns:a16="http://schemas.microsoft.com/office/drawing/2014/main" id="{A2FC3A98-7274-325C-05C8-FB87C36DA5A6}"/>
              </a:ext>
            </a:extLst>
          </p:cNvPr>
          <p:cNvSpPr txBox="1"/>
          <p:nvPr/>
        </p:nvSpPr>
        <p:spPr>
          <a:xfrm>
            <a:off x="5778561" y="4533118"/>
            <a:ext cx="2610010" cy="400110"/>
          </a:xfrm>
          <a:prstGeom prst="rect">
            <a:avLst/>
          </a:prstGeom>
          <a:noFill/>
        </p:spPr>
        <p:txBody>
          <a:bodyPr wrap="none" rtlCol="0">
            <a:spAutoFit/>
          </a:bodyPr>
          <a:lstStyle/>
          <a:p>
            <a:r>
              <a:rPr lang="en-US" sz="2000" dirty="0" err="1">
                <a:solidFill>
                  <a:srgbClr val="00B050"/>
                </a:solidFill>
              </a:rPr>
              <a:t>L</a:t>
            </a:r>
            <a:r>
              <a:rPr lang="en-US" sz="2000" baseline="-25000" dirty="0" err="1">
                <a:solidFill>
                  <a:srgbClr val="00B050"/>
                </a:solidFill>
              </a:rPr>
              <a:t>train</a:t>
            </a:r>
            <a:r>
              <a:rPr lang="en-US" sz="2000" dirty="0"/>
              <a:t> = 0 &lt;&lt;  </a:t>
            </a:r>
            <a:r>
              <a:rPr lang="en-US" sz="2000" dirty="0" err="1">
                <a:solidFill>
                  <a:srgbClr val="C00000"/>
                </a:solidFill>
              </a:rPr>
              <a:t>L</a:t>
            </a:r>
            <a:r>
              <a:rPr lang="en-US" sz="2000" baseline="-25000" dirty="0" err="1">
                <a:solidFill>
                  <a:srgbClr val="C00000"/>
                </a:solidFill>
              </a:rPr>
              <a:t>val</a:t>
            </a:r>
            <a:r>
              <a:rPr lang="en-US" sz="2000" dirty="0">
                <a:solidFill>
                  <a:schemeClr val="tx1"/>
                </a:solidFill>
              </a:rPr>
              <a:t> = 1.5</a:t>
            </a:r>
          </a:p>
        </p:txBody>
      </p:sp>
      <p:pic>
        <p:nvPicPr>
          <p:cNvPr id="25" name="Picture 24">
            <a:extLst>
              <a:ext uri="{FF2B5EF4-FFF2-40B4-BE49-F238E27FC236}">
                <a16:creationId xmlns:a16="http://schemas.microsoft.com/office/drawing/2014/main" id="{ABC6E86F-1D73-932A-91EB-5A60FD24814F}"/>
              </a:ext>
            </a:extLst>
          </p:cNvPr>
          <p:cNvPicPr>
            <a:picLocks noChangeAspect="1"/>
          </p:cNvPicPr>
          <p:nvPr/>
        </p:nvPicPr>
        <p:blipFill>
          <a:blip r:embed="rId2"/>
          <a:stretch>
            <a:fillRect/>
          </a:stretch>
        </p:blipFill>
        <p:spPr>
          <a:xfrm>
            <a:off x="157258" y="1207427"/>
            <a:ext cx="8829483" cy="2728645"/>
          </a:xfrm>
          <a:prstGeom prst="rect">
            <a:avLst/>
          </a:prstGeom>
        </p:spPr>
      </p:pic>
      <p:sp>
        <p:nvSpPr>
          <p:cNvPr id="26" name="TextBox 25">
            <a:extLst>
              <a:ext uri="{FF2B5EF4-FFF2-40B4-BE49-F238E27FC236}">
                <a16:creationId xmlns:a16="http://schemas.microsoft.com/office/drawing/2014/main" id="{D61002A0-C7E9-1B6B-2261-CF225A798F36}"/>
              </a:ext>
            </a:extLst>
          </p:cNvPr>
          <p:cNvSpPr txBox="1"/>
          <p:nvPr/>
        </p:nvSpPr>
        <p:spPr>
          <a:xfrm>
            <a:off x="2235200" y="3809212"/>
            <a:ext cx="364202" cy="523220"/>
          </a:xfrm>
          <a:prstGeom prst="rect">
            <a:avLst/>
          </a:prstGeom>
          <a:noFill/>
        </p:spPr>
        <p:txBody>
          <a:bodyPr wrap="none" rtlCol="0">
            <a:spAutoFit/>
          </a:bodyPr>
          <a:lstStyle/>
          <a:p>
            <a:r>
              <a:rPr lang="en-US" sz="2800" dirty="0"/>
              <a:t>x</a:t>
            </a:r>
          </a:p>
        </p:txBody>
      </p:sp>
      <p:sp>
        <p:nvSpPr>
          <p:cNvPr id="27" name="TextBox 26">
            <a:extLst>
              <a:ext uri="{FF2B5EF4-FFF2-40B4-BE49-F238E27FC236}">
                <a16:creationId xmlns:a16="http://schemas.microsoft.com/office/drawing/2014/main" id="{52E9C1B6-A7C6-4FD8-BDB0-E01362F2ABFF}"/>
              </a:ext>
            </a:extLst>
          </p:cNvPr>
          <p:cNvSpPr txBox="1"/>
          <p:nvPr/>
        </p:nvSpPr>
        <p:spPr>
          <a:xfrm>
            <a:off x="-24843" y="2134728"/>
            <a:ext cx="364202" cy="523220"/>
          </a:xfrm>
          <a:prstGeom prst="rect">
            <a:avLst/>
          </a:prstGeom>
          <a:noFill/>
        </p:spPr>
        <p:txBody>
          <a:bodyPr wrap="none" rtlCol="0">
            <a:spAutoFit/>
          </a:bodyPr>
          <a:lstStyle/>
          <a:p>
            <a:r>
              <a:rPr lang="en-US" sz="2800" dirty="0"/>
              <a:t>y</a:t>
            </a:r>
          </a:p>
        </p:txBody>
      </p:sp>
      <p:sp>
        <p:nvSpPr>
          <p:cNvPr id="28" name="TextBox 27">
            <a:extLst>
              <a:ext uri="{FF2B5EF4-FFF2-40B4-BE49-F238E27FC236}">
                <a16:creationId xmlns:a16="http://schemas.microsoft.com/office/drawing/2014/main" id="{90A466E7-42D0-A8F6-44D9-7C9073B94C81}"/>
              </a:ext>
            </a:extLst>
          </p:cNvPr>
          <p:cNvSpPr txBox="1"/>
          <p:nvPr/>
        </p:nvSpPr>
        <p:spPr>
          <a:xfrm>
            <a:off x="6726699" y="3729253"/>
            <a:ext cx="364202" cy="523220"/>
          </a:xfrm>
          <a:prstGeom prst="rect">
            <a:avLst/>
          </a:prstGeom>
          <a:noFill/>
        </p:spPr>
        <p:txBody>
          <a:bodyPr wrap="none" rtlCol="0">
            <a:spAutoFit/>
          </a:bodyPr>
          <a:lstStyle/>
          <a:p>
            <a:r>
              <a:rPr lang="en-US" sz="2800" dirty="0"/>
              <a:t>x</a:t>
            </a:r>
          </a:p>
        </p:txBody>
      </p:sp>
      <p:grpSp>
        <p:nvGrpSpPr>
          <p:cNvPr id="36" name="Group 35">
            <a:extLst>
              <a:ext uri="{FF2B5EF4-FFF2-40B4-BE49-F238E27FC236}">
                <a16:creationId xmlns:a16="http://schemas.microsoft.com/office/drawing/2014/main" id="{E9F022E0-A594-7F9F-02B4-3F0210CDEF62}"/>
              </a:ext>
            </a:extLst>
          </p:cNvPr>
          <p:cNvGrpSpPr/>
          <p:nvPr/>
        </p:nvGrpSpPr>
        <p:grpSpPr>
          <a:xfrm>
            <a:off x="748507" y="1648353"/>
            <a:ext cx="7210809" cy="1701580"/>
            <a:chOff x="748507" y="1648353"/>
            <a:chExt cx="7210809" cy="1701580"/>
          </a:xfrm>
        </p:grpSpPr>
        <p:sp>
          <p:nvSpPr>
            <p:cNvPr id="6" name="Oval 5">
              <a:extLst>
                <a:ext uri="{FF2B5EF4-FFF2-40B4-BE49-F238E27FC236}">
                  <a16:creationId xmlns:a16="http://schemas.microsoft.com/office/drawing/2014/main" id="{E9AAEF9D-3F63-6187-A709-A5E47D2768A4}"/>
                </a:ext>
              </a:extLst>
            </p:cNvPr>
            <p:cNvSpPr>
              <a:spLocks noChangeAspect="1"/>
            </p:cNvSpPr>
            <p:nvPr/>
          </p:nvSpPr>
          <p:spPr>
            <a:xfrm>
              <a:off x="3049119" y="2396338"/>
              <a:ext cx="129794" cy="128902"/>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0296EA49-6956-7C5F-9716-A1BC34B0619C}"/>
                </a:ext>
              </a:extLst>
            </p:cNvPr>
            <p:cNvSpPr>
              <a:spLocks noChangeAspect="1"/>
            </p:cNvSpPr>
            <p:nvPr/>
          </p:nvSpPr>
          <p:spPr>
            <a:xfrm>
              <a:off x="2213154" y="2126804"/>
              <a:ext cx="129794" cy="128902"/>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B1B4B7EB-9764-DDF2-3CB2-F2FFCB0E27C7}"/>
                </a:ext>
              </a:extLst>
            </p:cNvPr>
            <p:cNvSpPr>
              <a:spLocks noChangeAspect="1"/>
            </p:cNvSpPr>
            <p:nvPr/>
          </p:nvSpPr>
          <p:spPr>
            <a:xfrm>
              <a:off x="3321022" y="1661053"/>
              <a:ext cx="129794" cy="128902"/>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Oval 8">
              <a:extLst>
                <a:ext uri="{FF2B5EF4-FFF2-40B4-BE49-F238E27FC236}">
                  <a16:creationId xmlns:a16="http://schemas.microsoft.com/office/drawing/2014/main" id="{772A20E9-AFBB-06FA-BA8D-A257C8FEEDA3}"/>
                </a:ext>
              </a:extLst>
            </p:cNvPr>
            <p:cNvSpPr>
              <a:spLocks noChangeAspect="1"/>
            </p:cNvSpPr>
            <p:nvPr/>
          </p:nvSpPr>
          <p:spPr>
            <a:xfrm>
              <a:off x="748507" y="2941851"/>
              <a:ext cx="129794" cy="128902"/>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FD3F439A-1026-400A-79A1-19447BDFFBF7}"/>
                </a:ext>
              </a:extLst>
            </p:cNvPr>
            <p:cNvSpPr>
              <a:spLocks noChangeAspect="1"/>
            </p:cNvSpPr>
            <p:nvPr/>
          </p:nvSpPr>
          <p:spPr>
            <a:xfrm>
              <a:off x="1537203" y="3221031"/>
              <a:ext cx="129794" cy="128902"/>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EA35A404-4921-6D0B-3474-16BAAD27CB21}"/>
                </a:ext>
              </a:extLst>
            </p:cNvPr>
            <p:cNvSpPr>
              <a:spLocks noChangeAspect="1"/>
            </p:cNvSpPr>
            <p:nvPr/>
          </p:nvSpPr>
          <p:spPr>
            <a:xfrm>
              <a:off x="1551577" y="2525556"/>
              <a:ext cx="129794" cy="128902"/>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Oval 28">
              <a:extLst>
                <a:ext uri="{FF2B5EF4-FFF2-40B4-BE49-F238E27FC236}">
                  <a16:creationId xmlns:a16="http://schemas.microsoft.com/office/drawing/2014/main" id="{54F0658B-2CAF-D653-63C6-651CFB465563}"/>
                </a:ext>
              </a:extLst>
            </p:cNvPr>
            <p:cNvSpPr>
              <a:spLocks noChangeAspect="1"/>
            </p:cNvSpPr>
            <p:nvPr/>
          </p:nvSpPr>
          <p:spPr>
            <a:xfrm>
              <a:off x="7557619" y="2383638"/>
              <a:ext cx="129794" cy="128902"/>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Oval 29">
              <a:extLst>
                <a:ext uri="{FF2B5EF4-FFF2-40B4-BE49-F238E27FC236}">
                  <a16:creationId xmlns:a16="http://schemas.microsoft.com/office/drawing/2014/main" id="{A55ECAD4-50C0-20B7-7FA9-0FBF4DA8E779}"/>
                </a:ext>
              </a:extLst>
            </p:cNvPr>
            <p:cNvSpPr>
              <a:spLocks noChangeAspect="1"/>
            </p:cNvSpPr>
            <p:nvPr/>
          </p:nvSpPr>
          <p:spPr>
            <a:xfrm>
              <a:off x="6721654" y="2114104"/>
              <a:ext cx="129794" cy="128902"/>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Oval 30">
              <a:extLst>
                <a:ext uri="{FF2B5EF4-FFF2-40B4-BE49-F238E27FC236}">
                  <a16:creationId xmlns:a16="http://schemas.microsoft.com/office/drawing/2014/main" id="{9B7A0DE6-BECC-38CC-EFD4-8938746A4432}"/>
                </a:ext>
              </a:extLst>
            </p:cNvPr>
            <p:cNvSpPr>
              <a:spLocks noChangeAspect="1"/>
            </p:cNvSpPr>
            <p:nvPr/>
          </p:nvSpPr>
          <p:spPr>
            <a:xfrm>
              <a:off x="7829522" y="1648353"/>
              <a:ext cx="129794" cy="128902"/>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Oval 31">
              <a:extLst>
                <a:ext uri="{FF2B5EF4-FFF2-40B4-BE49-F238E27FC236}">
                  <a16:creationId xmlns:a16="http://schemas.microsoft.com/office/drawing/2014/main" id="{68EAF1A6-DFFB-7A5A-4ECE-BE7FB10C7392}"/>
                </a:ext>
              </a:extLst>
            </p:cNvPr>
            <p:cNvSpPr>
              <a:spLocks noChangeAspect="1"/>
            </p:cNvSpPr>
            <p:nvPr/>
          </p:nvSpPr>
          <p:spPr>
            <a:xfrm>
              <a:off x="5257007" y="2929151"/>
              <a:ext cx="129794" cy="128902"/>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Oval 32">
              <a:extLst>
                <a:ext uri="{FF2B5EF4-FFF2-40B4-BE49-F238E27FC236}">
                  <a16:creationId xmlns:a16="http://schemas.microsoft.com/office/drawing/2014/main" id="{A4EFF0A2-1334-6638-D98B-9A8CEACF3CB3}"/>
                </a:ext>
              </a:extLst>
            </p:cNvPr>
            <p:cNvSpPr>
              <a:spLocks noChangeAspect="1"/>
            </p:cNvSpPr>
            <p:nvPr/>
          </p:nvSpPr>
          <p:spPr>
            <a:xfrm>
              <a:off x="6045703" y="3208331"/>
              <a:ext cx="129794" cy="128902"/>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Oval 33">
              <a:extLst>
                <a:ext uri="{FF2B5EF4-FFF2-40B4-BE49-F238E27FC236}">
                  <a16:creationId xmlns:a16="http://schemas.microsoft.com/office/drawing/2014/main" id="{10E31225-2DB8-7E35-519A-C861D6DA0DE8}"/>
                </a:ext>
              </a:extLst>
            </p:cNvPr>
            <p:cNvSpPr>
              <a:spLocks noChangeAspect="1"/>
            </p:cNvSpPr>
            <p:nvPr/>
          </p:nvSpPr>
          <p:spPr>
            <a:xfrm>
              <a:off x="6060077" y="2512856"/>
              <a:ext cx="129794" cy="128902"/>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7" name="Title 36">
            <a:extLst>
              <a:ext uri="{FF2B5EF4-FFF2-40B4-BE49-F238E27FC236}">
                <a16:creationId xmlns:a16="http://schemas.microsoft.com/office/drawing/2014/main" id="{2DE82921-1B0A-5CE9-F1FD-3EED99B87612}"/>
              </a:ext>
            </a:extLst>
          </p:cNvPr>
          <p:cNvSpPr>
            <a:spLocks noGrp="1"/>
          </p:cNvSpPr>
          <p:nvPr>
            <p:ph type="title"/>
          </p:nvPr>
        </p:nvSpPr>
        <p:spPr/>
        <p:txBody>
          <a:bodyPr/>
          <a:lstStyle/>
          <a:p>
            <a:r>
              <a:rPr lang="en-US" dirty="0"/>
              <a:t>Error on “held out” </a:t>
            </a:r>
            <a:r>
              <a:rPr lang="en-US" dirty="0">
                <a:solidFill>
                  <a:srgbClr val="C00000"/>
                </a:solidFill>
              </a:rPr>
              <a:t>validation/test</a:t>
            </a:r>
            <a:r>
              <a:rPr lang="en-US" dirty="0"/>
              <a:t> data?</a:t>
            </a:r>
          </a:p>
        </p:txBody>
      </p:sp>
      <p:sp>
        <p:nvSpPr>
          <p:cNvPr id="38" name="Content Placeholder 37">
            <a:extLst>
              <a:ext uri="{FF2B5EF4-FFF2-40B4-BE49-F238E27FC236}">
                <a16:creationId xmlns:a16="http://schemas.microsoft.com/office/drawing/2014/main" id="{A428BED7-CB9C-3A5E-0E09-CC6C407E7BDB}"/>
              </a:ext>
            </a:extLst>
          </p:cNvPr>
          <p:cNvSpPr>
            <a:spLocks noGrp="1"/>
          </p:cNvSpPr>
          <p:nvPr>
            <p:ph idx="1"/>
          </p:nvPr>
        </p:nvSpPr>
        <p:spPr/>
        <p:txBody>
          <a:bodyPr/>
          <a:lstStyle/>
          <a:p>
            <a:endParaRPr lang="en-US"/>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5FA75E33-72D1-4F47-1E2C-4BCB444277F6}"/>
                  </a:ext>
                </a:extLst>
              </p14:cNvPr>
              <p14:cNvContentPartPr/>
              <p14:nvPr/>
            </p14:nvContentPartPr>
            <p14:xfrm>
              <a:off x="749520" y="2190960"/>
              <a:ext cx="7322760" cy="2933640"/>
            </p14:xfrm>
          </p:contentPart>
        </mc:Choice>
        <mc:Fallback>
          <p:pic>
            <p:nvPicPr>
              <p:cNvPr id="2" name="Ink 1">
                <a:extLst>
                  <a:ext uri="{FF2B5EF4-FFF2-40B4-BE49-F238E27FC236}">
                    <a16:creationId xmlns:a16="http://schemas.microsoft.com/office/drawing/2014/main" id="{5FA75E33-72D1-4F47-1E2C-4BCB444277F6}"/>
                  </a:ext>
                </a:extLst>
              </p:cNvPr>
              <p:cNvPicPr/>
              <p:nvPr/>
            </p:nvPicPr>
            <p:blipFill>
              <a:blip r:embed="rId4"/>
              <a:stretch>
                <a:fillRect/>
              </a:stretch>
            </p:blipFill>
            <p:spPr>
              <a:xfrm>
                <a:off x="740160" y="2181600"/>
                <a:ext cx="7341480" cy="2952360"/>
              </a:xfrm>
              <a:prstGeom prst="rect">
                <a:avLst/>
              </a:prstGeom>
            </p:spPr>
          </p:pic>
        </mc:Fallback>
      </mc:AlternateContent>
    </p:spTree>
    <p:extLst>
      <p:ext uri="{BB962C8B-B14F-4D97-AF65-F5344CB8AC3E}">
        <p14:creationId xmlns:p14="http://schemas.microsoft.com/office/powerpoint/2010/main" val="18122381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AFC147-9DD8-BD54-E4A7-018AC039FA4A}"/>
              </a:ext>
            </a:extLst>
          </p:cNvPr>
          <p:cNvSpPr>
            <a:spLocks noGrp="1"/>
          </p:cNvSpPr>
          <p:nvPr>
            <p:ph type="title"/>
          </p:nvPr>
        </p:nvSpPr>
        <p:spPr/>
        <p:txBody>
          <a:bodyPr/>
          <a:lstStyle/>
          <a:p>
            <a:r>
              <a:rPr lang="en-US" dirty="0"/>
              <a:t>Regularization</a:t>
            </a:r>
          </a:p>
        </p:txBody>
      </p:sp>
      <p:sp>
        <p:nvSpPr>
          <p:cNvPr id="3" name="Content Placeholder 2">
            <a:extLst>
              <a:ext uri="{FF2B5EF4-FFF2-40B4-BE49-F238E27FC236}">
                <a16:creationId xmlns:a16="http://schemas.microsoft.com/office/drawing/2014/main" id="{4E44273C-6746-2F42-E0FF-C239214519D9}"/>
              </a:ext>
            </a:extLst>
          </p:cNvPr>
          <p:cNvSpPr>
            <a:spLocks noGrp="1"/>
          </p:cNvSpPr>
          <p:nvPr>
            <p:ph idx="1"/>
          </p:nvPr>
        </p:nvSpPr>
        <p:spPr>
          <a:xfrm>
            <a:off x="628650" y="1719028"/>
            <a:ext cx="7886700" cy="3263504"/>
          </a:xfrm>
        </p:spPr>
        <p:txBody>
          <a:bodyPr/>
          <a:lstStyle/>
          <a:p>
            <a:r>
              <a:rPr lang="en-US" dirty="0"/>
              <a:t>Why a generalization gap between training and test data?</a:t>
            </a:r>
          </a:p>
          <a:p>
            <a:pPr lvl="1">
              <a:lnSpc>
                <a:spcPct val="100000"/>
              </a:lnSpc>
            </a:pPr>
            <a:r>
              <a:rPr lang="en-US" dirty="0"/>
              <a:t>Overfitting (model matches noise in training data)</a:t>
            </a:r>
          </a:p>
          <a:p>
            <a:pPr lvl="1">
              <a:lnSpc>
                <a:spcPct val="100000"/>
              </a:lnSpc>
            </a:pPr>
            <a:r>
              <a:rPr lang="en-US" dirty="0"/>
              <a:t>Model unconstrained in areas where there are no training examples</a:t>
            </a:r>
          </a:p>
          <a:p>
            <a:pPr lvl="1">
              <a:lnSpc>
                <a:spcPct val="100000"/>
              </a:lnSpc>
            </a:pPr>
            <a:endParaRPr lang="en-US" dirty="0"/>
          </a:p>
          <a:p>
            <a:r>
              <a:rPr lang="en-US" dirty="0">
                <a:solidFill>
                  <a:srgbClr val="D18362"/>
                </a:solidFill>
              </a:rPr>
              <a:t>Regularization </a:t>
            </a:r>
            <a:r>
              <a:rPr lang="en-US" dirty="0"/>
              <a:t>= any method to reduce the generalization gap</a:t>
            </a:r>
          </a:p>
          <a:p>
            <a:r>
              <a:rPr lang="en-US" i="1" dirty="0"/>
              <a:t>Usually</a:t>
            </a:r>
            <a:r>
              <a:rPr lang="en-US" dirty="0"/>
              <a:t> means adding terms to loss function</a:t>
            </a:r>
          </a:p>
        </p:txBody>
      </p:sp>
      <p:pic>
        <p:nvPicPr>
          <p:cNvPr id="4" name="Picture 3">
            <a:extLst>
              <a:ext uri="{FF2B5EF4-FFF2-40B4-BE49-F238E27FC236}">
                <a16:creationId xmlns:a16="http://schemas.microsoft.com/office/drawing/2014/main" id="{6996C1FC-E2C3-B98A-5B8D-DF90ED4AA6F9}"/>
              </a:ext>
            </a:extLst>
          </p:cNvPr>
          <p:cNvPicPr>
            <a:picLocks noChangeAspect="1"/>
          </p:cNvPicPr>
          <p:nvPr/>
        </p:nvPicPr>
        <p:blipFill>
          <a:blip r:embed="rId2"/>
          <a:stretch>
            <a:fillRect/>
          </a:stretch>
        </p:blipFill>
        <p:spPr>
          <a:xfrm>
            <a:off x="1056111" y="4027600"/>
            <a:ext cx="6132202" cy="1053972"/>
          </a:xfrm>
          <a:prstGeom prst="rect">
            <a:avLst/>
          </a:prstGeom>
        </p:spPr>
      </p:pic>
      <p:pic>
        <p:nvPicPr>
          <p:cNvPr id="5" name="Picture 4">
            <a:extLst>
              <a:ext uri="{FF2B5EF4-FFF2-40B4-BE49-F238E27FC236}">
                <a16:creationId xmlns:a16="http://schemas.microsoft.com/office/drawing/2014/main" id="{AD3F24C2-AD86-06FC-BE19-A19EE9C33CEE}"/>
              </a:ext>
            </a:extLst>
          </p:cNvPr>
          <p:cNvPicPr>
            <a:picLocks noChangeAspect="1"/>
          </p:cNvPicPr>
          <p:nvPr/>
        </p:nvPicPr>
        <p:blipFill>
          <a:blip r:embed="rId3"/>
          <a:stretch>
            <a:fillRect/>
          </a:stretch>
        </p:blipFill>
        <p:spPr>
          <a:xfrm>
            <a:off x="3207332" y="33234"/>
            <a:ext cx="5454975" cy="1685794"/>
          </a:xfrm>
          <a:prstGeom prst="rect">
            <a:avLst/>
          </a:prstGeom>
        </p:spPr>
      </p:pic>
      <p:grpSp>
        <p:nvGrpSpPr>
          <p:cNvPr id="20" name="Group 19">
            <a:extLst>
              <a:ext uri="{FF2B5EF4-FFF2-40B4-BE49-F238E27FC236}">
                <a16:creationId xmlns:a16="http://schemas.microsoft.com/office/drawing/2014/main" id="{62FD761E-AC1C-38A7-43F8-CFCDFB59A9D0}"/>
              </a:ext>
            </a:extLst>
          </p:cNvPr>
          <p:cNvGrpSpPr/>
          <p:nvPr/>
        </p:nvGrpSpPr>
        <p:grpSpPr>
          <a:xfrm>
            <a:off x="3317464" y="103109"/>
            <a:ext cx="4665746" cy="1258313"/>
            <a:chOff x="3317464" y="103109"/>
            <a:chExt cx="4665746" cy="1258313"/>
          </a:xfrm>
        </p:grpSpPr>
        <p:sp>
          <p:nvSpPr>
            <p:cNvPr id="6" name="Oval 5">
              <a:extLst>
                <a:ext uri="{FF2B5EF4-FFF2-40B4-BE49-F238E27FC236}">
                  <a16:creationId xmlns:a16="http://schemas.microsoft.com/office/drawing/2014/main" id="{E9AAEF9D-3F63-6187-A709-A5E47D2768A4}"/>
                </a:ext>
              </a:extLst>
            </p:cNvPr>
            <p:cNvSpPr/>
            <p:nvPr/>
          </p:nvSpPr>
          <p:spPr>
            <a:xfrm>
              <a:off x="5131920" y="398791"/>
              <a:ext cx="64451" cy="64451"/>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0296EA49-6956-7C5F-9716-A1BC34B0619C}"/>
                </a:ext>
              </a:extLst>
            </p:cNvPr>
            <p:cNvSpPr/>
            <p:nvPr/>
          </p:nvSpPr>
          <p:spPr>
            <a:xfrm>
              <a:off x="4104058" y="915740"/>
              <a:ext cx="64451" cy="64451"/>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B1B4B7EB-9764-DDF2-3CB2-F2FFCB0E27C7}"/>
                </a:ext>
              </a:extLst>
            </p:cNvPr>
            <p:cNvSpPr/>
            <p:nvPr/>
          </p:nvSpPr>
          <p:spPr>
            <a:xfrm>
              <a:off x="4337023" y="1146693"/>
              <a:ext cx="64451" cy="64451"/>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Oval 8">
              <a:extLst>
                <a:ext uri="{FF2B5EF4-FFF2-40B4-BE49-F238E27FC236}">
                  <a16:creationId xmlns:a16="http://schemas.microsoft.com/office/drawing/2014/main" id="{772A20E9-AFBB-06FA-BA8D-A257C8FEEDA3}"/>
                </a:ext>
              </a:extLst>
            </p:cNvPr>
            <p:cNvSpPr/>
            <p:nvPr/>
          </p:nvSpPr>
          <p:spPr>
            <a:xfrm>
              <a:off x="4482308" y="619834"/>
              <a:ext cx="64451" cy="64451"/>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FD3F439A-1026-400A-79A1-19447BDFFBF7}"/>
                </a:ext>
              </a:extLst>
            </p:cNvPr>
            <p:cNvSpPr/>
            <p:nvPr/>
          </p:nvSpPr>
          <p:spPr>
            <a:xfrm>
              <a:off x="3924804" y="1296971"/>
              <a:ext cx="64451" cy="64451"/>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EA35A404-4921-6D0B-3474-16BAAD27CB21}"/>
                </a:ext>
              </a:extLst>
            </p:cNvPr>
            <p:cNvSpPr/>
            <p:nvPr/>
          </p:nvSpPr>
          <p:spPr>
            <a:xfrm>
              <a:off x="4774081" y="843905"/>
              <a:ext cx="64451" cy="64451"/>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Oval 11">
              <a:extLst>
                <a:ext uri="{FF2B5EF4-FFF2-40B4-BE49-F238E27FC236}">
                  <a16:creationId xmlns:a16="http://schemas.microsoft.com/office/drawing/2014/main" id="{A0C698EF-F84E-9D77-293F-1DC1C89B3D9C}"/>
                </a:ext>
              </a:extLst>
            </p:cNvPr>
            <p:cNvSpPr/>
            <p:nvPr/>
          </p:nvSpPr>
          <p:spPr>
            <a:xfrm>
              <a:off x="7918759" y="341003"/>
              <a:ext cx="64451" cy="64451"/>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Oval 12">
              <a:extLst>
                <a:ext uri="{FF2B5EF4-FFF2-40B4-BE49-F238E27FC236}">
                  <a16:creationId xmlns:a16="http://schemas.microsoft.com/office/drawing/2014/main" id="{164341ED-D3BB-42C0-C24C-01B3E1141F24}"/>
                </a:ext>
              </a:extLst>
            </p:cNvPr>
            <p:cNvSpPr/>
            <p:nvPr/>
          </p:nvSpPr>
          <p:spPr>
            <a:xfrm>
              <a:off x="6890897" y="857952"/>
              <a:ext cx="64451" cy="64451"/>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Oval 13">
              <a:extLst>
                <a:ext uri="{FF2B5EF4-FFF2-40B4-BE49-F238E27FC236}">
                  <a16:creationId xmlns:a16="http://schemas.microsoft.com/office/drawing/2014/main" id="{F83F0836-B336-3EE1-E598-29FD413FF046}"/>
                </a:ext>
              </a:extLst>
            </p:cNvPr>
            <p:cNvSpPr/>
            <p:nvPr/>
          </p:nvSpPr>
          <p:spPr>
            <a:xfrm>
              <a:off x="7123862" y="1088905"/>
              <a:ext cx="64451" cy="64451"/>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Oval 14">
              <a:extLst>
                <a:ext uri="{FF2B5EF4-FFF2-40B4-BE49-F238E27FC236}">
                  <a16:creationId xmlns:a16="http://schemas.microsoft.com/office/drawing/2014/main" id="{60A217DC-91F2-1870-5BEF-CA2801D1D22F}"/>
                </a:ext>
              </a:extLst>
            </p:cNvPr>
            <p:cNvSpPr/>
            <p:nvPr/>
          </p:nvSpPr>
          <p:spPr>
            <a:xfrm>
              <a:off x="7269147" y="562046"/>
              <a:ext cx="64451" cy="64451"/>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Oval 15">
              <a:extLst>
                <a:ext uri="{FF2B5EF4-FFF2-40B4-BE49-F238E27FC236}">
                  <a16:creationId xmlns:a16="http://schemas.microsoft.com/office/drawing/2014/main" id="{1E4ACFEE-6E61-D027-00E9-5CD51C8F4666}"/>
                </a:ext>
              </a:extLst>
            </p:cNvPr>
            <p:cNvSpPr/>
            <p:nvPr/>
          </p:nvSpPr>
          <p:spPr>
            <a:xfrm>
              <a:off x="6711643" y="1239183"/>
              <a:ext cx="64451" cy="64451"/>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Oval 16">
              <a:extLst>
                <a:ext uri="{FF2B5EF4-FFF2-40B4-BE49-F238E27FC236}">
                  <a16:creationId xmlns:a16="http://schemas.microsoft.com/office/drawing/2014/main" id="{6B949235-BA6A-C393-D723-4C5D05202E56}"/>
                </a:ext>
              </a:extLst>
            </p:cNvPr>
            <p:cNvSpPr/>
            <p:nvPr/>
          </p:nvSpPr>
          <p:spPr>
            <a:xfrm>
              <a:off x="7560920" y="786117"/>
              <a:ext cx="64451" cy="64451"/>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E12037-04C1-4268-0655-662527C3A702}"/>
                </a:ext>
              </a:extLst>
            </p:cNvPr>
            <p:cNvSpPr txBox="1"/>
            <p:nvPr/>
          </p:nvSpPr>
          <p:spPr>
            <a:xfrm>
              <a:off x="3317464" y="106285"/>
              <a:ext cx="1776448" cy="307777"/>
            </a:xfrm>
            <a:prstGeom prst="rect">
              <a:avLst/>
            </a:prstGeom>
            <a:noFill/>
          </p:spPr>
          <p:txBody>
            <a:bodyPr wrap="none" rtlCol="0">
              <a:spAutoFit/>
            </a:bodyPr>
            <a:lstStyle/>
            <a:p>
              <a:r>
                <a:rPr lang="en-US" dirty="0" err="1">
                  <a:solidFill>
                    <a:srgbClr val="00B050"/>
                  </a:solidFill>
                </a:rPr>
                <a:t>L</a:t>
              </a:r>
              <a:r>
                <a:rPr lang="en-US" baseline="-25000" dirty="0" err="1">
                  <a:solidFill>
                    <a:srgbClr val="00B050"/>
                  </a:solidFill>
                </a:rPr>
                <a:t>train</a:t>
              </a:r>
              <a:r>
                <a:rPr lang="en-US" dirty="0"/>
                <a:t> = 0.5  </a:t>
              </a:r>
              <a:r>
                <a:rPr lang="en-US" dirty="0" err="1">
                  <a:solidFill>
                    <a:srgbClr val="C00000"/>
                  </a:solidFill>
                </a:rPr>
                <a:t>L</a:t>
              </a:r>
              <a:r>
                <a:rPr lang="en-US" baseline="-25000" dirty="0" err="1">
                  <a:solidFill>
                    <a:srgbClr val="C00000"/>
                  </a:solidFill>
                </a:rPr>
                <a:t>val</a:t>
              </a:r>
              <a:r>
                <a:rPr lang="en-US" dirty="0">
                  <a:solidFill>
                    <a:schemeClr val="tx1"/>
                  </a:solidFill>
                </a:rPr>
                <a:t> = 0.5</a:t>
              </a:r>
            </a:p>
          </p:txBody>
        </p:sp>
        <p:sp>
          <p:nvSpPr>
            <p:cNvPr id="19" name="TextBox 18">
              <a:extLst>
                <a:ext uri="{FF2B5EF4-FFF2-40B4-BE49-F238E27FC236}">
                  <a16:creationId xmlns:a16="http://schemas.microsoft.com/office/drawing/2014/main" id="{A2FC3A98-7274-325C-05C8-FB87C36DA5A6}"/>
                </a:ext>
              </a:extLst>
            </p:cNvPr>
            <p:cNvSpPr txBox="1"/>
            <p:nvPr/>
          </p:nvSpPr>
          <p:spPr>
            <a:xfrm>
              <a:off x="6059749" y="103109"/>
              <a:ext cx="1885453" cy="307777"/>
            </a:xfrm>
            <a:prstGeom prst="rect">
              <a:avLst/>
            </a:prstGeom>
            <a:noFill/>
          </p:spPr>
          <p:txBody>
            <a:bodyPr wrap="none" rtlCol="0">
              <a:spAutoFit/>
            </a:bodyPr>
            <a:lstStyle/>
            <a:p>
              <a:r>
                <a:rPr lang="en-US" dirty="0" err="1">
                  <a:solidFill>
                    <a:srgbClr val="00B050"/>
                  </a:solidFill>
                </a:rPr>
                <a:t>L</a:t>
              </a:r>
              <a:r>
                <a:rPr lang="en-US" baseline="-25000" dirty="0" err="1">
                  <a:solidFill>
                    <a:srgbClr val="00B050"/>
                  </a:solidFill>
                </a:rPr>
                <a:t>train</a:t>
              </a:r>
              <a:r>
                <a:rPr lang="en-US" dirty="0"/>
                <a:t> = 0 &lt;&lt;  </a:t>
              </a:r>
              <a:r>
                <a:rPr lang="en-US" dirty="0" err="1">
                  <a:solidFill>
                    <a:srgbClr val="C00000"/>
                  </a:solidFill>
                </a:rPr>
                <a:t>L</a:t>
              </a:r>
              <a:r>
                <a:rPr lang="en-US" baseline="-25000" dirty="0" err="1">
                  <a:solidFill>
                    <a:srgbClr val="C00000"/>
                  </a:solidFill>
                </a:rPr>
                <a:t>val</a:t>
              </a:r>
              <a:r>
                <a:rPr lang="en-US" dirty="0">
                  <a:solidFill>
                    <a:schemeClr val="tx1"/>
                  </a:solidFill>
                </a:rPr>
                <a:t> = 1.5</a:t>
              </a:r>
            </a:p>
          </p:txBody>
        </p:sp>
      </p:grpSp>
      <mc:AlternateContent xmlns:mc="http://schemas.openxmlformats.org/markup-compatibility/2006">
        <mc:Choice xmlns:p14="http://schemas.microsoft.com/office/powerpoint/2010/main" Requires="p14">
          <p:contentPart p14:bwMode="auto" r:id="rId4">
            <p14:nvContentPartPr>
              <p14:cNvPr id="21" name="Ink 20">
                <a:extLst>
                  <a:ext uri="{FF2B5EF4-FFF2-40B4-BE49-F238E27FC236}">
                    <a16:creationId xmlns:a16="http://schemas.microsoft.com/office/drawing/2014/main" id="{DF9AB713-082C-7CD6-86D2-E8B6F86C74DC}"/>
                  </a:ext>
                </a:extLst>
              </p14:cNvPr>
              <p14:cNvContentPartPr/>
              <p14:nvPr/>
            </p14:nvContentPartPr>
            <p14:xfrm>
              <a:off x="1580760" y="8280"/>
              <a:ext cx="7450920" cy="2549880"/>
            </p14:xfrm>
          </p:contentPart>
        </mc:Choice>
        <mc:Fallback>
          <p:pic>
            <p:nvPicPr>
              <p:cNvPr id="21" name="Ink 20">
                <a:extLst>
                  <a:ext uri="{FF2B5EF4-FFF2-40B4-BE49-F238E27FC236}">
                    <a16:creationId xmlns:a16="http://schemas.microsoft.com/office/drawing/2014/main" id="{DF9AB713-082C-7CD6-86D2-E8B6F86C74DC}"/>
                  </a:ext>
                </a:extLst>
              </p:cNvPr>
              <p:cNvPicPr/>
              <p:nvPr/>
            </p:nvPicPr>
            <p:blipFill>
              <a:blip r:embed="rId5"/>
              <a:stretch>
                <a:fillRect/>
              </a:stretch>
            </p:blipFill>
            <p:spPr>
              <a:xfrm>
                <a:off x="1571400" y="-1080"/>
                <a:ext cx="7469640" cy="2568600"/>
              </a:xfrm>
              <a:prstGeom prst="rect">
                <a:avLst/>
              </a:prstGeom>
            </p:spPr>
          </p:pic>
        </mc:Fallback>
      </mc:AlternateContent>
    </p:spTree>
    <p:extLst>
      <p:ext uri="{BB962C8B-B14F-4D97-AF65-F5344CB8AC3E}">
        <p14:creationId xmlns:p14="http://schemas.microsoft.com/office/powerpoint/2010/main" val="343203585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3AB5B8-2DCB-93CB-3887-9822BD041B5F}"/>
              </a:ext>
            </a:extLst>
          </p:cNvPr>
          <p:cNvSpPr>
            <a:spLocks noGrp="1"/>
          </p:cNvSpPr>
          <p:nvPr>
            <p:ph type="title"/>
          </p:nvPr>
        </p:nvSpPr>
        <p:spPr/>
        <p:txBody>
          <a:bodyPr>
            <a:normAutofit fontScale="90000"/>
          </a:bodyPr>
          <a:lstStyle/>
          <a:p>
            <a:r>
              <a:rPr lang="en-US" dirty="0"/>
              <a:t>Complexity penalty? “Occam’s Razor” prefer the simplest models</a:t>
            </a:r>
          </a:p>
        </p:txBody>
      </p:sp>
      <p:sp>
        <p:nvSpPr>
          <p:cNvPr id="3" name="Content Placeholder 2">
            <a:extLst>
              <a:ext uri="{FF2B5EF4-FFF2-40B4-BE49-F238E27FC236}">
                <a16:creationId xmlns:a16="http://schemas.microsoft.com/office/drawing/2014/main" id="{9CC507DE-ACDF-AA21-6A67-A00165980753}"/>
              </a:ext>
            </a:extLst>
          </p:cNvPr>
          <p:cNvSpPr>
            <a:spLocks noGrp="1"/>
          </p:cNvSpPr>
          <p:nvPr>
            <p:ph idx="1"/>
          </p:nvPr>
        </p:nvSpPr>
        <p:spPr>
          <a:xfrm>
            <a:off x="332509" y="3048795"/>
            <a:ext cx="8589241" cy="2094705"/>
          </a:xfrm>
        </p:spPr>
        <p:txBody>
          <a:bodyPr>
            <a:normAutofit fontScale="85000" lnSpcReduction="20000"/>
          </a:bodyPr>
          <a:lstStyle/>
          <a:p>
            <a:pPr marL="0" indent="0">
              <a:buNone/>
            </a:pPr>
            <a:r>
              <a:rPr lang="en-US" dirty="0"/>
              <a:t>E.g. count the number of nonzero parameters (not practical)</a:t>
            </a:r>
          </a:p>
          <a:p>
            <a:pPr marL="0" indent="0">
              <a:buNone/>
            </a:pPr>
            <a:endParaRPr lang="en-US" dirty="0"/>
          </a:p>
          <a:p>
            <a:pPr marL="0" indent="0">
              <a:buNone/>
            </a:pPr>
            <a:r>
              <a:rPr lang="en-US" dirty="0"/>
              <a:t>Most common: ”L</a:t>
            </a:r>
            <a:r>
              <a:rPr lang="en-US" baseline="-25000" dirty="0"/>
              <a:t>2</a:t>
            </a:r>
            <a:r>
              <a:rPr lang="en-US" dirty="0"/>
              <a:t>” regularization </a:t>
            </a:r>
          </a:p>
          <a:p>
            <a:pPr marL="0" indent="0">
              <a:buNone/>
            </a:pPr>
            <a:endParaRPr lang="en-US" dirty="0"/>
          </a:p>
          <a:p>
            <a:r>
              <a:rPr lang="en-US" dirty="0">
                <a:solidFill>
                  <a:srgbClr val="D18362"/>
                </a:solidFill>
              </a:rPr>
              <a:t>Bayesian interpretation </a:t>
            </a:r>
            <a:r>
              <a:rPr lang="en-US" dirty="0"/>
              <a:t>(later in course)</a:t>
            </a:r>
          </a:p>
          <a:p>
            <a:r>
              <a:rPr lang="en-US" dirty="0">
                <a:solidFill>
                  <a:srgbClr val="D18362"/>
                </a:solidFill>
              </a:rPr>
              <a:t>“L</a:t>
            </a:r>
            <a:r>
              <a:rPr lang="en-US" baseline="-25000" dirty="0">
                <a:solidFill>
                  <a:srgbClr val="D18362"/>
                </a:solidFill>
              </a:rPr>
              <a:t>2</a:t>
            </a:r>
            <a:r>
              <a:rPr lang="en-US" dirty="0">
                <a:solidFill>
                  <a:srgbClr val="D18362"/>
                </a:solidFill>
              </a:rPr>
              <a:t>” regularization also called Tikhonov regularization, ridge regression</a:t>
            </a:r>
          </a:p>
          <a:p>
            <a:r>
              <a:rPr lang="en-US" dirty="0"/>
              <a:t>In neural networks, called </a:t>
            </a:r>
            <a:r>
              <a:rPr lang="en-US" dirty="0">
                <a:solidFill>
                  <a:srgbClr val="D18362"/>
                </a:solidFill>
              </a:rPr>
              <a:t>weight decay</a:t>
            </a:r>
            <a:endParaRPr lang="en-US" dirty="0"/>
          </a:p>
        </p:txBody>
      </p:sp>
      <p:pic>
        <p:nvPicPr>
          <p:cNvPr id="5" name="Picture 4">
            <a:extLst>
              <a:ext uri="{FF2B5EF4-FFF2-40B4-BE49-F238E27FC236}">
                <a16:creationId xmlns:a16="http://schemas.microsoft.com/office/drawing/2014/main" id="{3458DD7B-F539-2434-5C55-62920221B107}"/>
              </a:ext>
            </a:extLst>
          </p:cNvPr>
          <p:cNvPicPr>
            <a:picLocks noChangeAspect="1"/>
          </p:cNvPicPr>
          <p:nvPr/>
        </p:nvPicPr>
        <p:blipFill>
          <a:blip r:embed="rId2"/>
          <a:stretch>
            <a:fillRect/>
          </a:stretch>
        </p:blipFill>
        <p:spPr>
          <a:xfrm>
            <a:off x="692150" y="1452165"/>
            <a:ext cx="7315200" cy="1257300"/>
          </a:xfrm>
          <a:prstGeom prst="rect">
            <a:avLst/>
          </a:prstGeom>
        </p:spPr>
      </p:pic>
      <p:sp>
        <p:nvSpPr>
          <p:cNvPr id="6" name="Left Brace 5">
            <a:extLst>
              <a:ext uri="{FF2B5EF4-FFF2-40B4-BE49-F238E27FC236}">
                <a16:creationId xmlns:a16="http://schemas.microsoft.com/office/drawing/2014/main" id="{35A19A64-C8C8-F4F2-5C37-9770E06BBE42}"/>
              </a:ext>
            </a:extLst>
          </p:cNvPr>
          <p:cNvSpPr/>
          <p:nvPr/>
        </p:nvSpPr>
        <p:spPr>
          <a:xfrm rot="16200000">
            <a:off x="6819900" y="2247900"/>
            <a:ext cx="196850" cy="419100"/>
          </a:xfrm>
          <a:prstGeom prst="leftBrace">
            <a:avLst/>
          </a:prstGeom>
          <a:ln w="2540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dirty="0">
              <a:ln>
                <a:noFill/>
              </a:ln>
              <a:solidFill>
                <a:prstClr val="black"/>
              </a:solidFill>
              <a:effectLst/>
              <a:uLnTx/>
              <a:uFillTx/>
              <a:latin typeface="Calibri" panose="020F0502020204030204"/>
              <a:ea typeface="+mn-ea"/>
              <a:cs typeface="+mn-cs"/>
              <a:sym typeface="Arial"/>
            </a:endParaRPr>
          </a:p>
        </p:txBody>
      </p:sp>
      <p:sp>
        <p:nvSpPr>
          <p:cNvPr id="7" name="Left Brace 6">
            <a:extLst>
              <a:ext uri="{FF2B5EF4-FFF2-40B4-BE49-F238E27FC236}">
                <a16:creationId xmlns:a16="http://schemas.microsoft.com/office/drawing/2014/main" id="{518D84AC-4D3D-8F53-2A3C-0CA7F87D5533}"/>
              </a:ext>
            </a:extLst>
          </p:cNvPr>
          <p:cNvSpPr/>
          <p:nvPr/>
        </p:nvSpPr>
        <p:spPr>
          <a:xfrm rot="16200000">
            <a:off x="7474743" y="2115342"/>
            <a:ext cx="185740" cy="695325"/>
          </a:xfrm>
          <a:prstGeom prst="leftBrace">
            <a:avLst/>
          </a:prstGeom>
          <a:ln w="2540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dirty="0">
              <a:ln>
                <a:noFill/>
              </a:ln>
              <a:solidFill>
                <a:prstClr val="black"/>
              </a:solidFill>
              <a:effectLst/>
              <a:uLnTx/>
              <a:uFillTx/>
              <a:latin typeface="Calibri" panose="020F0502020204030204"/>
              <a:ea typeface="+mn-ea"/>
              <a:cs typeface="+mn-cs"/>
              <a:sym typeface="Arial"/>
            </a:endParaRPr>
          </a:p>
        </p:txBody>
      </p:sp>
      <p:pic>
        <p:nvPicPr>
          <p:cNvPr id="4" name="Picture 3">
            <a:extLst>
              <a:ext uri="{FF2B5EF4-FFF2-40B4-BE49-F238E27FC236}">
                <a16:creationId xmlns:a16="http://schemas.microsoft.com/office/drawing/2014/main" id="{9C32864F-1DB4-5AB2-C066-9467B05AE43E}"/>
              </a:ext>
            </a:extLst>
          </p:cNvPr>
          <p:cNvPicPr>
            <a:picLocks noChangeAspect="1"/>
          </p:cNvPicPr>
          <p:nvPr/>
        </p:nvPicPr>
        <p:blipFill>
          <a:blip r:embed="rId3"/>
          <a:stretch>
            <a:fillRect/>
          </a:stretch>
        </p:blipFill>
        <p:spPr>
          <a:xfrm>
            <a:off x="3926206" y="3572198"/>
            <a:ext cx="2720166" cy="669449"/>
          </a:xfrm>
          <a:prstGeom prst="rect">
            <a:avLst/>
          </a:prstGeom>
        </p:spPr>
      </p:pic>
      <p:sp>
        <p:nvSpPr>
          <p:cNvPr id="8" name="TextBox 7">
            <a:extLst>
              <a:ext uri="{FF2B5EF4-FFF2-40B4-BE49-F238E27FC236}">
                <a16:creationId xmlns:a16="http://schemas.microsoft.com/office/drawing/2014/main" id="{97B3F67E-C4B7-B43B-DB14-2E5D596931F7}"/>
              </a:ext>
            </a:extLst>
          </p:cNvPr>
          <p:cNvSpPr txBox="1"/>
          <p:nvPr/>
        </p:nvSpPr>
        <p:spPr>
          <a:xfrm>
            <a:off x="7415369" y="2555576"/>
            <a:ext cx="1099981" cy="307777"/>
          </a:xfrm>
          <a:prstGeom prst="rect">
            <a:avLst/>
          </a:prstGeom>
          <a:noFill/>
        </p:spPr>
        <p:txBody>
          <a:bodyPr wrap="none" rtlCol="0">
            <a:spAutoFit/>
          </a:bodyPr>
          <a:lstStyle/>
          <a:p>
            <a:r>
              <a:rPr lang="en-US" dirty="0" err="1"/>
              <a:t>Regularizer</a:t>
            </a:r>
            <a:endParaRPr lang="en-US" dirty="0"/>
          </a:p>
        </p:txBody>
      </p:sp>
      <p:sp>
        <p:nvSpPr>
          <p:cNvPr id="9" name="TextBox 8">
            <a:extLst>
              <a:ext uri="{FF2B5EF4-FFF2-40B4-BE49-F238E27FC236}">
                <a16:creationId xmlns:a16="http://schemas.microsoft.com/office/drawing/2014/main" id="{4EBA95AA-D190-DFCE-C5B7-26402F9308DA}"/>
              </a:ext>
            </a:extLst>
          </p:cNvPr>
          <p:cNvSpPr txBox="1"/>
          <p:nvPr/>
        </p:nvSpPr>
        <p:spPr>
          <a:xfrm>
            <a:off x="5654895" y="2480101"/>
            <a:ext cx="1628972" cy="523220"/>
          </a:xfrm>
          <a:prstGeom prst="rect">
            <a:avLst/>
          </a:prstGeom>
          <a:noFill/>
        </p:spPr>
        <p:txBody>
          <a:bodyPr wrap="none" rtlCol="0">
            <a:spAutoFit/>
          </a:bodyPr>
          <a:lstStyle/>
          <a:p>
            <a:pPr algn="r"/>
            <a:r>
              <a:rPr lang="en-US" dirty="0"/>
              <a:t>Strength</a:t>
            </a:r>
          </a:p>
          <a:p>
            <a:pPr algn="r"/>
            <a:r>
              <a:rPr lang="en-US" dirty="0"/>
              <a:t>“hyper-parameter”</a:t>
            </a:r>
          </a:p>
        </p:txBody>
      </p:sp>
      <p:pic>
        <p:nvPicPr>
          <p:cNvPr id="10" name="Picture 9">
            <a:extLst>
              <a:ext uri="{FF2B5EF4-FFF2-40B4-BE49-F238E27FC236}">
                <a16:creationId xmlns:a16="http://schemas.microsoft.com/office/drawing/2014/main" id="{E69CF9E9-CD10-7473-CC34-33C00B97BAD6}"/>
              </a:ext>
            </a:extLst>
          </p:cNvPr>
          <p:cNvPicPr>
            <a:picLocks noChangeAspect="1"/>
          </p:cNvPicPr>
          <p:nvPr/>
        </p:nvPicPr>
        <p:blipFill>
          <a:blip r:embed="rId4"/>
          <a:stretch>
            <a:fillRect/>
          </a:stretch>
        </p:blipFill>
        <p:spPr>
          <a:xfrm>
            <a:off x="5654895" y="953852"/>
            <a:ext cx="2020450" cy="624396"/>
          </a:xfrm>
          <a:prstGeom prst="rect">
            <a:avLst/>
          </a:prstGeom>
        </p:spPr>
      </p:pic>
      <p:sp>
        <p:nvSpPr>
          <p:cNvPr id="11" name="TextBox 10">
            <a:extLst>
              <a:ext uri="{FF2B5EF4-FFF2-40B4-BE49-F238E27FC236}">
                <a16:creationId xmlns:a16="http://schemas.microsoft.com/office/drawing/2014/main" id="{C2514DD4-492E-3FD1-B385-22A466FFDE18}"/>
              </a:ext>
            </a:extLst>
          </p:cNvPr>
          <p:cNvSpPr txBox="1"/>
          <p:nvPr/>
        </p:nvSpPr>
        <p:spPr>
          <a:xfrm>
            <a:off x="5654895" y="690873"/>
            <a:ext cx="732893" cy="307777"/>
          </a:xfrm>
          <a:prstGeom prst="rect">
            <a:avLst/>
          </a:prstGeom>
          <a:noFill/>
        </p:spPr>
        <p:txBody>
          <a:bodyPr wrap="none" rtlCol="0">
            <a:spAutoFit/>
          </a:bodyPr>
          <a:lstStyle/>
          <a:p>
            <a:r>
              <a:rPr lang="en-US" dirty="0"/>
              <a:t>Simple</a:t>
            </a:r>
          </a:p>
        </p:txBody>
      </p:sp>
      <p:sp>
        <p:nvSpPr>
          <p:cNvPr id="12" name="TextBox 11">
            <a:extLst>
              <a:ext uri="{FF2B5EF4-FFF2-40B4-BE49-F238E27FC236}">
                <a16:creationId xmlns:a16="http://schemas.microsoft.com/office/drawing/2014/main" id="{E1E32E69-512B-D9D1-7862-AE159EB801D1}"/>
              </a:ext>
            </a:extLst>
          </p:cNvPr>
          <p:cNvSpPr txBox="1"/>
          <p:nvPr/>
        </p:nvSpPr>
        <p:spPr>
          <a:xfrm>
            <a:off x="6646372" y="685403"/>
            <a:ext cx="1109599" cy="307777"/>
          </a:xfrm>
          <a:prstGeom prst="rect">
            <a:avLst/>
          </a:prstGeom>
          <a:noFill/>
        </p:spPr>
        <p:txBody>
          <a:bodyPr wrap="none" rtlCol="0">
            <a:spAutoFit/>
          </a:bodyPr>
          <a:lstStyle/>
          <a:p>
            <a:r>
              <a:rPr lang="en-US" dirty="0"/>
              <a:t>“Complex”?</a:t>
            </a:r>
          </a:p>
        </p:txBody>
      </p:sp>
      <mc:AlternateContent xmlns:mc="http://schemas.openxmlformats.org/markup-compatibility/2006">
        <mc:Choice xmlns:p14="http://schemas.microsoft.com/office/powerpoint/2010/main" Requires="p14">
          <p:contentPart p14:bwMode="auto" r:id="rId5">
            <p14:nvContentPartPr>
              <p14:cNvPr id="13" name="Ink 12">
                <a:extLst>
                  <a:ext uri="{FF2B5EF4-FFF2-40B4-BE49-F238E27FC236}">
                    <a16:creationId xmlns:a16="http://schemas.microsoft.com/office/drawing/2014/main" id="{DD297A03-1B6A-033A-B4CB-0526465CFF84}"/>
                  </a:ext>
                </a:extLst>
              </p14:cNvPr>
              <p14:cNvContentPartPr/>
              <p14:nvPr/>
            </p14:nvContentPartPr>
            <p14:xfrm>
              <a:off x="120240" y="54360"/>
              <a:ext cx="8612280" cy="3873240"/>
            </p14:xfrm>
          </p:contentPart>
        </mc:Choice>
        <mc:Fallback>
          <p:pic>
            <p:nvPicPr>
              <p:cNvPr id="13" name="Ink 12">
                <a:extLst>
                  <a:ext uri="{FF2B5EF4-FFF2-40B4-BE49-F238E27FC236}">
                    <a16:creationId xmlns:a16="http://schemas.microsoft.com/office/drawing/2014/main" id="{DD297A03-1B6A-033A-B4CB-0526465CFF84}"/>
                  </a:ext>
                </a:extLst>
              </p:cNvPr>
              <p:cNvPicPr/>
              <p:nvPr/>
            </p:nvPicPr>
            <p:blipFill>
              <a:blip r:embed="rId6"/>
              <a:stretch>
                <a:fillRect/>
              </a:stretch>
            </p:blipFill>
            <p:spPr>
              <a:xfrm>
                <a:off x="110880" y="45000"/>
                <a:ext cx="8631000" cy="3891960"/>
              </a:xfrm>
              <a:prstGeom prst="rect">
                <a:avLst/>
              </a:prstGeom>
            </p:spPr>
          </p:pic>
        </mc:Fallback>
      </mc:AlternateContent>
    </p:spTree>
    <p:extLst>
      <p:ext uri="{BB962C8B-B14F-4D97-AF65-F5344CB8AC3E}">
        <p14:creationId xmlns:p14="http://schemas.microsoft.com/office/powerpoint/2010/main" val="905491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B918FC-7471-8AC2-18F1-B3EA7F280243}"/>
              </a:ext>
            </a:extLst>
          </p:cNvPr>
          <p:cNvSpPr>
            <a:spLocks noGrp="1"/>
          </p:cNvSpPr>
          <p:nvPr>
            <p:ph type="title"/>
          </p:nvPr>
        </p:nvSpPr>
        <p:spPr/>
        <p:txBody>
          <a:bodyPr/>
          <a:lstStyle/>
          <a:p>
            <a:r>
              <a:rPr lang="en-US" dirty="0"/>
              <a:t>L</a:t>
            </a:r>
            <a:r>
              <a:rPr lang="en-US" baseline="-25000" dirty="0"/>
              <a:t>2</a:t>
            </a:r>
            <a:r>
              <a:rPr lang="en-US" dirty="0"/>
              <a:t> regularization for nonlinear regression</a:t>
            </a:r>
          </a:p>
        </p:txBody>
      </p:sp>
      <p:pic>
        <p:nvPicPr>
          <p:cNvPr id="4" name="Picture 3">
            <a:extLst>
              <a:ext uri="{FF2B5EF4-FFF2-40B4-BE49-F238E27FC236}">
                <a16:creationId xmlns:a16="http://schemas.microsoft.com/office/drawing/2014/main" id="{F002ECAF-E358-6D44-9220-8C359D3AB94A}"/>
              </a:ext>
            </a:extLst>
          </p:cNvPr>
          <p:cNvPicPr>
            <a:picLocks noChangeAspect="1"/>
          </p:cNvPicPr>
          <p:nvPr/>
        </p:nvPicPr>
        <p:blipFill rotWithShape="1">
          <a:blip r:embed="rId2"/>
          <a:srcRect r="64176" b="50865"/>
          <a:stretch/>
        </p:blipFill>
        <p:spPr>
          <a:xfrm>
            <a:off x="1847070" y="1017788"/>
            <a:ext cx="4664566" cy="3988906"/>
          </a:xfrm>
          <a:prstGeom prst="rect">
            <a:avLst/>
          </a:prstGeom>
        </p:spPr>
      </p:pic>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657FFBB4-9F63-EC56-0370-2FDE7A30B1FF}"/>
                  </a:ext>
                </a:extLst>
              </p14:cNvPr>
              <p14:cNvContentPartPr/>
              <p14:nvPr/>
            </p14:nvContentPartPr>
            <p14:xfrm>
              <a:off x="2765520" y="1348200"/>
              <a:ext cx="1972080" cy="1977480"/>
            </p14:xfrm>
          </p:contentPart>
        </mc:Choice>
        <mc:Fallback>
          <p:pic>
            <p:nvPicPr>
              <p:cNvPr id="3" name="Ink 2">
                <a:extLst>
                  <a:ext uri="{FF2B5EF4-FFF2-40B4-BE49-F238E27FC236}">
                    <a16:creationId xmlns:a16="http://schemas.microsoft.com/office/drawing/2014/main" id="{657FFBB4-9F63-EC56-0370-2FDE7A30B1FF}"/>
                  </a:ext>
                </a:extLst>
              </p:cNvPr>
              <p:cNvPicPr/>
              <p:nvPr/>
            </p:nvPicPr>
            <p:blipFill>
              <a:blip r:embed="rId4"/>
              <a:stretch>
                <a:fillRect/>
              </a:stretch>
            </p:blipFill>
            <p:spPr>
              <a:xfrm>
                <a:off x="2756160" y="1338840"/>
                <a:ext cx="1990800" cy="1996200"/>
              </a:xfrm>
              <a:prstGeom prst="rect">
                <a:avLst/>
              </a:prstGeom>
            </p:spPr>
          </p:pic>
        </mc:Fallback>
      </mc:AlternateContent>
    </p:spTree>
    <p:extLst>
      <p:ext uri="{BB962C8B-B14F-4D97-AF65-F5344CB8AC3E}">
        <p14:creationId xmlns:p14="http://schemas.microsoft.com/office/powerpoint/2010/main" val="4793356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B918FC-7471-8AC2-18F1-B3EA7F280243}"/>
              </a:ext>
            </a:extLst>
          </p:cNvPr>
          <p:cNvSpPr>
            <a:spLocks noGrp="1"/>
          </p:cNvSpPr>
          <p:nvPr>
            <p:ph type="title"/>
          </p:nvPr>
        </p:nvSpPr>
        <p:spPr/>
        <p:txBody>
          <a:bodyPr/>
          <a:lstStyle/>
          <a:p>
            <a:r>
              <a:rPr lang="en-US" dirty="0"/>
              <a:t>L</a:t>
            </a:r>
            <a:r>
              <a:rPr lang="en-US" baseline="-25000" dirty="0"/>
              <a:t>2</a:t>
            </a:r>
            <a:r>
              <a:rPr lang="en-US" dirty="0"/>
              <a:t> regularization for nonlinear regression</a:t>
            </a:r>
          </a:p>
        </p:txBody>
      </p:sp>
      <p:pic>
        <p:nvPicPr>
          <p:cNvPr id="4" name="Picture 3">
            <a:extLst>
              <a:ext uri="{FF2B5EF4-FFF2-40B4-BE49-F238E27FC236}">
                <a16:creationId xmlns:a16="http://schemas.microsoft.com/office/drawing/2014/main" id="{F002ECAF-E358-6D44-9220-8C359D3AB94A}"/>
              </a:ext>
            </a:extLst>
          </p:cNvPr>
          <p:cNvPicPr>
            <a:picLocks noChangeAspect="1"/>
          </p:cNvPicPr>
          <p:nvPr/>
        </p:nvPicPr>
        <p:blipFill>
          <a:blip r:embed="rId2"/>
          <a:stretch>
            <a:fillRect/>
          </a:stretch>
        </p:blipFill>
        <p:spPr>
          <a:xfrm>
            <a:off x="1251325" y="1059352"/>
            <a:ext cx="6446299" cy="4019087"/>
          </a:xfrm>
          <a:prstGeom prst="rect">
            <a:avLst/>
          </a:prstGeom>
        </p:spPr>
      </p:pic>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96306113-05D8-7E48-802A-C36CFEC38594}"/>
                  </a:ext>
                </a:extLst>
              </p14:cNvPr>
              <p14:cNvContentPartPr/>
              <p14:nvPr/>
            </p14:nvContentPartPr>
            <p14:xfrm>
              <a:off x="1005840" y="73440"/>
              <a:ext cx="6747840" cy="5029920"/>
            </p14:xfrm>
          </p:contentPart>
        </mc:Choice>
        <mc:Fallback>
          <p:pic>
            <p:nvPicPr>
              <p:cNvPr id="3" name="Ink 2">
                <a:extLst>
                  <a:ext uri="{FF2B5EF4-FFF2-40B4-BE49-F238E27FC236}">
                    <a16:creationId xmlns:a16="http://schemas.microsoft.com/office/drawing/2014/main" id="{96306113-05D8-7E48-802A-C36CFEC38594}"/>
                  </a:ext>
                </a:extLst>
              </p:cNvPr>
              <p:cNvPicPr/>
              <p:nvPr/>
            </p:nvPicPr>
            <p:blipFill>
              <a:blip r:embed="rId4"/>
              <a:stretch>
                <a:fillRect/>
              </a:stretch>
            </p:blipFill>
            <p:spPr>
              <a:xfrm>
                <a:off x="996480" y="64080"/>
                <a:ext cx="6766560" cy="5048640"/>
              </a:xfrm>
              <a:prstGeom prst="rect">
                <a:avLst/>
              </a:prstGeom>
            </p:spPr>
          </p:pic>
        </mc:Fallback>
      </mc:AlternateContent>
    </p:spTree>
    <p:extLst>
      <p:ext uri="{BB962C8B-B14F-4D97-AF65-F5344CB8AC3E}">
        <p14:creationId xmlns:p14="http://schemas.microsoft.com/office/powerpoint/2010/main" val="31215341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71DD15-6B46-3427-91C6-B83B69A4A416}"/>
              </a:ext>
            </a:extLst>
          </p:cNvPr>
          <p:cNvSpPr>
            <a:spLocks noGrp="1"/>
          </p:cNvSpPr>
          <p:nvPr>
            <p:ph type="title"/>
          </p:nvPr>
        </p:nvSpPr>
        <p:spPr/>
        <p:txBody>
          <a:bodyPr>
            <a:normAutofit/>
          </a:bodyPr>
          <a:lstStyle/>
          <a:p>
            <a:r>
              <a:rPr lang="en-US" dirty="0"/>
              <a:t>Linear regression can overfit!</a:t>
            </a:r>
          </a:p>
        </p:txBody>
      </p:sp>
      <p:sp>
        <p:nvSpPr>
          <p:cNvPr id="3" name="Content Placeholder 2">
            <a:extLst>
              <a:ext uri="{FF2B5EF4-FFF2-40B4-BE49-F238E27FC236}">
                <a16:creationId xmlns:a16="http://schemas.microsoft.com/office/drawing/2014/main" id="{671C0F82-90DE-717E-8D1C-0F2066F7B1E5}"/>
              </a:ext>
            </a:extLst>
          </p:cNvPr>
          <p:cNvSpPr>
            <a:spLocks noGrp="1"/>
          </p:cNvSpPr>
          <p:nvPr>
            <p:ph idx="1"/>
          </p:nvPr>
        </p:nvSpPr>
        <p:spPr/>
        <p:txBody>
          <a:bodyPr/>
          <a:lstStyle/>
          <a:p>
            <a:r>
              <a:rPr lang="en-US" dirty="0"/>
              <a:t>Remember we added a constant column, x</a:t>
            </a:r>
            <a:r>
              <a:rPr lang="en-US" baseline="-25000" dirty="0"/>
              <a:t>d+1 </a:t>
            </a:r>
            <a:r>
              <a:rPr lang="en-US" dirty="0"/>
              <a:t>= 1, then let w</a:t>
            </a:r>
            <a:r>
              <a:rPr lang="en-US" baseline="-25000" dirty="0"/>
              <a:t>d+1 </a:t>
            </a:r>
            <a:r>
              <a:rPr lang="en-US" dirty="0"/>
              <a:t>= b</a:t>
            </a:r>
          </a:p>
          <a:p>
            <a:r>
              <a:rPr lang="en-US" dirty="0"/>
              <a:t>After this modification, we have:</a:t>
            </a:r>
          </a:p>
          <a:p>
            <a:pPr marL="0" indent="0">
              <a:buNone/>
            </a:pPr>
            <a:endParaRPr lang="en-US" dirty="0"/>
          </a:p>
        </p:txBody>
      </p:sp>
      <p:pic>
        <p:nvPicPr>
          <p:cNvPr id="4" name="Picture 3">
            <a:extLst>
              <a:ext uri="{FF2B5EF4-FFF2-40B4-BE49-F238E27FC236}">
                <a16:creationId xmlns:a16="http://schemas.microsoft.com/office/drawing/2014/main" id="{A679AB99-CC3A-F180-F94F-071250C8E3F7}"/>
              </a:ext>
            </a:extLst>
          </p:cNvPr>
          <p:cNvPicPr>
            <a:picLocks noChangeAspect="1"/>
          </p:cNvPicPr>
          <p:nvPr/>
        </p:nvPicPr>
        <p:blipFill>
          <a:blip r:embed="rId2"/>
          <a:stretch>
            <a:fillRect/>
          </a:stretch>
        </p:blipFill>
        <p:spPr>
          <a:xfrm>
            <a:off x="1544858" y="2180532"/>
            <a:ext cx="2718223" cy="820439"/>
          </a:xfrm>
          <a:prstGeom prst="rect">
            <a:avLst/>
          </a:prstGeom>
        </p:spPr>
      </p:pic>
      <p:pic>
        <p:nvPicPr>
          <p:cNvPr id="5" name="Picture 4">
            <a:extLst>
              <a:ext uri="{FF2B5EF4-FFF2-40B4-BE49-F238E27FC236}">
                <a16:creationId xmlns:a16="http://schemas.microsoft.com/office/drawing/2014/main" id="{62A296DE-15B3-D8CF-A67C-3811C6722705}"/>
              </a:ext>
            </a:extLst>
          </p:cNvPr>
          <p:cNvPicPr>
            <a:picLocks noChangeAspect="1"/>
          </p:cNvPicPr>
          <p:nvPr/>
        </p:nvPicPr>
        <p:blipFill>
          <a:blip r:embed="rId3"/>
          <a:stretch>
            <a:fillRect/>
          </a:stretch>
        </p:blipFill>
        <p:spPr>
          <a:xfrm>
            <a:off x="5568950" y="2311400"/>
            <a:ext cx="2946400" cy="520700"/>
          </a:xfrm>
          <a:prstGeom prst="rect">
            <a:avLst/>
          </a:prstGeom>
        </p:spPr>
      </p:pic>
      <p:pic>
        <p:nvPicPr>
          <p:cNvPr id="8" name="Picture 7">
            <a:extLst>
              <a:ext uri="{FF2B5EF4-FFF2-40B4-BE49-F238E27FC236}">
                <a16:creationId xmlns:a16="http://schemas.microsoft.com/office/drawing/2014/main" id="{FFB425F0-271B-9364-AC0D-8C8F5C08FF06}"/>
              </a:ext>
            </a:extLst>
          </p:cNvPr>
          <p:cNvPicPr>
            <a:picLocks noChangeAspect="1"/>
          </p:cNvPicPr>
          <p:nvPr/>
        </p:nvPicPr>
        <p:blipFill>
          <a:blip r:embed="rId4"/>
          <a:stretch>
            <a:fillRect/>
          </a:stretch>
        </p:blipFill>
        <p:spPr>
          <a:xfrm>
            <a:off x="1708150" y="3760253"/>
            <a:ext cx="3860800" cy="520700"/>
          </a:xfrm>
          <a:prstGeom prst="rect">
            <a:avLst/>
          </a:prstGeom>
        </p:spPr>
      </p:pic>
      <p:cxnSp>
        <p:nvCxnSpPr>
          <p:cNvPr id="9" name="Straight Connector 8">
            <a:extLst>
              <a:ext uri="{FF2B5EF4-FFF2-40B4-BE49-F238E27FC236}">
                <a16:creationId xmlns:a16="http://schemas.microsoft.com/office/drawing/2014/main" id="{C4E333D3-06EF-F657-32CF-C77B33D88C1B}"/>
              </a:ext>
            </a:extLst>
          </p:cNvPr>
          <p:cNvCxnSpPr>
            <a:cxnSpLocks/>
          </p:cNvCxnSpPr>
          <p:nvPr/>
        </p:nvCxnSpPr>
        <p:spPr>
          <a:xfrm>
            <a:off x="6498748" y="2381061"/>
            <a:ext cx="0" cy="446512"/>
          </a:xfrm>
          <a:prstGeom prst="line">
            <a:avLst/>
          </a:prstGeom>
          <a:ln w="19050"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344E047-FD3D-54E1-40DD-E688CFA1254A}"/>
              </a:ext>
            </a:extLst>
          </p:cNvPr>
          <p:cNvCxnSpPr>
            <a:cxnSpLocks/>
          </p:cNvCxnSpPr>
          <p:nvPr/>
        </p:nvCxnSpPr>
        <p:spPr>
          <a:xfrm>
            <a:off x="8240031" y="2381061"/>
            <a:ext cx="0" cy="446512"/>
          </a:xfrm>
          <a:prstGeom prst="line">
            <a:avLst/>
          </a:prstGeom>
          <a:ln w="19050" cap="rnd">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p14="http://schemas.microsoft.com/office/powerpoint/2010/main" Requires="p14">
          <p:contentPart p14:bwMode="auto" r:id="rId5">
            <p14:nvContentPartPr>
              <p14:cNvPr id="6" name="Ink 5">
                <a:extLst>
                  <a:ext uri="{FF2B5EF4-FFF2-40B4-BE49-F238E27FC236}">
                    <a16:creationId xmlns:a16="http://schemas.microsoft.com/office/drawing/2014/main" id="{3001008B-4016-F0A9-5026-5910CBB46395}"/>
                  </a:ext>
                </a:extLst>
              </p14:cNvPr>
              <p14:cNvContentPartPr/>
              <p14:nvPr/>
            </p14:nvContentPartPr>
            <p14:xfrm>
              <a:off x="1629720" y="2843640"/>
              <a:ext cx="6817320" cy="1635840"/>
            </p14:xfrm>
          </p:contentPart>
        </mc:Choice>
        <mc:Fallback>
          <p:pic>
            <p:nvPicPr>
              <p:cNvPr id="6" name="Ink 5">
                <a:extLst>
                  <a:ext uri="{FF2B5EF4-FFF2-40B4-BE49-F238E27FC236}">
                    <a16:creationId xmlns:a16="http://schemas.microsoft.com/office/drawing/2014/main" id="{3001008B-4016-F0A9-5026-5910CBB46395}"/>
                  </a:ext>
                </a:extLst>
              </p:cNvPr>
              <p:cNvPicPr/>
              <p:nvPr/>
            </p:nvPicPr>
            <p:blipFill>
              <a:blip r:embed="rId6"/>
              <a:stretch>
                <a:fillRect/>
              </a:stretch>
            </p:blipFill>
            <p:spPr>
              <a:xfrm>
                <a:off x="1620360" y="2834280"/>
                <a:ext cx="6836040" cy="1654560"/>
              </a:xfrm>
              <a:prstGeom prst="rect">
                <a:avLst/>
              </a:prstGeom>
            </p:spPr>
          </p:pic>
        </mc:Fallback>
      </mc:AlternateContent>
    </p:spTree>
    <p:extLst>
      <p:ext uri="{BB962C8B-B14F-4D97-AF65-F5344CB8AC3E}">
        <p14:creationId xmlns:p14="http://schemas.microsoft.com/office/powerpoint/2010/main" val="10414391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71DD15-6B46-3427-91C6-B83B69A4A416}"/>
              </a:ext>
            </a:extLst>
          </p:cNvPr>
          <p:cNvSpPr>
            <a:spLocks noGrp="1"/>
          </p:cNvSpPr>
          <p:nvPr>
            <p:ph type="title"/>
          </p:nvPr>
        </p:nvSpPr>
        <p:spPr/>
        <p:txBody>
          <a:bodyPr/>
          <a:lstStyle/>
          <a:p>
            <a:r>
              <a:rPr lang="en-US" dirty="0"/>
              <a:t>Linear regression with L2 regularization</a:t>
            </a:r>
          </a:p>
        </p:txBody>
      </p:sp>
      <p:sp>
        <p:nvSpPr>
          <p:cNvPr id="3" name="Content Placeholder 2">
            <a:extLst>
              <a:ext uri="{FF2B5EF4-FFF2-40B4-BE49-F238E27FC236}">
                <a16:creationId xmlns:a16="http://schemas.microsoft.com/office/drawing/2014/main" id="{671C0F82-90DE-717E-8D1C-0F2066F7B1E5}"/>
              </a:ext>
            </a:extLst>
          </p:cNvPr>
          <p:cNvSpPr>
            <a:spLocks noGrp="1"/>
          </p:cNvSpPr>
          <p:nvPr>
            <p:ph idx="1"/>
          </p:nvPr>
        </p:nvSpPr>
        <p:spPr/>
        <p:txBody>
          <a:bodyPr/>
          <a:lstStyle/>
          <a:p>
            <a:r>
              <a:rPr lang="en-US" dirty="0"/>
              <a:t>Add an “L2” </a:t>
            </a:r>
            <a:r>
              <a:rPr lang="en-US" dirty="0" err="1"/>
              <a:t>regularizer</a:t>
            </a:r>
            <a:endParaRPr lang="en-US" dirty="0"/>
          </a:p>
          <a:p>
            <a:pPr marL="0" indent="0">
              <a:buNone/>
            </a:pPr>
            <a:endParaRPr lang="en-US" dirty="0"/>
          </a:p>
        </p:txBody>
      </p:sp>
      <p:pic>
        <p:nvPicPr>
          <p:cNvPr id="6" name="Picture 5">
            <a:extLst>
              <a:ext uri="{FF2B5EF4-FFF2-40B4-BE49-F238E27FC236}">
                <a16:creationId xmlns:a16="http://schemas.microsoft.com/office/drawing/2014/main" id="{A3CBE312-7FA4-5DBA-7CCD-3ADDD4975924}"/>
              </a:ext>
            </a:extLst>
          </p:cNvPr>
          <p:cNvPicPr>
            <a:picLocks noChangeAspect="1"/>
          </p:cNvPicPr>
          <p:nvPr/>
        </p:nvPicPr>
        <p:blipFill>
          <a:blip r:embed="rId2"/>
          <a:stretch>
            <a:fillRect/>
          </a:stretch>
        </p:blipFill>
        <p:spPr>
          <a:xfrm>
            <a:off x="1410970" y="2051050"/>
            <a:ext cx="4610100" cy="520700"/>
          </a:xfrm>
          <a:prstGeom prst="rect">
            <a:avLst/>
          </a:prstGeom>
        </p:spPr>
      </p:pic>
      <p:cxnSp>
        <p:nvCxnSpPr>
          <p:cNvPr id="4" name="Straight Connector 3">
            <a:extLst>
              <a:ext uri="{FF2B5EF4-FFF2-40B4-BE49-F238E27FC236}">
                <a16:creationId xmlns:a16="http://schemas.microsoft.com/office/drawing/2014/main" id="{56414C34-038C-6EF0-81B8-80D550FD41F6}"/>
              </a:ext>
            </a:extLst>
          </p:cNvPr>
          <p:cNvCxnSpPr>
            <a:cxnSpLocks/>
          </p:cNvCxnSpPr>
          <p:nvPr/>
        </p:nvCxnSpPr>
        <p:spPr>
          <a:xfrm>
            <a:off x="5756364" y="2125238"/>
            <a:ext cx="0" cy="446512"/>
          </a:xfrm>
          <a:prstGeom prst="line">
            <a:avLst/>
          </a:prstGeom>
          <a:ln w="19050"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7DE1F6D0-EB44-6FDD-3A4D-C48AE519659F}"/>
              </a:ext>
            </a:extLst>
          </p:cNvPr>
          <p:cNvCxnSpPr>
            <a:cxnSpLocks/>
          </p:cNvCxnSpPr>
          <p:nvPr/>
        </p:nvCxnSpPr>
        <p:spPr>
          <a:xfrm>
            <a:off x="5308217" y="2125238"/>
            <a:ext cx="0" cy="446512"/>
          </a:xfrm>
          <a:prstGeom prst="line">
            <a:avLst/>
          </a:prstGeom>
          <a:ln w="19050"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F3758673-2766-C0FE-2F1F-C9FA42F86C80}"/>
              </a:ext>
            </a:extLst>
          </p:cNvPr>
          <p:cNvCxnSpPr>
            <a:cxnSpLocks/>
          </p:cNvCxnSpPr>
          <p:nvPr/>
        </p:nvCxnSpPr>
        <p:spPr>
          <a:xfrm>
            <a:off x="4081473" y="2125238"/>
            <a:ext cx="0" cy="446512"/>
          </a:xfrm>
          <a:prstGeom prst="line">
            <a:avLst/>
          </a:prstGeom>
          <a:ln w="19050"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4FAB0816-81A3-A558-8EB5-60EFBD3852ED}"/>
              </a:ext>
            </a:extLst>
          </p:cNvPr>
          <p:cNvCxnSpPr>
            <a:cxnSpLocks/>
          </p:cNvCxnSpPr>
          <p:nvPr/>
        </p:nvCxnSpPr>
        <p:spPr>
          <a:xfrm>
            <a:off x="2406582" y="2125238"/>
            <a:ext cx="0" cy="446512"/>
          </a:xfrm>
          <a:prstGeom prst="line">
            <a:avLst/>
          </a:prstGeom>
          <a:ln w="19050" cap="rnd">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p14="http://schemas.microsoft.com/office/powerpoint/2010/main" Requires="p14">
          <p:contentPart p14:bwMode="auto" r:id="rId3">
            <p14:nvContentPartPr>
              <p14:cNvPr id="9" name="Ink 8">
                <a:extLst>
                  <a:ext uri="{FF2B5EF4-FFF2-40B4-BE49-F238E27FC236}">
                    <a16:creationId xmlns:a16="http://schemas.microsoft.com/office/drawing/2014/main" id="{851F9A08-49DE-5844-D190-F23A22FE006C}"/>
                  </a:ext>
                </a:extLst>
              </p14:cNvPr>
              <p14:cNvContentPartPr/>
              <p14:nvPr/>
            </p14:nvContentPartPr>
            <p14:xfrm>
              <a:off x="152640" y="1243080"/>
              <a:ext cx="8603280" cy="3799800"/>
            </p14:xfrm>
          </p:contentPart>
        </mc:Choice>
        <mc:Fallback>
          <p:pic>
            <p:nvPicPr>
              <p:cNvPr id="9" name="Ink 8">
                <a:extLst>
                  <a:ext uri="{FF2B5EF4-FFF2-40B4-BE49-F238E27FC236}">
                    <a16:creationId xmlns:a16="http://schemas.microsoft.com/office/drawing/2014/main" id="{851F9A08-49DE-5844-D190-F23A22FE006C}"/>
                  </a:ext>
                </a:extLst>
              </p:cNvPr>
              <p:cNvPicPr/>
              <p:nvPr/>
            </p:nvPicPr>
            <p:blipFill>
              <a:blip r:embed="rId4"/>
              <a:stretch>
                <a:fillRect/>
              </a:stretch>
            </p:blipFill>
            <p:spPr>
              <a:xfrm>
                <a:off x="143280" y="1233720"/>
                <a:ext cx="8622000" cy="3818520"/>
              </a:xfrm>
              <a:prstGeom prst="rect">
                <a:avLst/>
              </a:prstGeom>
            </p:spPr>
          </p:pic>
        </mc:Fallback>
      </mc:AlternateContent>
    </p:spTree>
    <p:extLst>
      <p:ext uri="{BB962C8B-B14F-4D97-AF65-F5344CB8AC3E}">
        <p14:creationId xmlns:p14="http://schemas.microsoft.com/office/powerpoint/2010/main" val="36671657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8AA30F-3A06-D998-6BAA-518BDF92DDA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2B2C206-2FB7-1289-E229-1BCCAF779564}"/>
              </a:ext>
            </a:extLst>
          </p:cNvPr>
          <p:cNvSpPr>
            <a:spLocks noGrp="1"/>
          </p:cNvSpPr>
          <p:nvPr>
            <p:ph idx="1"/>
          </p:nvPr>
        </p:nvSpPr>
        <p:spPr/>
        <p:txBody>
          <a:bodyPr/>
          <a:lstStyle/>
          <a:p>
            <a:endParaRPr lang="en-US"/>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DC11A5EA-3167-FCF8-7986-A55D71B89002}"/>
                  </a:ext>
                </a:extLst>
              </p14:cNvPr>
              <p14:cNvContentPartPr/>
              <p14:nvPr/>
            </p14:nvContentPartPr>
            <p14:xfrm>
              <a:off x="1312920" y="398520"/>
              <a:ext cx="7094160" cy="4611600"/>
            </p14:xfrm>
          </p:contentPart>
        </mc:Choice>
        <mc:Fallback>
          <p:pic>
            <p:nvPicPr>
              <p:cNvPr id="4" name="Ink 3">
                <a:extLst>
                  <a:ext uri="{FF2B5EF4-FFF2-40B4-BE49-F238E27FC236}">
                    <a16:creationId xmlns:a16="http://schemas.microsoft.com/office/drawing/2014/main" id="{DC11A5EA-3167-FCF8-7986-A55D71B89002}"/>
                  </a:ext>
                </a:extLst>
              </p:cNvPr>
              <p:cNvPicPr/>
              <p:nvPr/>
            </p:nvPicPr>
            <p:blipFill>
              <a:blip r:embed="rId3"/>
              <a:stretch>
                <a:fillRect/>
              </a:stretch>
            </p:blipFill>
            <p:spPr>
              <a:xfrm>
                <a:off x="1303560" y="389160"/>
                <a:ext cx="7112880" cy="4630320"/>
              </a:xfrm>
              <a:prstGeom prst="rect">
                <a:avLst/>
              </a:prstGeom>
            </p:spPr>
          </p:pic>
        </mc:Fallback>
      </mc:AlternateContent>
    </p:spTree>
    <p:extLst>
      <p:ext uri="{BB962C8B-B14F-4D97-AF65-F5344CB8AC3E}">
        <p14:creationId xmlns:p14="http://schemas.microsoft.com/office/powerpoint/2010/main" val="2422209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100462-D1F9-BDE3-CEAD-9B6882A8EA5E}"/>
              </a:ext>
            </a:extLst>
          </p:cNvPr>
          <p:cNvSpPr>
            <a:spLocks noGrp="1"/>
          </p:cNvSpPr>
          <p:nvPr>
            <p:ph type="title"/>
          </p:nvPr>
        </p:nvSpPr>
        <p:spPr/>
        <p:txBody>
          <a:bodyPr/>
          <a:lstStyle/>
          <a:p>
            <a:r>
              <a:rPr lang="en-US" dirty="0"/>
              <a:t>Analytic solution</a:t>
            </a:r>
          </a:p>
        </p:txBody>
      </p:sp>
      <p:sp>
        <p:nvSpPr>
          <p:cNvPr id="7" name="TextBox 6">
            <a:extLst>
              <a:ext uri="{FF2B5EF4-FFF2-40B4-BE49-F238E27FC236}">
                <a16:creationId xmlns:a16="http://schemas.microsoft.com/office/drawing/2014/main" id="{2CE02FE8-EDDD-F468-1F13-FA69ABA64DC3}"/>
              </a:ext>
            </a:extLst>
          </p:cNvPr>
          <p:cNvSpPr txBox="1"/>
          <p:nvPr/>
        </p:nvSpPr>
        <p:spPr>
          <a:xfrm>
            <a:off x="6110387" y="1268016"/>
            <a:ext cx="2665974"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0" i="0" u="none" strike="noStrike" kern="0" cap="none" spc="0" normalizeH="0" baseline="0" noProof="0" dirty="0">
                <a:ln>
                  <a:noFill/>
                </a:ln>
                <a:solidFill>
                  <a:srgbClr val="000000"/>
                </a:solidFill>
                <a:effectLst/>
                <a:uLnTx/>
                <a:uFillTx/>
                <a:latin typeface="Arial"/>
                <a:cs typeface="Arial"/>
                <a:sym typeface="Arial"/>
              </a:rPr>
              <a:t>Let’s check the limits…</a:t>
            </a:r>
          </a:p>
        </p:txBody>
      </p:sp>
      <p:pic>
        <p:nvPicPr>
          <p:cNvPr id="6" name="Picture 5">
            <a:extLst>
              <a:ext uri="{FF2B5EF4-FFF2-40B4-BE49-F238E27FC236}">
                <a16:creationId xmlns:a16="http://schemas.microsoft.com/office/drawing/2014/main" id="{AA367503-C897-AE7F-0060-7AD86509882F}"/>
              </a:ext>
            </a:extLst>
          </p:cNvPr>
          <p:cNvPicPr>
            <a:picLocks noChangeAspect="1"/>
          </p:cNvPicPr>
          <p:nvPr/>
        </p:nvPicPr>
        <p:blipFill>
          <a:blip r:embed="rId2"/>
          <a:stretch>
            <a:fillRect/>
          </a:stretch>
        </p:blipFill>
        <p:spPr>
          <a:xfrm>
            <a:off x="367639" y="1929012"/>
            <a:ext cx="4889500" cy="520700"/>
          </a:xfrm>
          <a:prstGeom prst="rect">
            <a:avLst/>
          </a:prstGeom>
        </p:spPr>
      </p:pic>
      <p:pic>
        <p:nvPicPr>
          <p:cNvPr id="4" name="Picture 3">
            <a:extLst>
              <a:ext uri="{FF2B5EF4-FFF2-40B4-BE49-F238E27FC236}">
                <a16:creationId xmlns:a16="http://schemas.microsoft.com/office/drawing/2014/main" id="{DEDD0A1E-2BFD-97CD-321D-B533DAA83E71}"/>
              </a:ext>
            </a:extLst>
          </p:cNvPr>
          <p:cNvPicPr>
            <a:picLocks noChangeAspect="1"/>
          </p:cNvPicPr>
          <p:nvPr/>
        </p:nvPicPr>
        <p:blipFill>
          <a:blip r:embed="rId3"/>
          <a:stretch>
            <a:fillRect/>
          </a:stretch>
        </p:blipFill>
        <p:spPr>
          <a:xfrm>
            <a:off x="445770" y="1077814"/>
            <a:ext cx="4610100" cy="520700"/>
          </a:xfrm>
          <a:prstGeom prst="rect">
            <a:avLst/>
          </a:prstGeom>
        </p:spPr>
      </p:pic>
      <p:cxnSp>
        <p:nvCxnSpPr>
          <p:cNvPr id="5" name="Straight Connector 4">
            <a:extLst>
              <a:ext uri="{FF2B5EF4-FFF2-40B4-BE49-F238E27FC236}">
                <a16:creationId xmlns:a16="http://schemas.microsoft.com/office/drawing/2014/main" id="{F6E709D0-E3F1-AE7C-5B2E-3D9BEC70F358}"/>
              </a:ext>
            </a:extLst>
          </p:cNvPr>
          <p:cNvCxnSpPr>
            <a:cxnSpLocks/>
          </p:cNvCxnSpPr>
          <p:nvPr/>
        </p:nvCxnSpPr>
        <p:spPr>
          <a:xfrm>
            <a:off x="4791164" y="1152002"/>
            <a:ext cx="0" cy="446512"/>
          </a:xfrm>
          <a:prstGeom prst="line">
            <a:avLst/>
          </a:prstGeom>
          <a:ln w="19050"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C1EFB6E6-3B9E-ADE8-A266-063A66A574C9}"/>
              </a:ext>
            </a:extLst>
          </p:cNvPr>
          <p:cNvCxnSpPr>
            <a:cxnSpLocks/>
          </p:cNvCxnSpPr>
          <p:nvPr/>
        </p:nvCxnSpPr>
        <p:spPr>
          <a:xfrm>
            <a:off x="4343017" y="1152002"/>
            <a:ext cx="0" cy="446512"/>
          </a:xfrm>
          <a:prstGeom prst="line">
            <a:avLst/>
          </a:prstGeom>
          <a:ln w="19050"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FA0BA0A1-A73D-0D67-D628-44958BD5A783}"/>
              </a:ext>
            </a:extLst>
          </p:cNvPr>
          <p:cNvCxnSpPr>
            <a:cxnSpLocks/>
          </p:cNvCxnSpPr>
          <p:nvPr/>
        </p:nvCxnSpPr>
        <p:spPr>
          <a:xfrm>
            <a:off x="3116273" y="1152002"/>
            <a:ext cx="0" cy="446512"/>
          </a:xfrm>
          <a:prstGeom prst="line">
            <a:avLst/>
          </a:prstGeom>
          <a:ln w="19050"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2F6A13FB-B270-51AE-5389-F984E3338199}"/>
              </a:ext>
            </a:extLst>
          </p:cNvPr>
          <p:cNvCxnSpPr>
            <a:cxnSpLocks/>
          </p:cNvCxnSpPr>
          <p:nvPr/>
        </p:nvCxnSpPr>
        <p:spPr>
          <a:xfrm>
            <a:off x="1441382" y="1152002"/>
            <a:ext cx="0" cy="446512"/>
          </a:xfrm>
          <a:prstGeom prst="line">
            <a:avLst/>
          </a:prstGeom>
          <a:ln w="19050" cap="rnd">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p14="http://schemas.microsoft.com/office/powerpoint/2010/main" Requires="p14">
          <p:contentPart p14:bwMode="auto" r:id="rId4">
            <p14:nvContentPartPr>
              <p14:cNvPr id="3" name="Ink 2">
                <a:extLst>
                  <a:ext uri="{FF2B5EF4-FFF2-40B4-BE49-F238E27FC236}">
                    <a16:creationId xmlns:a16="http://schemas.microsoft.com/office/drawing/2014/main" id="{6B69958D-6624-A35C-45E2-C1D9139CE47D}"/>
                  </a:ext>
                </a:extLst>
              </p14:cNvPr>
              <p14:cNvContentPartPr/>
              <p14:nvPr/>
            </p14:nvContentPartPr>
            <p14:xfrm>
              <a:off x="1505880" y="268200"/>
              <a:ext cx="7044120" cy="3578040"/>
            </p14:xfrm>
          </p:contentPart>
        </mc:Choice>
        <mc:Fallback>
          <p:pic>
            <p:nvPicPr>
              <p:cNvPr id="3" name="Ink 2">
                <a:extLst>
                  <a:ext uri="{FF2B5EF4-FFF2-40B4-BE49-F238E27FC236}">
                    <a16:creationId xmlns:a16="http://schemas.microsoft.com/office/drawing/2014/main" id="{6B69958D-6624-A35C-45E2-C1D9139CE47D}"/>
                  </a:ext>
                </a:extLst>
              </p:cNvPr>
              <p:cNvPicPr/>
              <p:nvPr/>
            </p:nvPicPr>
            <p:blipFill>
              <a:blip r:embed="rId5"/>
              <a:stretch>
                <a:fillRect/>
              </a:stretch>
            </p:blipFill>
            <p:spPr>
              <a:xfrm>
                <a:off x="1496520" y="258840"/>
                <a:ext cx="7062840" cy="3596760"/>
              </a:xfrm>
              <a:prstGeom prst="rect">
                <a:avLst/>
              </a:prstGeom>
            </p:spPr>
          </p:pic>
        </mc:Fallback>
      </mc:AlternateContent>
    </p:spTree>
    <p:extLst>
      <p:ext uri="{BB962C8B-B14F-4D97-AF65-F5344CB8AC3E}">
        <p14:creationId xmlns:p14="http://schemas.microsoft.com/office/powerpoint/2010/main" val="5534330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181966"/>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182309"/>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80833" y="-3980834"/>
            <a:ext cx="1182335"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5" name="Content Placeholder 2">
            <a:extLst>
              <a:ext uri="{FF2B5EF4-FFF2-40B4-BE49-F238E27FC236}">
                <a16:creationId xmlns:a16="http://schemas.microsoft.com/office/drawing/2014/main" id="{C4B6C454-195F-23F7-59C1-9B07E88F5557}"/>
              </a:ext>
            </a:extLst>
          </p:cNvPr>
          <p:cNvGraphicFramePr>
            <a:graphicFrameLocks noGrp="1"/>
          </p:cNvGraphicFramePr>
          <p:nvPr>
            <p:ph idx="1"/>
            <p:extLst>
              <p:ext uri="{D42A27DB-BD31-4B8C-83A1-F6EECF244321}">
                <p14:modId xmlns:p14="http://schemas.microsoft.com/office/powerpoint/2010/main" val="3799966114"/>
              </p:ext>
            </p:extLst>
          </p:nvPr>
        </p:nvGraphicFramePr>
        <p:xfrm>
          <a:off x="483042" y="1584434"/>
          <a:ext cx="8195871" cy="31446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210947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8B0475-B7AE-7045-93F9-3C119A17B16F}"/>
              </a:ext>
            </a:extLst>
          </p:cNvPr>
          <p:cNvSpPr>
            <a:spLocks noGrp="1"/>
          </p:cNvSpPr>
          <p:nvPr>
            <p:ph type="title"/>
          </p:nvPr>
        </p:nvSpPr>
        <p:spPr/>
        <p:txBody>
          <a:bodyPr>
            <a:normAutofit fontScale="90000"/>
          </a:bodyPr>
          <a:lstStyle/>
          <a:p>
            <a:r>
              <a:rPr lang="en-US" dirty="0"/>
              <a:t>Transfer learning – the number one most useful thing to do if it’s possible</a:t>
            </a:r>
          </a:p>
        </p:txBody>
      </p:sp>
      <p:sp>
        <p:nvSpPr>
          <p:cNvPr id="3" name="Content Placeholder 2">
            <a:extLst>
              <a:ext uri="{FF2B5EF4-FFF2-40B4-BE49-F238E27FC236}">
                <a16:creationId xmlns:a16="http://schemas.microsoft.com/office/drawing/2014/main" id="{B25CC3CA-3D07-BD4D-921F-495C4D3303FB}"/>
              </a:ext>
            </a:extLst>
          </p:cNvPr>
          <p:cNvSpPr>
            <a:spLocks noGrp="1"/>
          </p:cNvSpPr>
          <p:nvPr>
            <p:ph idx="1"/>
          </p:nvPr>
        </p:nvSpPr>
        <p:spPr/>
        <p:txBody>
          <a:bodyPr/>
          <a:lstStyle/>
          <a:p>
            <a:endParaRPr lang="en-US" dirty="0"/>
          </a:p>
          <a:p>
            <a:r>
              <a:rPr lang="en-US" dirty="0"/>
              <a:t>Vision: Pre-train on ImageNet (large dataset)</a:t>
            </a:r>
          </a:p>
          <a:p>
            <a:endParaRPr lang="en-US" dirty="0"/>
          </a:p>
          <a:p>
            <a:r>
              <a:rPr lang="en-US" dirty="0"/>
              <a:t>Natural Language Processing (NLP): Start with a pre-trained BERT/GPT model (on large dataset)</a:t>
            </a:r>
          </a:p>
          <a:p>
            <a:pPr marL="0" indent="0">
              <a:buNone/>
            </a:pPr>
            <a:endParaRPr lang="en-US" dirty="0"/>
          </a:p>
          <a:p>
            <a:pPr marL="0" indent="0">
              <a:buNone/>
            </a:pPr>
            <a:r>
              <a:rPr lang="en-US" dirty="0"/>
              <a:t>The </a:t>
            </a:r>
            <a:r>
              <a:rPr lang="en-US" i="1" dirty="0"/>
              <a:t>pre-training task </a:t>
            </a:r>
            <a:r>
              <a:rPr lang="en-US" dirty="0"/>
              <a:t>(data and objective)</a:t>
            </a:r>
            <a:r>
              <a:rPr lang="en-US" i="1" dirty="0"/>
              <a:t> </a:t>
            </a:r>
            <a:r>
              <a:rPr lang="en-US" dirty="0"/>
              <a:t>may differ from our target task – but some of the benefit “transfers” </a:t>
            </a:r>
          </a:p>
          <a:p>
            <a:pPr marL="0" indent="0">
              <a:buNone/>
            </a:pPr>
            <a:endParaRPr lang="en-US" dirty="0"/>
          </a:p>
        </p:txBody>
      </p:sp>
    </p:spTree>
    <p:extLst>
      <p:ext uri="{BB962C8B-B14F-4D97-AF65-F5344CB8AC3E}">
        <p14:creationId xmlns:p14="http://schemas.microsoft.com/office/powerpoint/2010/main" val="17074360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2ECB67-7209-95FA-1685-B49563E2EA9F}"/>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DD85687D-5C61-C48A-26F0-6BF36EF1D7C7}"/>
              </a:ext>
            </a:extLst>
          </p:cNvPr>
          <p:cNvSpPr>
            <a:spLocks noGrp="1"/>
          </p:cNvSpPr>
          <p:nvPr>
            <p:ph idx="1"/>
          </p:nvPr>
        </p:nvSpPr>
        <p:spPr>
          <a:xfrm>
            <a:off x="6580934" y="1659559"/>
            <a:ext cx="2563066" cy="3263504"/>
          </a:xfrm>
        </p:spPr>
        <p:txBody>
          <a:bodyPr>
            <a:normAutofit lnSpcReduction="10000"/>
          </a:bodyPr>
          <a:lstStyle/>
          <a:p>
            <a:r>
              <a:rPr lang="en-US" dirty="0"/>
              <a:t>Train a model to recognize objects</a:t>
            </a:r>
          </a:p>
          <a:p>
            <a:endParaRPr lang="en-US" dirty="0"/>
          </a:p>
          <a:p>
            <a:endParaRPr lang="en-US" dirty="0"/>
          </a:p>
          <a:p>
            <a:endParaRPr lang="en-US" dirty="0"/>
          </a:p>
          <a:p>
            <a:r>
              <a:rPr lang="en-US" dirty="0"/>
              <a:t>Fine-tune on different data, and a totally different task. For example, count objects</a:t>
            </a:r>
          </a:p>
        </p:txBody>
      </p:sp>
      <p:cxnSp>
        <p:nvCxnSpPr>
          <p:cNvPr id="4" name="Google Shape;641;p71">
            <a:extLst>
              <a:ext uri="{FF2B5EF4-FFF2-40B4-BE49-F238E27FC236}">
                <a16:creationId xmlns:a16="http://schemas.microsoft.com/office/drawing/2014/main" id="{CFB8F8AF-D699-179E-10AA-D108E2E94998}"/>
              </a:ext>
            </a:extLst>
          </p:cNvPr>
          <p:cNvCxnSpPr>
            <a:cxnSpLocks/>
          </p:cNvCxnSpPr>
          <p:nvPr/>
        </p:nvCxnSpPr>
        <p:spPr>
          <a:xfrm>
            <a:off x="2710935" y="4414526"/>
            <a:ext cx="331200" cy="0"/>
          </a:xfrm>
          <a:prstGeom prst="straightConnector1">
            <a:avLst/>
          </a:prstGeom>
          <a:noFill/>
          <a:ln w="9525" cap="flat" cmpd="sng">
            <a:solidFill>
              <a:srgbClr val="595959"/>
            </a:solidFill>
            <a:prstDash val="solid"/>
            <a:round/>
            <a:headEnd type="none" w="med" len="med"/>
            <a:tailEnd type="triangle" w="med" len="med"/>
          </a:ln>
        </p:spPr>
      </p:cxnSp>
      <p:cxnSp>
        <p:nvCxnSpPr>
          <p:cNvPr id="5" name="Google Shape;643;p71">
            <a:extLst>
              <a:ext uri="{FF2B5EF4-FFF2-40B4-BE49-F238E27FC236}">
                <a16:creationId xmlns:a16="http://schemas.microsoft.com/office/drawing/2014/main" id="{7A03FB1B-D4BB-6AE7-D540-AF54E04DC344}"/>
              </a:ext>
            </a:extLst>
          </p:cNvPr>
          <p:cNvCxnSpPr>
            <a:cxnSpLocks/>
          </p:cNvCxnSpPr>
          <p:nvPr/>
        </p:nvCxnSpPr>
        <p:spPr>
          <a:xfrm>
            <a:off x="5007590" y="4406256"/>
            <a:ext cx="518800" cy="0"/>
          </a:xfrm>
          <a:prstGeom prst="straightConnector1">
            <a:avLst/>
          </a:prstGeom>
          <a:noFill/>
          <a:ln w="9525" cap="flat" cmpd="sng">
            <a:solidFill>
              <a:srgbClr val="595959"/>
            </a:solidFill>
            <a:prstDash val="solid"/>
            <a:round/>
            <a:headEnd type="none" w="med" len="med"/>
            <a:tailEnd type="triangle" w="med" len="med"/>
          </a:ln>
        </p:spPr>
      </p:cxnSp>
      <p:sp>
        <p:nvSpPr>
          <p:cNvPr id="6" name="Google Shape;644;p71">
            <a:extLst>
              <a:ext uri="{FF2B5EF4-FFF2-40B4-BE49-F238E27FC236}">
                <a16:creationId xmlns:a16="http://schemas.microsoft.com/office/drawing/2014/main" id="{4163147A-7D9E-6C2B-676A-4EB7A8FC6993}"/>
              </a:ext>
            </a:extLst>
          </p:cNvPr>
          <p:cNvSpPr txBox="1"/>
          <p:nvPr/>
        </p:nvSpPr>
        <p:spPr>
          <a:xfrm>
            <a:off x="5360135" y="1369219"/>
            <a:ext cx="1220800" cy="1487200"/>
          </a:xfrm>
          <a:prstGeom prst="rect">
            <a:avLst/>
          </a:prstGeom>
          <a:noFill/>
          <a:ln>
            <a:noFill/>
          </a:ln>
        </p:spPr>
        <p:txBody>
          <a:bodyPr spcFirstLastPara="1" wrap="square" lIns="121900" tIns="121900" rIns="121900" bIns="121900" anchor="ctr" anchorCtr="0">
            <a:noAutofit/>
          </a:bodyPr>
          <a:lstStyle/>
          <a:p>
            <a:pPr algn="ctr"/>
            <a:r>
              <a:rPr lang="en" sz="2400" dirty="0"/>
              <a:t>“cow”</a:t>
            </a:r>
            <a:endParaRPr sz="2400" dirty="0"/>
          </a:p>
        </p:txBody>
      </p:sp>
      <p:pic>
        <p:nvPicPr>
          <p:cNvPr id="7" name="Google Shape;652;p71" descr="463976950_cab3e6041d.jpg">
            <a:extLst>
              <a:ext uri="{FF2B5EF4-FFF2-40B4-BE49-F238E27FC236}">
                <a16:creationId xmlns:a16="http://schemas.microsoft.com/office/drawing/2014/main" id="{4579AE4B-6CD1-3756-FA43-E78580DDBB72}"/>
              </a:ext>
            </a:extLst>
          </p:cNvPr>
          <p:cNvPicPr preferRelativeResize="0"/>
          <p:nvPr/>
        </p:nvPicPr>
        <p:blipFill>
          <a:blip r:embed="rId2">
            <a:alphaModFix/>
          </a:blip>
          <a:stretch>
            <a:fillRect/>
          </a:stretch>
        </p:blipFill>
        <p:spPr>
          <a:xfrm>
            <a:off x="974352" y="1545820"/>
            <a:ext cx="1751867" cy="1170233"/>
          </a:xfrm>
          <a:prstGeom prst="rect">
            <a:avLst/>
          </a:prstGeom>
          <a:noFill/>
          <a:ln>
            <a:noFill/>
          </a:ln>
        </p:spPr>
      </p:pic>
      <p:sp>
        <p:nvSpPr>
          <p:cNvPr id="8" name="Google Shape;642;p71">
            <a:extLst>
              <a:ext uri="{FF2B5EF4-FFF2-40B4-BE49-F238E27FC236}">
                <a16:creationId xmlns:a16="http://schemas.microsoft.com/office/drawing/2014/main" id="{CA093D64-F7DA-3D2C-A1E4-69FC13FFE9ED}"/>
              </a:ext>
            </a:extLst>
          </p:cNvPr>
          <p:cNvSpPr/>
          <p:nvPr/>
        </p:nvSpPr>
        <p:spPr>
          <a:xfrm>
            <a:off x="3042135" y="1623052"/>
            <a:ext cx="1900800" cy="926800"/>
          </a:xfrm>
          <a:prstGeom prst="rect">
            <a:avLst/>
          </a:prstGeom>
          <a:solidFill>
            <a:srgbClr val="EEEEEE"/>
          </a:solidFill>
          <a:ln w="9525" cap="flat" cmpd="sng">
            <a:solidFill>
              <a:srgbClr val="595959"/>
            </a:solidFill>
            <a:prstDash val="solid"/>
            <a:round/>
            <a:headEnd type="none" w="sm" len="sm"/>
            <a:tailEnd type="none" w="sm" len="sm"/>
          </a:ln>
        </p:spPr>
        <p:txBody>
          <a:bodyPr spcFirstLastPara="1" wrap="square" lIns="121900" tIns="121900" rIns="121900" bIns="121900" anchor="ctr" anchorCtr="0">
            <a:noAutofit/>
          </a:bodyPr>
          <a:lstStyle/>
          <a:p>
            <a:pPr algn="ctr"/>
            <a:r>
              <a:rPr lang="en" sz="3200" dirty="0"/>
              <a:t>h</a:t>
            </a:r>
            <a:endParaRPr sz="3200" dirty="0"/>
          </a:p>
        </p:txBody>
      </p:sp>
      <p:sp>
        <p:nvSpPr>
          <p:cNvPr id="9" name="Google Shape;642;p71">
            <a:extLst>
              <a:ext uri="{FF2B5EF4-FFF2-40B4-BE49-F238E27FC236}">
                <a16:creationId xmlns:a16="http://schemas.microsoft.com/office/drawing/2014/main" id="{C4DAE51B-A8A1-BD30-384F-9986F6E7393C}"/>
              </a:ext>
            </a:extLst>
          </p:cNvPr>
          <p:cNvSpPr/>
          <p:nvPr/>
        </p:nvSpPr>
        <p:spPr>
          <a:xfrm>
            <a:off x="3042135" y="3942856"/>
            <a:ext cx="1900800" cy="926800"/>
          </a:xfrm>
          <a:prstGeom prst="rect">
            <a:avLst/>
          </a:prstGeom>
          <a:solidFill>
            <a:srgbClr val="EEEEEE"/>
          </a:solidFill>
          <a:ln w="9525" cap="flat" cmpd="sng">
            <a:solidFill>
              <a:srgbClr val="595959"/>
            </a:solidFill>
            <a:prstDash val="solid"/>
            <a:round/>
            <a:headEnd type="none" w="sm" len="sm"/>
            <a:tailEnd type="none" w="sm" len="sm"/>
          </a:ln>
        </p:spPr>
        <p:txBody>
          <a:bodyPr spcFirstLastPara="1" wrap="square" lIns="121900" tIns="121900" rIns="121900" bIns="121900" anchor="ctr" anchorCtr="0">
            <a:noAutofit/>
          </a:bodyPr>
          <a:lstStyle/>
          <a:p>
            <a:pPr algn="ctr"/>
            <a:r>
              <a:rPr lang="en" sz="3200" dirty="0"/>
              <a:t>h</a:t>
            </a:r>
            <a:endParaRPr sz="3200" dirty="0"/>
          </a:p>
        </p:txBody>
      </p:sp>
      <p:sp>
        <p:nvSpPr>
          <p:cNvPr id="10" name="TextBox 9">
            <a:extLst>
              <a:ext uri="{FF2B5EF4-FFF2-40B4-BE49-F238E27FC236}">
                <a16:creationId xmlns:a16="http://schemas.microsoft.com/office/drawing/2014/main" id="{6BFD026E-B29F-0076-C3E5-75BA6233DAEC}"/>
              </a:ext>
            </a:extLst>
          </p:cNvPr>
          <p:cNvSpPr txBox="1"/>
          <p:nvPr/>
        </p:nvSpPr>
        <p:spPr>
          <a:xfrm>
            <a:off x="2726219" y="3291311"/>
            <a:ext cx="3100529" cy="523220"/>
          </a:xfrm>
          <a:prstGeom prst="rect">
            <a:avLst/>
          </a:prstGeom>
          <a:noFill/>
        </p:spPr>
        <p:txBody>
          <a:bodyPr wrap="none" rtlCol="0">
            <a:spAutoFit/>
          </a:bodyPr>
          <a:lstStyle/>
          <a:p>
            <a:r>
              <a:rPr lang="en-US" dirty="0"/>
              <a:t>“Transfer” weights</a:t>
            </a:r>
          </a:p>
          <a:p>
            <a:r>
              <a:rPr lang="en-US" dirty="0"/>
              <a:t>And keep training with new data/task</a:t>
            </a:r>
          </a:p>
        </p:txBody>
      </p:sp>
      <p:pic>
        <p:nvPicPr>
          <p:cNvPr id="11" name="Content Placeholder 4" descr="A picture containing text, colorful&#10;&#10;Description automatically generated">
            <a:extLst>
              <a:ext uri="{FF2B5EF4-FFF2-40B4-BE49-F238E27FC236}">
                <a16:creationId xmlns:a16="http://schemas.microsoft.com/office/drawing/2014/main" id="{2C753EC8-8D7E-3707-B8F0-B897AC6A8363}"/>
              </a:ext>
            </a:extLst>
          </p:cNvPr>
          <p:cNvPicPr>
            <a:picLocks noChangeAspect="1"/>
          </p:cNvPicPr>
          <p:nvPr/>
        </p:nvPicPr>
        <p:blipFill>
          <a:blip r:embed="rId3"/>
          <a:stretch>
            <a:fillRect/>
          </a:stretch>
        </p:blipFill>
        <p:spPr>
          <a:xfrm>
            <a:off x="989018" y="3569116"/>
            <a:ext cx="1748622" cy="1170232"/>
          </a:xfrm>
          <a:prstGeom prst="rect">
            <a:avLst/>
          </a:prstGeom>
        </p:spPr>
      </p:pic>
      <p:sp>
        <p:nvSpPr>
          <p:cNvPr id="12" name="Google Shape;644;p71">
            <a:extLst>
              <a:ext uri="{FF2B5EF4-FFF2-40B4-BE49-F238E27FC236}">
                <a16:creationId xmlns:a16="http://schemas.microsoft.com/office/drawing/2014/main" id="{C017D1B8-432D-EE4A-D2E9-2843870DAF76}"/>
              </a:ext>
            </a:extLst>
          </p:cNvPr>
          <p:cNvSpPr txBox="1"/>
          <p:nvPr/>
        </p:nvSpPr>
        <p:spPr>
          <a:xfrm>
            <a:off x="5443262" y="3580415"/>
            <a:ext cx="1220800" cy="1487200"/>
          </a:xfrm>
          <a:prstGeom prst="rect">
            <a:avLst/>
          </a:prstGeom>
          <a:noFill/>
          <a:ln>
            <a:noFill/>
          </a:ln>
        </p:spPr>
        <p:txBody>
          <a:bodyPr spcFirstLastPara="1" wrap="square" lIns="121900" tIns="121900" rIns="121900" bIns="121900" anchor="ctr" anchorCtr="0">
            <a:noAutofit/>
          </a:bodyPr>
          <a:lstStyle/>
          <a:p>
            <a:pPr algn="ctr"/>
            <a:r>
              <a:rPr lang="en" sz="2400" dirty="0"/>
              <a:t>57</a:t>
            </a:r>
            <a:endParaRPr sz="2400" dirty="0"/>
          </a:p>
        </p:txBody>
      </p:sp>
      <p:cxnSp>
        <p:nvCxnSpPr>
          <p:cNvPr id="13" name="Google Shape;641;p71">
            <a:extLst>
              <a:ext uri="{FF2B5EF4-FFF2-40B4-BE49-F238E27FC236}">
                <a16:creationId xmlns:a16="http://schemas.microsoft.com/office/drawing/2014/main" id="{1B572EEB-1805-855A-34A0-D47BE3AFDBE5}"/>
              </a:ext>
            </a:extLst>
          </p:cNvPr>
          <p:cNvCxnSpPr>
            <a:cxnSpLocks/>
          </p:cNvCxnSpPr>
          <p:nvPr/>
        </p:nvCxnSpPr>
        <p:spPr>
          <a:xfrm>
            <a:off x="2710935" y="2157834"/>
            <a:ext cx="331200" cy="0"/>
          </a:xfrm>
          <a:prstGeom prst="straightConnector1">
            <a:avLst/>
          </a:prstGeom>
          <a:noFill/>
          <a:ln w="9525" cap="flat" cmpd="sng">
            <a:solidFill>
              <a:srgbClr val="595959"/>
            </a:solidFill>
            <a:prstDash val="solid"/>
            <a:round/>
            <a:headEnd type="none" w="med" len="med"/>
            <a:tailEnd type="triangle" w="med" len="med"/>
          </a:ln>
        </p:spPr>
      </p:cxnSp>
      <p:cxnSp>
        <p:nvCxnSpPr>
          <p:cNvPr id="14" name="Google Shape;643;p71">
            <a:extLst>
              <a:ext uri="{FF2B5EF4-FFF2-40B4-BE49-F238E27FC236}">
                <a16:creationId xmlns:a16="http://schemas.microsoft.com/office/drawing/2014/main" id="{A07ABA67-C1C2-209F-5F79-59714CB55163}"/>
              </a:ext>
            </a:extLst>
          </p:cNvPr>
          <p:cNvCxnSpPr>
            <a:cxnSpLocks/>
          </p:cNvCxnSpPr>
          <p:nvPr/>
        </p:nvCxnSpPr>
        <p:spPr>
          <a:xfrm>
            <a:off x="5007590" y="2149564"/>
            <a:ext cx="518800" cy="0"/>
          </a:xfrm>
          <a:prstGeom prst="straightConnector1">
            <a:avLst/>
          </a:prstGeom>
          <a:noFill/>
          <a:ln w="9525" cap="flat" cmpd="sng">
            <a:solidFill>
              <a:srgbClr val="595959"/>
            </a:solidFill>
            <a:prstDash val="solid"/>
            <a:round/>
            <a:headEnd type="none" w="med" len="med"/>
            <a:tailEnd type="triangle" w="med" len="med"/>
          </a:ln>
        </p:spPr>
      </p:cxnSp>
    </p:spTree>
    <p:extLst>
      <p:ext uri="{BB962C8B-B14F-4D97-AF65-F5344CB8AC3E}">
        <p14:creationId xmlns:p14="http://schemas.microsoft.com/office/powerpoint/2010/main" val="3922531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9" grpId="0" animBg="1"/>
      <p:bldP spid="10" grpId="0"/>
      <p:bldP spid="1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22BD725-9048-5943-B3E6-12D520F6C6F6}"/>
              </a:ext>
            </a:extLst>
          </p:cNvPr>
          <p:cNvSpPr>
            <a:spLocks noGrp="1"/>
          </p:cNvSpPr>
          <p:nvPr>
            <p:ph type="title"/>
          </p:nvPr>
        </p:nvSpPr>
        <p:spPr/>
        <p:txBody>
          <a:bodyPr/>
          <a:lstStyle/>
          <a:p>
            <a:r>
              <a:rPr lang="en-US" dirty="0"/>
              <a:t>Self-supervised learning</a:t>
            </a:r>
          </a:p>
        </p:txBody>
      </p:sp>
      <p:sp>
        <p:nvSpPr>
          <p:cNvPr id="5" name="Text Placeholder 4">
            <a:extLst>
              <a:ext uri="{FF2B5EF4-FFF2-40B4-BE49-F238E27FC236}">
                <a16:creationId xmlns:a16="http://schemas.microsoft.com/office/drawing/2014/main" id="{CAE852F1-3BC4-8444-86D9-4C34C9BA6458}"/>
              </a:ext>
            </a:extLst>
          </p:cNvPr>
          <p:cNvSpPr>
            <a:spLocks noGrp="1"/>
          </p:cNvSpPr>
          <p:nvPr>
            <p:ph type="body" idx="1"/>
          </p:nvPr>
        </p:nvSpPr>
        <p:spPr/>
        <p:txBody>
          <a:bodyPr/>
          <a:lstStyle/>
          <a:p>
            <a:r>
              <a:rPr lang="en-US" dirty="0"/>
              <a:t>i.e. train a supervised loss on some made up task, then do transfer learning</a:t>
            </a:r>
          </a:p>
        </p:txBody>
      </p:sp>
    </p:spTree>
    <p:extLst>
      <p:ext uri="{BB962C8B-B14F-4D97-AF65-F5344CB8AC3E}">
        <p14:creationId xmlns:p14="http://schemas.microsoft.com/office/powerpoint/2010/main" val="13318932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Supervised Learning Cake</a:t>
            </a:r>
          </a:p>
        </p:txBody>
      </p:sp>
      <p:sp>
        <p:nvSpPr>
          <p:cNvPr id="6" name="TextBox 5"/>
          <p:cNvSpPr txBox="1"/>
          <p:nvPr/>
        </p:nvSpPr>
        <p:spPr>
          <a:xfrm>
            <a:off x="3857704" y="4440366"/>
            <a:ext cx="3037502" cy="394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algn="ctr" defTabSz="308055" hangingPunct="0">
              <a:buClrTx/>
              <a:defRPr/>
            </a:pPr>
            <a:r>
              <a:rPr lang="en-US" sz="2215" kern="1200" dirty="0">
                <a:solidFill>
                  <a:prstClr val="black"/>
                </a:solidFill>
                <a:latin typeface="Helvetica Light"/>
                <a:ea typeface="Helvetica Light"/>
                <a:cs typeface="Helvetica Light"/>
                <a:sym typeface="Helvetica Light"/>
              </a:rPr>
              <a:t>Samples</a:t>
            </a:r>
          </a:p>
        </p:txBody>
      </p:sp>
      <p:sp>
        <p:nvSpPr>
          <p:cNvPr id="7" name="TextBox 6"/>
          <p:cNvSpPr txBox="1"/>
          <p:nvPr/>
        </p:nvSpPr>
        <p:spPr>
          <a:xfrm>
            <a:off x="748145" y="2668076"/>
            <a:ext cx="1473697" cy="107668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algn="ctr" defTabSz="308055" hangingPunct="0">
              <a:buClrTx/>
              <a:defRPr/>
            </a:pPr>
            <a:r>
              <a:rPr lang="en-US" sz="2215" kern="1200" dirty="0">
                <a:solidFill>
                  <a:prstClr val="black"/>
                </a:solidFill>
                <a:latin typeface="Helvetica Light"/>
                <a:ea typeface="Helvetica Light"/>
                <a:cs typeface="Helvetica Light"/>
                <a:sym typeface="Helvetica Light"/>
              </a:rPr>
              <a:t>Random</a:t>
            </a:r>
          </a:p>
          <a:p>
            <a:pPr algn="ctr" defTabSz="308055" hangingPunct="0">
              <a:buClrTx/>
              <a:defRPr/>
            </a:pPr>
            <a:r>
              <a:rPr lang="en-US" sz="2215" kern="1200" dirty="0">
                <a:solidFill>
                  <a:prstClr val="black"/>
                </a:solidFill>
                <a:latin typeface="Helvetica Light"/>
                <a:ea typeface="Helvetica Light"/>
                <a:cs typeface="Helvetica Light"/>
                <a:sym typeface="Helvetica Light"/>
              </a:rPr>
              <a:t>Variables (Features)</a:t>
            </a:r>
          </a:p>
        </p:txBody>
      </p:sp>
      <p:sp>
        <p:nvSpPr>
          <p:cNvPr id="8" name="TextBox 7"/>
          <p:cNvSpPr txBox="1"/>
          <p:nvPr/>
        </p:nvSpPr>
        <p:spPr>
          <a:xfrm>
            <a:off x="414339" y="1212135"/>
            <a:ext cx="2639365" cy="73582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algn="ctr" defTabSz="308055" hangingPunct="0">
              <a:buClrTx/>
              <a:defRPr/>
            </a:pPr>
            <a:r>
              <a:rPr lang="en-US" sz="2215" kern="1200">
                <a:solidFill>
                  <a:prstClr val="black"/>
                </a:solidFill>
                <a:latin typeface="Helvetica Light"/>
                <a:ea typeface="Helvetica Light"/>
                <a:cs typeface="Helvetica Light"/>
                <a:sym typeface="Helvetica Light"/>
              </a:rPr>
              <a:t>Chocolate frosting </a:t>
            </a:r>
            <a:r>
              <a:rPr lang="en-US" sz="2215" kern="1200" dirty="0">
                <a:solidFill>
                  <a:prstClr val="black"/>
                </a:solidFill>
                <a:latin typeface="Helvetica Light"/>
                <a:ea typeface="Helvetica Light"/>
                <a:cs typeface="Helvetica Light"/>
                <a:sym typeface="Helvetica Light"/>
              </a:rPr>
              <a:t>= Labels to predict</a:t>
            </a:r>
          </a:p>
        </p:txBody>
      </p:sp>
      <p:pic>
        <p:nvPicPr>
          <p:cNvPr id="3" name="Picture 2"/>
          <p:cNvPicPr>
            <a:picLocks noChangeAspect="1"/>
          </p:cNvPicPr>
          <p:nvPr/>
        </p:nvPicPr>
        <p:blipFill>
          <a:blip r:embed="rId3"/>
          <a:stretch>
            <a:fillRect/>
          </a:stretch>
        </p:blipFill>
        <p:spPr>
          <a:xfrm>
            <a:off x="3239180" y="1690793"/>
            <a:ext cx="4257675" cy="2295525"/>
          </a:xfrm>
          <a:prstGeom prst="rect">
            <a:avLst/>
          </a:prstGeom>
        </p:spPr>
      </p:pic>
      <p:pic>
        <p:nvPicPr>
          <p:cNvPr id="4" name="Picture 3"/>
          <p:cNvPicPr>
            <a:picLocks noChangeAspect="1"/>
          </p:cNvPicPr>
          <p:nvPr/>
        </p:nvPicPr>
        <p:blipFill>
          <a:blip r:embed="rId4"/>
          <a:stretch>
            <a:fillRect/>
          </a:stretch>
        </p:blipFill>
        <p:spPr>
          <a:xfrm>
            <a:off x="2393294" y="2230998"/>
            <a:ext cx="409575" cy="1828800"/>
          </a:xfrm>
          <a:prstGeom prst="rect">
            <a:avLst/>
          </a:prstGeom>
        </p:spPr>
      </p:pic>
      <p:cxnSp>
        <p:nvCxnSpPr>
          <p:cNvPr id="11" name="Straight Connector 10"/>
          <p:cNvCxnSpPr>
            <a:endCxn id="12" idx="2"/>
          </p:cNvCxnSpPr>
          <p:nvPr/>
        </p:nvCxnSpPr>
        <p:spPr>
          <a:xfrm flipH="1" flipV="1">
            <a:off x="3348330" y="1225380"/>
            <a:ext cx="4366922" cy="428675"/>
          </a:xfrm>
          <a:prstGeom prst="line">
            <a:avLst/>
          </a:prstGeom>
          <a:noFill/>
          <a:ln w="25400" cap="flat">
            <a:solidFill>
              <a:schemeClr val="accent4">
                <a:lumMod val="50000"/>
              </a:schemeClr>
            </a:solidFill>
            <a:prstDash val="solid"/>
            <a:miter lim="400000"/>
          </a:ln>
          <a:effectLst/>
          <a:sp3d/>
        </p:spPr>
        <p:style>
          <a:lnRef idx="0">
            <a:scrgbClr r="0" g="0" b="0"/>
          </a:lnRef>
          <a:fillRef idx="0">
            <a:scrgbClr r="0" g="0" b="0"/>
          </a:fillRef>
          <a:effectRef idx="0">
            <a:scrgbClr r="0" g="0" b="0"/>
          </a:effectRef>
          <a:fontRef idx="none"/>
        </p:style>
      </p:cxnSp>
      <p:sp>
        <p:nvSpPr>
          <p:cNvPr id="12" name="Arc 11"/>
          <p:cNvSpPr/>
          <p:nvPr/>
        </p:nvSpPr>
        <p:spPr>
          <a:xfrm rot="15642041">
            <a:off x="3066862" y="1199641"/>
            <a:ext cx="783948" cy="803930"/>
          </a:xfrm>
          <a:prstGeom prst="arc">
            <a:avLst>
              <a:gd name="adj1" fmla="val 16200000"/>
              <a:gd name="adj2" fmla="val 21175830"/>
            </a:avLst>
          </a:prstGeom>
          <a:noFill/>
          <a:ln w="25400" cap="flat">
            <a:solidFill>
              <a:schemeClr val="accent4">
                <a:lumMod val="50000"/>
              </a:schemeClr>
            </a:solidFill>
            <a:prstDash val="solid"/>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68579" tIns="34289" rIns="68579" bIns="34289" numCol="1" spcCol="38100" rtlCol="0" anchor="t">
            <a:noAutofit/>
          </a:bodyPr>
          <a:lstStyle/>
          <a:p>
            <a:pPr defTabSz="685800" latinLnBrk="1" hangingPunct="0">
              <a:buClrTx/>
              <a:defRPr/>
            </a:pPr>
            <a:endParaRPr lang="en-US" sz="1350" kern="1200">
              <a:solidFill>
                <a:prstClr val="black"/>
              </a:solidFill>
              <a:latin typeface="Helvetica Light"/>
              <a:ea typeface="Helvetica Light"/>
              <a:cs typeface="Helvetica Light"/>
              <a:sym typeface="Helvetica Light"/>
            </a:endParaRPr>
          </a:p>
        </p:txBody>
      </p:sp>
      <p:cxnSp>
        <p:nvCxnSpPr>
          <p:cNvPr id="20" name="Straight Connector 19"/>
          <p:cNvCxnSpPr>
            <a:endCxn id="12" idx="0"/>
          </p:cNvCxnSpPr>
          <p:nvPr/>
        </p:nvCxnSpPr>
        <p:spPr>
          <a:xfrm flipH="1">
            <a:off x="3062153" y="1654053"/>
            <a:ext cx="4628604" cy="12508"/>
          </a:xfrm>
          <a:prstGeom prst="line">
            <a:avLst/>
          </a:prstGeom>
          <a:noFill/>
          <a:ln w="25400" cap="flat">
            <a:solidFill>
              <a:schemeClr val="accent4">
                <a:lumMod val="50000"/>
              </a:schemeClr>
            </a:solidFill>
            <a:prstDash val="solid"/>
            <a:miter lim="400000"/>
          </a:ln>
          <a:effectLst/>
          <a:sp3d/>
        </p:spPr>
        <p:style>
          <a:lnRef idx="0">
            <a:scrgbClr r="0" g="0" b="0"/>
          </a:lnRef>
          <a:fillRef idx="0">
            <a:scrgbClr r="0" g="0" b="0"/>
          </a:fillRef>
          <a:effectRef idx="0">
            <a:scrgbClr r="0" g="0" b="0"/>
          </a:effectRef>
          <a:fontRef idx="none"/>
        </p:style>
      </p:cxnSp>
      <p:cxnSp>
        <p:nvCxnSpPr>
          <p:cNvPr id="23" name="Straight Connector 22"/>
          <p:cNvCxnSpPr/>
          <p:nvPr/>
        </p:nvCxnSpPr>
        <p:spPr>
          <a:xfrm flipH="1">
            <a:off x="3062153" y="1967396"/>
            <a:ext cx="4628604" cy="0"/>
          </a:xfrm>
          <a:prstGeom prst="line">
            <a:avLst/>
          </a:prstGeom>
          <a:noFill/>
          <a:ln w="25400" cap="flat">
            <a:solidFill>
              <a:schemeClr val="accent4">
                <a:lumMod val="50000"/>
              </a:schemeClr>
            </a:solidFill>
            <a:prstDash val="solid"/>
            <a:miter lim="400000"/>
          </a:ln>
          <a:effectLst/>
          <a:sp3d/>
        </p:spPr>
        <p:style>
          <a:lnRef idx="0">
            <a:scrgbClr r="0" g="0" b="0"/>
          </a:lnRef>
          <a:fillRef idx="0">
            <a:scrgbClr r="0" g="0" b="0"/>
          </a:fillRef>
          <a:effectRef idx="0">
            <a:scrgbClr r="0" g="0" b="0"/>
          </a:effectRef>
          <a:fontRef idx="none"/>
        </p:style>
      </p:cxnSp>
      <p:pic>
        <p:nvPicPr>
          <p:cNvPr id="32" name="Picture 3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013392" y="4283726"/>
            <a:ext cx="921765" cy="705304"/>
          </a:xfrm>
          <a:prstGeom prst="rect">
            <a:avLst/>
          </a:prstGeom>
        </p:spPr>
      </p:pic>
    </p:spTree>
    <p:extLst>
      <p:ext uri="{BB962C8B-B14F-4D97-AF65-F5344CB8AC3E}">
        <p14:creationId xmlns:p14="http://schemas.microsoft.com/office/powerpoint/2010/main" val="92229772"/>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Unsupervised: no  frosting?</a:t>
            </a:r>
          </a:p>
        </p:txBody>
      </p:sp>
      <p:sp>
        <p:nvSpPr>
          <p:cNvPr id="6" name="TextBox 5"/>
          <p:cNvSpPr txBox="1"/>
          <p:nvPr/>
        </p:nvSpPr>
        <p:spPr>
          <a:xfrm>
            <a:off x="3857704" y="4440366"/>
            <a:ext cx="3037502" cy="3949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algn="ctr" defTabSz="308055" hangingPunct="0">
              <a:buClrTx/>
              <a:defRPr/>
            </a:pPr>
            <a:r>
              <a:rPr lang="en-US" sz="2215" kern="1200" dirty="0">
                <a:solidFill>
                  <a:prstClr val="black"/>
                </a:solidFill>
                <a:latin typeface="Helvetica Light"/>
                <a:ea typeface="Helvetica Light"/>
                <a:cs typeface="Helvetica Light"/>
                <a:sym typeface="Helvetica Light"/>
              </a:rPr>
              <a:t>Samples</a:t>
            </a:r>
          </a:p>
        </p:txBody>
      </p:sp>
      <p:sp>
        <p:nvSpPr>
          <p:cNvPr id="8" name="TextBox 7"/>
          <p:cNvSpPr txBox="1"/>
          <p:nvPr/>
        </p:nvSpPr>
        <p:spPr>
          <a:xfrm>
            <a:off x="414339" y="1212135"/>
            <a:ext cx="2639365" cy="73582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algn="ctr" defTabSz="308055" hangingPunct="0">
              <a:buClrTx/>
              <a:defRPr/>
            </a:pPr>
            <a:r>
              <a:rPr lang="en-US" sz="2215" kern="1200" dirty="0">
                <a:solidFill>
                  <a:prstClr val="black"/>
                </a:solidFill>
                <a:latin typeface="Helvetica Light"/>
                <a:ea typeface="Helvetica Light"/>
                <a:cs typeface="Helvetica Light"/>
                <a:sym typeface="Helvetica Light"/>
              </a:rPr>
              <a:t>Chocolate frosting = Labels to predict</a:t>
            </a:r>
          </a:p>
        </p:txBody>
      </p:sp>
      <p:pic>
        <p:nvPicPr>
          <p:cNvPr id="3" name="Picture 2"/>
          <p:cNvPicPr>
            <a:picLocks noChangeAspect="1"/>
          </p:cNvPicPr>
          <p:nvPr/>
        </p:nvPicPr>
        <p:blipFill rotWithShape="1">
          <a:blip r:embed="rId3"/>
          <a:srcRect t="16699"/>
          <a:stretch/>
        </p:blipFill>
        <p:spPr>
          <a:xfrm>
            <a:off x="3239180" y="2074127"/>
            <a:ext cx="4257675" cy="1912191"/>
          </a:xfrm>
          <a:prstGeom prst="rect">
            <a:avLst/>
          </a:prstGeom>
        </p:spPr>
      </p:pic>
      <p:pic>
        <p:nvPicPr>
          <p:cNvPr id="4" name="Picture 3"/>
          <p:cNvPicPr>
            <a:picLocks noChangeAspect="1"/>
          </p:cNvPicPr>
          <p:nvPr/>
        </p:nvPicPr>
        <p:blipFill>
          <a:blip r:embed="rId4"/>
          <a:stretch>
            <a:fillRect/>
          </a:stretch>
        </p:blipFill>
        <p:spPr>
          <a:xfrm>
            <a:off x="2393294" y="2230998"/>
            <a:ext cx="409575" cy="1828800"/>
          </a:xfrm>
          <a:prstGeom prst="rect">
            <a:avLst/>
          </a:prstGeom>
        </p:spPr>
      </p:pic>
      <p:sp>
        <p:nvSpPr>
          <p:cNvPr id="5" name="TextBox 4">
            <a:extLst>
              <a:ext uri="{FF2B5EF4-FFF2-40B4-BE49-F238E27FC236}">
                <a16:creationId xmlns:a16="http://schemas.microsoft.com/office/drawing/2014/main" id="{571E41FA-32DC-A4A5-5A00-4FE8BB8C5900}"/>
              </a:ext>
            </a:extLst>
          </p:cNvPr>
          <p:cNvSpPr txBox="1"/>
          <p:nvPr/>
        </p:nvSpPr>
        <p:spPr>
          <a:xfrm>
            <a:off x="748145" y="2668076"/>
            <a:ext cx="1473697" cy="107668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algn="ctr" defTabSz="308055" hangingPunct="0">
              <a:buClrTx/>
              <a:defRPr/>
            </a:pPr>
            <a:r>
              <a:rPr lang="en-US" sz="2215" kern="1200" dirty="0">
                <a:solidFill>
                  <a:prstClr val="black"/>
                </a:solidFill>
                <a:latin typeface="Helvetica Light"/>
                <a:ea typeface="Helvetica Light"/>
                <a:cs typeface="Helvetica Light"/>
                <a:sym typeface="Helvetica Light"/>
              </a:rPr>
              <a:t>Random</a:t>
            </a:r>
          </a:p>
          <a:p>
            <a:pPr algn="ctr" defTabSz="308055" hangingPunct="0">
              <a:buClrTx/>
              <a:defRPr/>
            </a:pPr>
            <a:r>
              <a:rPr lang="en-US" sz="2215" kern="1200" dirty="0">
                <a:solidFill>
                  <a:prstClr val="black"/>
                </a:solidFill>
                <a:latin typeface="Helvetica Light"/>
                <a:ea typeface="Helvetica Light"/>
                <a:cs typeface="Helvetica Light"/>
                <a:sym typeface="Helvetica Light"/>
              </a:rPr>
              <a:t>Variables (Features)</a:t>
            </a:r>
          </a:p>
        </p:txBody>
      </p:sp>
    </p:spTree>
    <p:extLst>
      <p:ext uri="{BB962C8B-B14F-4D97-AF65-F5344CB8AC3E}">
        <p14:creationId xmlns:p14="http://schemas.microsoft.com/office/powerpoint/2010/main" val="874983341"/>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 name="Shape 210"/>
          <p:cNvSpPr>
            <a:spLocks noGrp="1"/>
          </p:cNvSpPr>
          <p:nvPr>
            <p:ph type="title"/>
          </p:nvPr>
        </p:nvSpPr>
        <p:spPr>
          <a:prstGeom prst="rect">
            <a:avLst/>
          </a:prstGeom>
        </p:spPr>
        <p:txBody>
          <a:bodyPr>
            <a:noAutofit/>
          </a:bodyPr>
          <a:lstStyle>
            <a:lvl1pPr defTabSz="426466">
              <a:defRPr sz="5840"/>
            </a:lvl1pPr>
          </a:lstStyle>
          <a:p>
            <a:r>
              <a:rPr lang="en-US" sz="4400" dirty="0"/>
              <a:t>Self-supervised: it’s all frosting</a:t>
            </a:r>
            <a:endParaRPr sz="4400" dirty="0"/>
          </a:p>
        </p:txBody>
      </p:sp>
      <p:sp>
        <p:nvSpPr>
          <p:cNvPr id="2" name="TextBox 1"/>
          <p:cNvSpPr txBox="1"/>
          <p:nvPr/>
        </p:nvSpPr>
        <p:spPr>
          <a:xfrm>
            <a:off x="1076612" y="4365839"/>
            <a:ext cx="6745451" cy="54320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anchor="ctr">
            <a:spAutoFit/>
          </a:bodyPr>
          <a:lstStyle/>
          <a:p>
            <a:pPr defTabSz="308055" hangingPunct="0">
              <a:buClrTx/>
              <a:defRPr/>
            </a:pPr>
            <a:r>
              <a:rPr lang="en-US" sz="1589" b="1" kern="1200" dirty="0">
                <a:solidFill>
                  <a:prstClr val="black"/>
                </a:solidFill>
                <a:latin typeface="Helvetica Light"/>
                <a:ea typeface="Helvetica Light"/>
                <a:cs typeface="Helvetica Light"/>
                <a:sym typeface="Helvetica Light"/>
              </a:rPr>
              <a:t>Unsupervised / self-supervised</a:t>
            </a:r>
            <a:r>
              <a:rPr lang="en-US" sz="1589" kern="1200" dirty="0">
                <a:solidFill>
                  <a:prstClr val="black"/>
                </a:solidFill>
                <a:latin typeface="Helvetica Light"/>
                <a:ea typeface="Helvetica Light"/>
                <a:cs typeface="Helvetica Light"/>
                <a:sym typeface="Helvetica Light"/>
              </a:rPr>
              <a:t>: Predict any variables from any others</a:t>
            </a:r>
            <a:r>
              <a:rPr lang="mr-IN" sz="1589" kern="1200" dirty="0">
                <a:solidFill>
                  <a:prstClr val="black"/>
                </a:solidFill>
                <a:latin typeface="Helvetica Light"/>
                <a:ea typeface="Helvetica Light"/>
                <a:cs typeface="Helvetica Light"/>
                <a:sym typeface="Helvetica Light"/>
              </a:rPr>
              <a:t>…</a:t>
            </a:r>
            <a:endParaRPr lang="en-US" sz="1589" kern="1200" dirty="0">
              <a:solidFill>
                <a:prstClr val="black"/>
              </a:solidFill>
              <a:latin typeface="Helvetica Light"/>
              <a:ea typeface="Helvetica Light"/>
              <a:cs typeface="Helvetica Light"/>
              <a:sym typeface="Helvetica Light"/>
            </a:endParaRPr>
          </a:p>
          <a:p>
            <a:pPr defTabSz="308055" hangingPunct="0">
              <a:buClrTx/>
              <a:defRPr/>
            </a:pPr>
            <a:r>
              <a:rPr lang="en-US" sz="1589" kern="1200" dirty="0">
                <a:solidFill>
                  <a:prstClr val="black"/>
                </a:solidFill>
                <a:latin typeface="Helvetica Light"/>
                <a:ea typeface="Helvetica Light"/>
                <a:cs typeface="Helvetica Light"/>
                <a:sym typeface="Helvetica Light"/>
              </a:rPr>
              <a:t>From that point of view some people say “</a:t>
            </a:r>
            <a:r>
              <a:rPr lang="en-US" sz="1589" b="1" kern="1200" dirty="0">
                <a:solidFill>
                  <a:prstClr val="black"/>
                </a:solidFill>
                <a:latin typeface="Helvetica Light"/>
                <a:ea typeface="Helvetica Light"/>
                <a:cs typeface="Helvetica Light"/>
                <a:sym typeface="Helvetica Light"/>
              </a:rPr>
              <a:t>self-supervised</a:t>
            </a:r>
            <a:r>
              <a:rPr lang="en-US" sz="1589" kern="1200" dirty="0">
                <a:solidFill>
                  <a:prstClr val="black"/>
                </a:solidFill>
                <a:latin typeface="Helvetica Light"/>
                <a:ea typeface="Helvetica Light"/>
                <a:cs typeface="Helvetica Light"/>
                <a:sym typeface="Helvetica Light"/>
              </a:rPr>
              <a:t>”</a:t>
            </a:r>
            <a:r>
              <a:rPr lang="mr-IN" sz="1589" kern="1200" dirty="0">
                <a:solidFill>
                  <a:prstClr val="black"/>
                </a:solidFill>
                <a:latin typeface="Helvetica Light"/>
                <a:ea typeface="Helvetica Light"/>
                <a:cs typeface="Helvetica Light"/>
                <a:sym typeface="Helvetica Light"/>
              </a:rPr>
              <a:t>…</a:t>
            </a:r>
            <a:endParaRPr lang="en-US" sz="1589" kern="1200" dirty="0">
              <a:solidFill>
                <a:prstClr val="black"/>
              </a:solidFill>
              <a:latin typeface="Helvetica Light"/>
              <a:ea typeface="Helvetica Light"/>
              <a:cs typeface="Helvetica Light"/>
              <a:sym typeface="Helvetica Light"/>
            </a:endParaRPr>
          </a:p>
        </p:txBody>
      </p:sp>
      <p:pic>
        <p:nvPicPr>
          <p:cNvPr id="3" name="Picture 2"/>
          <p:cNvPicPr>
            <a:picLocks noChangeAspect="1"/>
          </p:cNvPicPr>
          <p:nvPr/>
        </p:nvPicPr>
        <p:blipFill>
          <a:blip r:embed="rId3"/>
          <a:stretch>
            <a:fillRect/>
          </a:stretch>
        </p:blipFill>
        <p:spPr>
          <a:xfrm>
            <a:off x="3239180" y="1696808"/>
            <a:ext cx="4257675" cy="2295525"/>
          </a:xfrm>
          <a:prstGeom prst="rect">
            <a:avLst/>
          </a:prstGeom>
        </p:spPr>
      </p:pic>
      <p:pic>
        <p:nvPicPr>
          <p:cNvPr id="4" name="Picture 3"/>
          <p:cNvPicPr>
            <a:picLocks noChangeAspect="1"/>
          </p:cNvPicPr>
          <p:nvPr/>
        </p:nvPicPr>
        <p:blipFill>
          <a:blip r:embed="rId4"/>
          <a:stretch>
            <a:fillRect/>
          </a:stretch>
        </p:blipFill>
        <p:spPr>
          <a:xfrm>
            <a:off x="2383292" y="1709735"/>
            <a:ext cx="409575" cy="2343150"/>
          </a:xfrm>
          <a:prstGeom prst="rect">
            <a:avLst/>
          </a:prstGeom>
        </p:spPr>
      </p:pic>
      <p:cxnSp>
        <p:nvCxnSpPr>
          <p:cNvPr id="11" name="Straight Connector 10"/>
          <p:cNvCxnSpPr/>
          <p:nvPr/>
        </p:nvCxnSpPr>
        <p:spPr>
          <a:xfrm flipH="1" flipV="1">
            <a:off x="3348330" y="1225380"/>
            <a:ext cx="4366922" cy="428675"/>
          </a:xfrm>
          <a:prstGeom prst="line">
            <a:avLst/>
          </a:prstGeom>
          <a:noFill/>
          <a:ln w="38100" cap="flat">
            <a:solidFill>
              <a:schemeClr val="accent4">
                <a:lumMod val="50000"/>
              </a:schemeClr>
            </a:solidFill>
            <a:prstDash val="solid"/>
            <a:miter lim="400000"/>
          </a:ln>
          <a:effectLst/>
          <a:sp3d/>
        </p:spPr>
        <p:style>
          <a:lnRef idx="0">
            <a:scrgbClr r="0" g="0" b="0"/>
          </a:lnRef>
          <a:fillRef idx="0">
            <a:scrgbClr r="0" g="0" b="0"/>
          </a:fillRef>
          <a:effectRef idx="0">
            <a:scrgbClr r="0" g="0" b="0"/>
          </a:effectRef>
          <a:fontRef idx="none"/>
        </p:style>
      </p:cxnSp>
      <p:sp>
        <p:nvSpPr>
          <p:cNvPr id="12" name="Arc 11"/>
          <p:cNvSpPr/>
          <p:nvPr/>
        </p:nvSpPr>
        <p:spPr>
          <a:xfrm rot="15642041">
            <a:off x="3066862" y="1199641"/>
            <a:ext cx="783948" cy="803930"/>
          </a:xfrm>
          <a:prstGeom prst="arc">
            <a:avLst>
              <a:gd name="adj1" fmla="val 16200000"/>
              <a:gd name="adj2" fmla="val 21175830"/>
            </a:avLst>
          </a:prstGeom>
          <a:noFill/>
          <a:ln w="38100" cap="flat">
            <a:solidFill>
              <a:schemeClr val="accent4">
                <a:lumMod val="50000"/>
              </a:schemeClr>
            </a:solidFill>
            <a:prstDash val="solid"/>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68579" tIns="34289" rIns="68579" bIns="34289" numCol="1" spcCol="38100" rtlCol="0" anchor="t">
            <a:noAutofit/>
          </a:bodyPr>
          <a:lstStyle/>
          <a:p>
            <a:pPr defTabSz="685800" latinLnBrk="1" hangingPunct="0">
              <a:buClrTx/>
              <a:defRPr/>
            </a:pPr>
            <a:endParaRPr lang="en-US" sz="1350" kern="1200">
              <a:solidFill>
                <a:prstClr val="black"/>
              </a:solidFill>
              <a:latin typeface="Helvetica Light"/>
              <a:ea typeface="Helvetica Light"/>
              <a:cs typeface="Helvetica Light"/>
              <a:sym typeface="Helvetica Light"/>
            </a:endParaRPr>
          </a:p>
        </p:txBody>
      </p:sp>
      <p:cxnSp>
        <p:nvCxnSpPr>
          <p:cNvPr id="13" name="Straight Connector 12"/>
          <p:cNvCxnSpPr/>
          <p:nvPr/>
        </p:nvCxnSpPr>
        <p:spPr>
          <a:xfrm flipH="1">
            <a:off x="3062153" y="1654053"/>
            <a:ext cx="4628604" cy="12508"/>
          </a:xfrm>
          <a:prstGeom prst="line">
            <a:avLst/>
          </a:prstGeom>
          <a:noFill/>
          <a:ln w="25400" cap="flat">
            <a:solidFill>
              <a:schemeClr val="accent4">
                <a:lumMod val="50000"/>
              </a:schemeClr>
            </a:solidFill>
            <a:prstDash val="solid"/>
            <a:miter lim="400000"/>
          </a:ln>
          <a:effectLst/>
          <a:sp3d/>
        </p:spPr>
        <p:style>
          <a:lnRef idx="0">
            <a:scrgbClr r="0" g="0" b="0"/>
          </a:lnRef>
          <a:fillRef idx="0">
            <a:scrgbClr r="0" g="0" b="0"/>
          </a:fillRef>
          <a:effectRef idx="0">
            <a:scrgbClr r="0" g="0" b="0"/>
          </a:effectRef>
          <a:fontRef idx="none"/>
        </p:style>
      </p:cxnSp>
      <p:sp>
        <p:nvSpPr>
          <p:cNvPr id="14" name="Rectangle 13"/>
          <p:cNvSpPr/>
          <p:nvPr/>
        </p:nvSpPr>
        <p:spPr>
          <a:xfrm>
            <a:off x="3053702" y="2698496"/>
            <a:ext cx="4637055" cy="353943"/>
          </a:xfrm>
          <a:prstGeom prst="rect">
            <a:avLst/>
          </a:prstGeom>
          <a:noFill/>
          <a:ln w="38100" cap="flat">
            <a:solidFill>
              <a:schemeClr val="accent4">
                <a:lumMod val="5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8100" tIns="38100" rIns="38100" bIns="38100" numCol="1" spcCol="38100" rtlCol="0" anchor="ctr">
            <a:spAutoFit/>
          </a:bodyPr>
          <a:lstStyle/>
          <a:p>
            <a:pPr algn="ctr" defTabSz="438139" hangingPunct="0">
              <a:buClrTx/>
              <a:defRPr/>
            </a:pPr>
            <a:endParaRPr lang="en-US" sz="1800" kern="1200">
              <a:solidFill>
                <a:srgbClr val="FFFFFF"/>
              </a:solidFill>
              <a:latin typeface="Helvetica Light"/>
              <a:ea typeface="Helvetica Light"/>
              <a:cs typeface="Helvetica Light"/>
              <a:sym typeface="Helvetica Light"/>
            </a:endParaRPr>
          </a:p>
        </p:txBody>
      </p:sp>
      <p:pic>
        <p:nvPicPr>
          <p:cNvPr id="5" name="Picture 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01047" y="4339746"/>
            <a:ext cx="980447" cy="737296"/>
          </a:xfrm>
          <a:prstGeom prst="rect">
            <a:avLst/>
          </a:prstGeom>
        </p:spPr>
      </p:pic>
    </p:spTree>
    <p:extLst>
      <p:ext uri="{BB962C8B-B14F-4D97-AF65-F5344CB8AC3E}">
        <p14:creationId xmlns:p14="http://schemas.microsoft.com/office/powerpoint/2010/main" val="1790420539"/>
      </p:ext>
    </p:extLst>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”Unsupervised” vs “Self-supervised”</a:t>
            </a:r>
          </a:p>
        </p:txBody>
      </p:sp>
      <p:sp>
        <p:nvSpPr>
          <p:cNvPr id="5" name="Text Placeholder 4"/>
          <p:cNvSpPr>
            <a:spLocks noGrp="1"/>
          </p:cNvSpPr>
          <p:nvPr>
            <p:ph type="body" idx="1"/>
          </p:nvPr>
        </p:nvSpPr>
        <p:spPr/>
        <p:txBody>
          <a:bodyPr/>
          <a:lstStyle/>
          <a:p>
            <a:pPr marL="114297" indent="0">
              <a:buNone/>
            </a:pPr>
            <a:r>
              <a:rPr lang="en-US" dirty="0"/>
              <a:t>Semantics, but “self-supervised” emphasizes a particular point of view:</a:t>
            </a:r>
          </a:p>
          <a:p>
            <a:pPr marL="571486" lvl="1" indent="0">
              <a:buNone/>
            </a:pPr>
            <a:endParaRPr lang="en-US" sz="2400" dirty="0"/>
          </a:p>
          <a:p>
            <a:pPr marL="571486" lvl="1" indent="0">
              <a:buNone/>
            </a:pPr>
            <a:r>
              <a:rPr lang="en-US" sz="2400" dirty="0"/>
              <a:t>Neural nets are good at prediction problems with lots of labels.  </a:t>
            </a:r>
          </a:p>
          <a:p>
            <a:pPr marL="571486" lvl="1" indent="0">
              <a:buNone/>
            </a:pPr>
            <a:r>
              <a:rPr lang="en-US" sz="2400" dirty="0"/>
              <a:t>Let’s make every problem look like that (even if we don’t have any labels). </a:t>
            </a:r>
            <a:endParaRPr lang="en-US" dirty="0"/>
          </a:p>
        </p:txBody>
      </p:sp>
    </p:spTree>
    <p:extLst>
      <p:ext uri="{BB962C8B-B14F-4D97-AF65-F5344CB8AC3E}">
        <p14:creationId xmlns:p14="http://schemas.microsoft.com/office/powerpoint/2010/main" val="2997197050"/>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3317" y="2"/>
            <a:ext cx="7582829" cy="4683778"/>
          </a:xfrm>
          <a:prstGeom prst="rect">
            <a:avLst/>
          </a:prstGeom>
        </p:spPr>
      </p:pic>
    </p:spTree>
    <p:extLst>
      <p:ext uri="{BB962C8B-B14F-4D97-AF65-F5344CB8AC3E}">
        <p14:creationId xmlns:p14="http://schemas.microsoft.com/office/powerpoint/2010/main" val="1307804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11700" y="180284"/>
            <a:ext cx="8520600" cy="572700"/>
          </a:xfrm>
        </p:spPr>
        <p:txBody>
          <a:bodyPr>
            <a:normAutofit fontScale="90000"/>
          </a:bodyPr>
          <a:lstStyle/>
          <a:p>
            <a:r>
              <a:rPr lang="en-US" dirty="0"/>
              <a:t>Self-supervision in Natural Language Processing (NLP)</a:t>
            </a:r>
          </a:p>
        </p:txBody>
      </p:sp>
      <p:sp>
        <p:nvSpPr>
          <p:cNvPr id="2" name="TextBox 1">
            <a:extLst>
              <a:ext uri="{FF2B5EF4-FFF2-40B4-BE49-F238E27FC236}">
                <a16:creationId xmlns:a16="http://schemas.microsoft.com/office/drawing/2014/main" id="{86BC0513-E98E-E983-B01D-7E5C62874896}"/>
              </a:ext>
            </a:extLst>
          </p:cNvPr>
          <p:cNvSpPr txBox="1"/>
          <p:nvPr/>
        </p:nvSpPr>
        <p:spPr>
          <a:xfrm>
            <a:off x="5619200" y="3355624"/>
            <a:ext cx="3314700" cy="1631216"/>
          </a:xfrm>
          <a:prstGeom prst="rect">
            <a:avLst/>
          </a:prstGeom>
          <a:noFill/>
        </p:spPr>
        <p:txBody>
          <a:bodyPr wrap="square" rtlCol="0">
            <a:spAutoFit/>
          </a:bodyPr>
          <a:lstStyle/>
          <a:p>
            <a:r>
              <a:rPr lang="en-US" sz="2000" i="1" dirty="0"/>
              <a:t>Causal </a:t>
            </a:r>
            <a:r>
              <a:rPr lang="en-US" sz="2000" dirty="0"/>
              <a:t>language modeling, i.e. </a:t>
            </a:r>
            <a:r>
              <a:rPr lang="en-US" sz="2000" i="1" dirty="0"/>
              <a:t>next word prediction</a:t>
            </a:r>
            <a:r>
              <a:rPr lang="en-US" sz="2000" dirty="0"/>
              <a:t>,   is another self-supervised task (used to train GPT models) </a:t>
            </a:r>
          </a:p>
        </p:txBody>
      </p:sp>
      <p:pic>
        <p:nvPicPr>
          <p:cNvPr id="5" name="Picture 4">
            <a:extLst>
              <a:ext uri="{FF2B5EF4-FFF2-40B4-BE49-F238E27FC236}">
                <a16:creationId xmlns:a16="http://schemas.microsoft.com/office/drawing/2014/main" id="{E2AC3230-ADE0-5420-B66D-978962B4D68E}"/>
              </a:ext>
            </a:extLst>
          </p:cNvPr>
          <p:cNvPicPr>
            <a:picLocks noChangeAspect="1"/>
          </p:cNvPicPr>
          <p:nvPr/>
        </p:nvPicPr>
        <p:blipFill>
          <a:blip r:embed="rId2"/>
          <a:stretch>
            <a:fillRect/>
          </a:stretch>
        </p:blipFill>
        <p:spPr>
          <a:xfrm>
            <a:off x="477350" y="1033560"/>
            <a:ext cx="3168650" cy="2322064"/>
          </a:xfrm>
          <a:prstGeom prst="rect">
            <a:avLst/>
          </a:prstGeom>
        </p:spPr>
      </p:pic>
      <p:pic>
        <p:nvPicPr>
          <p:cNvPr id="6" name="Picture 5">
            <a:extLst>
              <a:ext uri="{FF2B5EF4-FFF2-40B4-BE49-F238E27FC236}">
                <a16:creationId xmlns:a16="http://schemas.microsoft.com/office/drawing/2014/main" id="{2C1F4814-51B9-60B6-AB8E-947D19802B85}"/>
              </a:ext>
            </a:extLst>
          </p:cNvPr>
          <p:cNvPicPr>
            <a:picLocks noChangeAspect="1"/>
          </p:cNvPicPr>
          <p:nvPr/>
        </p:nvPicPr>
        <p:blipFill>
          <a:blip r:embed="rId3"/>
          <a:stretch>
            <a:fillRect/>
          </a:stretch>
        </p:blipFill>
        <p:spPr>
          <a:xfrm>
            <a:off x="5619200" y="1033560"/>
            <a:ext cx="3112045" cy="2322064"/>
          </a:xfrm>
          <a:prstGeom prst="rect">
            <a:avLst/>
          </a:prstGeom>
        </p:spPr>
      </p:pic>
      <p:sp>
        <p:nvSpPr>
          <p:cNvPr id="11" name="TextBox 10">
            <a:extLst>
              <a:ext uri="{FF2B5EF4-FFF2-40B4-BE49-F238E27FC236}">
                <a16:creationId xmlns:a16="http://schemas.microsoft.com/office/drawing/2014/main" id="{DC7A7CD7-CB9B-80B8-8F02-512FF6C91CD3}"/>
              </a:ext>
            </a:extLst>
          </p:cNvPr>
          <p:cNvSpPr txBox="1"/>
          <p:nvPr/>
        </p:nvSpPr>
        <p:spPr>
          <a:xfrm>
            <a:off x="477350" y="3499584"/>
            <a:ext cx="3314700" cy="707886"/>
          </a:xfrm>
          <a:prstGeom prst="rect">
            <a:avLst/>
          </a:prstGeom>
          <a:noFill/>
        </p:spPr>
        <p:txBody>
          <a:bodyPr wrap="square" rtlCol="0">
            <a:spAutoFit/>
          </a:bodyPr>
          <a:lstStyle/>
          <a:p>
            <a:r>
              <a:rPr lang="en-US" sz="2000" i="1" dirty="0"/>
              <a:t>Masked </a:t>
            </a:r>
            <a:r>
              <a:rPr lang="en-US" sz="2000" dirty="0"/>
              <a:t>language modeling (MLM)</a:t>
            </a:r>
          </a:p>
        </p:txBody>
      </p:sp>
      <p:sp>
        <p:nvSpPr>
          <p:cNvPr id="3" name="TextBox 2">
            <a:extLst>
              <a:ext uri="{FF2B5EF4-FFF2-40B4-BE49-F238E27FC236}">
                <a16:creationId xmlns:a16="http://schemas.microsoft.com/office/drawing/2014/main" id="{D9CC29F2-C19E-57B3-A6C6-44688BA5B511}"/>
              </a:ext>
            </a:extLst>
          </p:cNvPr>
          <p:cNvSpPr txBox="1"/>
          <p:nvPr/>
        </p:nvSpPr>
        <p:spPr>
          <a:xfrm>
            <a:off x="311700" y="4809327"/>
            <a:ext cx="4411785" cy="307777"/>
          </a:xfrm>
          <a:prstGeom prst="rect">
            <a:avLst/>
          </a:prstGeom>
          <a:noFill/>
        </p:spPr>
        <p:txBody>
          <a:bodyPr wrap="none" rtlCol="0">
            <a:spAutoFit/>
          </a:bodyPr>
          <a:lstStyle/>
          <a:p>
            <a:r>
              <a:rPr lang="en-US" dirty="0"/>
              <a:t>Option 1: Self-supervision then transfer learning, </a:t>
            </a:r>
            <a:r>
              <a:rPr lang="en-US" i="1" dirty="0"/>
              <a:t>or…</a:t>
            </a:r>
            <a:endParaRPr lang="en-US" dirty="0"/>
          </a:p>
        </p:txBody>
      </p:sp>
    </p:spTree>
    <p:extLst>
      <p:ext uri="{BB962C8B-B14F-4D97-AF65-F5344CB8AC3E}">
        <p14:creationId xmlns:p14="http://schemas.microsoft.com/office/powerpoint/2010/main" val="3662681848"/>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Option 2: self-supervision to learn “useful” embeddings</a:t>
            </a:r>
          </a:p>
        </p:txBody>
      </p:sp>
      <p:sp>
        <p:nvSpPr>
          <p:cNvPr id="3" name="Content Placeholder 2"/>
          <p:cNvSpPr>
            <a:spLocks noGrp="1"/>
          </p:cNvSpPr>
          <p:nvPr>
            <p:ph idx="1"/>
          </p:nvPr>
        </p:nvSpPr>
        <p:spPr/>
        <p:txBody>
          <a:bodyPr/>
          <a:lstStyle/>
          <a:p>
            <a:pPr marL="0" indent="0">
              <a:buNone/>
            </a:pPr>
            <a:endParaRPr lang="en-US" dirty="0"/>
          </a:p>
        </p:txBody>
      </p:sp>
      <p:pic>
        <p:nvPicPr>
          <p:cNvPr id="4" name="Content Placeholder 3"/>
          <p:cNvPicPr>
            <a:picLocks noChangeAspect="1"/>
          </p:cNvPicPr>
          <p:nvPr/>
        </p:nvPicPr>
        <p:blipFill rotWithShape="1">
          <a:blip r:embed="rId2">
            <a:extLst>
              <a:ext uri="{28A0092B-C50C-407E-A947-70E740481C1C}">
                <a14:useLocalDpi xmlns:a14="http://schemas.microsoft.com/office/drawing/2010/main" val="0"/>
              </a:ext>
            </a:extLst>
          </a:blip>
          <a:srcRect l="24231" t="22888" r="22521" b="23864"/>
          <a:stretch/>
        </p:blipFill>
        <p:spPr>
          <a:xfrm>
            <a:off x="1358538" y="1867993"/>
            <a:ext cx="1087484" cy="1087484"/>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91790" y="1867995"/>
            <a:ext cx="1087483" cy="1087483"/>
          </a:xfrm>
          <a:prstGeom prst="rect">
            <a:avLst/>
          </a:prstGeom>
        </p:spPr>
      </p:pic>
      <p:pic>
        <p:nvPicPr>
          <p:cNvPr id="6" name="Picture 5"/>
          <p:cNvPicPr>
            <a:picLocks noChangeAspect="1"/>
          </p:cNvPicPr>
          <p:nvPr/>
        </p:nvPicPr>
        <p:blipFill rotWithShape="1">
          <a:blip r:embed="rId4">
            <a:extLst>
              <a:ext uri="{28A0092B-C50C-407E-A947-70E740481C1C}">
                <a14:useLocalDpi xmlns:a14="http://schemas.microsoft.com/office/drawing/2010/main" val="0"/>
              </a:ext>
            </a:extLst>
          </a:blip>
          <a:srcRect l="17977" t="22367" r="14308" b="9061"/>
          <a:stretch/>
        </p:blipFill>
        <p:spPr>
          <a:xfrm>
            <a:off x="1358540" y="3317972"/>
            <a:ext cx="1087483" cy="1087483"/>
          </a:xfrm>
          <a:prstGeom prst="rect">
            <a:avLst/>
          </a:prstGeom>
        </p:spPr>
      </p:pic>
      <p:pic>
        <p:nvPicPr>
          <p:cNvPr id="7" name="Picture 6"/>
          <p:cNvPicPr>
            <a:picLocks noChangeAspect="1"/>
          </p:cNvPicPr>
          <p:nvPr/>
        </p:nvPicPr>
        <p:blipFill rotWithShape="1">
          <a:blip r:embed="rId5">
            <a:extLst>
              <a:ext uri="{28A0092B-C50C-407E-A947-70E740481C1C}">
                <a14:useLocalDpi xmlns:a14="http://schemas.microsoft.com/office/drawing/2010/main" val="0"/>
              </a:ext>
            </a:extLst>
          </a:blip>
          <a:srcRect l="23451" r="26415"/>
          <a:stretch/>
        </p:blipFill>
        <p:spPr>
          <a:xfrm>
            <a:off x="2888859" y="3317972"/>
            <a:ext cx="1090414" cy="1087483"/>
          </a:xfrm>
          <a:prstGeom prst="rect">
            <a:avLst/>
          </a:prstGeom>
        </p:spPr>
      </p:pic>
      <p:sp>
        <p:nvSpPr>
          <p:cNvPr id="8" name="TextBox 7"/>
          <p:cNvSpPr txBox="1"/>
          <p:nvPr/>
        </p:nvSpPr>
        <p:spPr>
          <a:xfrm>
            <a:off x="2501801" y="1201926"/>
            <a:ext cx="385042" cy="553998"/>
          </a:xfrm>
          <a:prstGeom prst="rect">
            <a:avLst/>
          </a:prstGeom>
          <a:noFill/>
        </p:spPr>
        <p:txBody>
          <a:bodyPr wrap="none" rtlCol="0">
            <a:spAutoFit/>
          </a:bodyPr>
          <a:lstStyle/>
          <a:p>
            <a:pPr defTabSz="685800">
              <a:buClrTx/>
              <a:defRPr/>
            </a:pPr>
            <a:r>
              <a:rPr lang="en-US" sz="3000" kern="1200" dirty="0">
                <a:solidFill>
                  <a:prstClr val="black"/>
                </a:solidFill>
                <a:latin typeface="Calibri" panose="020F0502020204030204"/>
                <a:ea typeface="+mn-ea"/>
                <a:cs typeface="+mn-cs"/>
              </a:rPr>
              <a:t>X</a:t>
            </a:r>
          </a:p>
        </p:txBody>
      </p:sp>
      <p:sp>
        <p:nvSpPr>
          <p:cNvPr id="9" name="TextBox 8"/>
          <p:cNvSpPr txBox="1"/>
          <p:nvPr/>
        </p:nvSpPr>
        <p:spPr>
          <a:xfrm>
            <a:off x="6650890" y="1201926"/>
            <a:ext cx="364202" cy="553998"/>
          </a:xfrm>
          <a:prstGeom prst="rect">
            <a:avLst/>
          </a:prstGeom>
          <a:noFill/>
        </p:spPr>
        <p:txBody>
          <a:bodyPr wrap="none" rtlCol="0">
            <a:spAutoFit/>
          </a:bodyPr>
          <a:lstStyle/>
          <a:p>
            <a:pPr defTabSz="685800">
              <a:buClrTx/>
              <a:defRPr/>
            </a:pPr>
            <a:r>
              <a:rPr lang="en-US" sz="3000" kern="1200" dirty="0">
                <a:solidFill>
                  <a:prstClr val="black"/>
                </a:solidFill>
                <a:latin typeface="Calibri" panose="020F0502020204030204"/>
                <a:ea typeface="+mn-ea"/>
                <a:cs typeface="+mn-cs"/>
              </a:rPr>
              <a:t>Z</a:t>
            </a:r>
          </a:p>
        </p:txBody>
      </p:sp>
      <p:sp>
        <p:nvSpPr>
          <p:cNvPr id="11" name="TextBox 10"/>
          <p:cNvSpPr txBox="1"/>
          <p:nvPr/>
        </p:nvSpPr>
        <p:spPr>
          <a:xfrm>
            <a:off x="4019251" y="1524828"/>
            <a:ext cx="1593706" cy="715581"/>
          </a:xfrm>
          <a:prstGeom prst="rect">
            <a:avLst/>
          </a:prstGeom>
          <a:noFill/>
        </p:spPr>
        <p:txBody>
          <a:bodyPr wrap="none" rtlCol="0">
            <a:spAutoFit/>
          </a:bodyPr>
          <a:lstStyle/>
          <a:p>
            <a:pPr defTabSz="685800">
              <a:buClrTx/>
              <a:defRPr/>
            </a:pPr>
            <a:endParaRPr lang="en-US" sz="1350" kern="1200" dirty="0">
              <a:solidFill>
                <a:prstClr val="black"/>
              </a:solidFill>
              <a:latin typeface="Calibri" panose="020F0502020204030204"/>
              <a:ea typeface="+mn-ea"/>
              <a:cs typeface="+mn-cs"/>
            </a:endParaRPr>
          </a:p>
          <a:p>
            <a:pPr defTabSz="685800">
              <a:buClrTx/>
              <a:defRPr/>
            </a:pPr>
            <a:r>
              <a:rPr lang="en-US" sz="1350" kern="1200" dirty="0">
                <a:solidFill>
                  <a:prstClr val="black"/>
                </a:solidFill>
                <a:latin typeface="Calibri" panose="020F0502020204030204"/>
                <a:ea typeface="+mn-ea"/>
                <a:cs typeface="+mn-cs"/>
              </a:rPr>
              <a:t>Learned embedding</a:t>
            </a:r>
          </a:p>
          <a:p>
            <a:pPr defTabSz="685800">
              <a:buClrTx/>
              <a:defRPr/>
            </a:pPr>
            <a:r>
              <a:rPr lang="en-US" sz="1350" kern="1200" dirty="0">
                <a:solidFill>
                  <a:prstClr val="black"/>
                </a:solidFill>
                <a:latin typeface="Calibri" panose="020F0502020204030204"/>
                <a:ea typeface="+mn-ea"/>
                <a:cs typeface="+mn-cs"/>
              </a:rPr>
              <a:t>(no labels)</a:t>
            </a:r>
          </a:p>
        </p:txBody>
      </p:sp>
      <p:cxnSp>
        <p:nvCxnSpPr>
          <p:cNvPr id="13" name="Straight Arrow Connector 12"/>
          <p:cNvCxnSpPr/>
          <p:nvPr/>
        </p:nvCxnSpPr>
        <p:spPr>
          <a:xfrm flipV="1">
            <a:off x="5688875" y="1937244"/>
            <a:ext cx="0" cy="169749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a:off x="5688874" y="3634740"/>
            <a:ext cx="196922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6234064" y="1672134"/>
            <a:ext cx="340158" cy="830997"/>
          </a:xfrm>
          <a:prstGeom prst="rect">
            <a:avLst/>
          </a:prstGeom>
          <a:noFill/>
        </p:spPr>
        <p:txBody>
          <a:bodyPr wrap="none" rtlCol="0">
            <a:spAutoFit/>
          </a:bodyPr>
          <a:lstStyle/>
          <a:p>
            <a:pPr defTabSz="685800">
              <a:buClrTx/>
              <a:defRPr/>
            </a:pPr>
            <a:r>
              <a:rPr lang="en-US" sz="4800" kern="1200" dirty="0">
                <a:solidFill>
                  <a:srgbClr val="44546A"/>
                </a:solidFill>
                <a:latin typeface="Calibri" panose="020F0502020204030204"/>
                <a:ea typeface="+mn-ea"/>
                <a:cs typeface="+mn-cs"/>
              </a:rPr>
              <a:t>.</a:t>
            </a:r>
          </a:p>
        </p:txBody>
      </p:sp>
      <p:sp>
        <p:nvSpPr>
          <p:cNvPr id="19" name="TextBox 18"/>
          <p:cNvSpPr txBox="1"/>
          <p:nvPr/>
        </p:nvSpPr>
        <p:spPr>
          <a:xfrm>
            <a:off x="5873014" y="2719385"/>
            <a:ext cx="340158" cy="830997"/>
          </a:xfrm>
          <a:prstGeom prst="rect">
            <a:avLst/>
          </a:prstGeom>
          <a:noFill/>
        </p:spPr>
        <p:txBody>
          <a:bodyPr wrap="none" rtlCol="0">
            <a:spAutoFit/>
          </a:bodyPr>
          <a:lstStyle/>
          <a:p>
            <a:pPr defTabSz="685800">
              <a:buClrTx/>
              <a:defRPr/>
            </a:pPr>
            <a:r>
              <a:rPr lang="en-US" sz="4800" kern="1200">
                <a:solidFill>
                  <a:srgbClr val="FF0000"/>
                </a:solidFill>
                <a:latin typeface="Calibri" panose="020F0502020204030204"/>
                <a:ea typeface="+mn-ea"/>
                <a:cs typeface="+mn-cs"/>
              </a:rPr>
              <a:t>.</a:t>
            </a:r>
          </a:p>
        </p:txBody>
      </p:sp>
      <p:sp>
        <p:nvSpPr>
          <p:cNvPr id="20" name="TextBox 19"/>
          <p:cNvSpPr txBox="1"/>
          <p:nvPr/>
        </p:nvSpPr>
        <p:spPr>
          <a:xfrm>
            <a:off x="6611007" y="1911471"/>
            <a:ext cx="358721" cy="830997"/>
          </a:xfrm>
          <a:prstGeom prst="rect">
            <a:avLst/>
          </a:prstGeom>
          <a:noFill/>
        </p:spPr>
        <p:txBody>
          <a:bodyPr wrap="square" rtlCol="0">
            <a:spAutoFit/>
          </a:bodyPr>
          <a:lstStyle/>
          <a:p>
            <a:pPr defTabSz="685800">
              <a:buClrTx/>
              <a:defRPr/>
            </a:pPr>
            <a:r>
              <a:rPr lang="en-US" sz="4800" kern="1200">
                <a:solidFill>
                  <a:srgbClr val="44546A"/>
                </a:solidFill>
                <a:latin typeface="Calibri" panose="020F0502020204030204"/>
                <a:ea typeface="+mn-ea"/>
                <a:cs typeface="+mn-cs"/>
              </a:rPr>
              <a:t>.</a:t>
            </a:r>
          </a:p>
        </p:txBody>
      </p:sp>
      <p:sp>
        <p:nvSpPr>
          <p:cNvPr id="21" name="TextBox 20"/>
          <p:cNvSpPr txBox="1"/>
          <p:nvPr/>
        </p:nvSpPr>
        <p:spPr>
          <a:xfrm>
            <a:off x="6621048" y="2736951"/>
            <a:ext cx="340158" cy="830997"/>
          </a:xfrm>
          <a:prstGeom prst="rect">
            <a:avLst/>
          </a:prstGeom>
          <a:noFill/>
        </p:spPr>
        <p:txBody>
          <a:bodyPr wrap="none" rtlCol="0">
            <a:spAutoFit/>
          </a:bodyPr>
          <a:lstStyle/>
          <a:p>
            <a:pPr defTabSz="685800">
              <a:buClrTx/>
              <a:defRPr/>
            </a:pPr>
            <a:r>
              <a:rPr lang="en-US" sz="4800" kern="1200" dirty="0">
                <a:solidFill>
                  <a:srgbClr val="FF0000"/>
                </a:solidFill>
                <a:latin typeface="Calibri" panose="020F0502020204030204"/>
                <a:ea typeface="+mn-ea"/>
                <a:cs typeface="+mn-cs"/>
              </a:rPr>
              <a:t>.</a:t>
            </a:r>
          </a:p>
        </p:txBody>
      </p:sp>
      <p:cxnSp>
        <p:nvCxnSpPr>
          <p:cNvPr id="23" name="Straight Arrow Connector 22"/>
          <p:cNvCxnSpPr/>
          <p:nvPr/>
        </p:nvCxnSpPr>
        <p:spPr>
          <a:xfrm>
            <a:off x="2446022" y="2075232"/>
            <a:ext cx="3788043" cy="1390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5" idx="3"/>
          </p:cNvCxnSpPr>
          <p:nvPr/>
        </p:nvCxnSpPr>
        <p:spPr>
          <a:xfrm>
            <a:off x="3979272" y="2411737"/>
            <a:ext cx="2641776" cy="683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V="1">
            <a:off x="2435981" y="3334927"/>
            <a:ext cx="3437034" cy="1895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flipV="1">
            <a:off x="3969231" y="3358574"/>
            <a:ext cx="2681660" cy="5024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5773782" y="3853500"/>
            <a:ext cx="2741568" cy="923330"/>
          </a:xfrm>
          <a:prstGeom prst="rect">
            <a:avLst/>
          </a:prstGeom>
          <a:noFill/>
        </p:spPr>
        <p:txBody>
          <a:bodyPr wrap="square" rtlCol="0">
            <a:spAutoFit/>
          </a:bodyPr>
          <a:lstStyle/>
          <a:p>
            <a:pPr defTabSz="685800">
              <a:buClrTx/>
              <a:defRPr/>
            </a:pPr>
            <a:r>
              <a:rPr lang="en-US" sz="1350" kern="1200" dirty="0">
                <a:solidFill>
                  <a:prstClr val="black"/>
                </a:solidFill>
                <a:latin typeface="Calibri" panose="020F0502020204030204"/>
                <a:ea typeface="+mn-ea"/>
                <a:cs typeface="+mn-cs"/>
              </a:rPr>
              <a:t>Classes are linearly separable in learned space</a:t>
            </a:r>
          </a:p>
          <a:p>
            <a:pPr defTabSz="685800">
              <a:buClrTx/>
              <a:defRPr/>
            </a:pPr>
            <a:r>
              <a:rPr lang="en-US" sz="1350" kern="1200" dirty="0">
                <a:solidFill>
                  <a:prstClr val="black"/>
                </a:solidFill>
                <a:latin typeface="Calibri" panose="020F0502020204030204"/>
                <a:ea typeface="+mn-ea"/>
                <a:cs typeface="+mn-cs"/>
              </a:rPr>
              <a:t>(If we picked a good self-supervision task!)</a:t>
            </a:r>
          </a:p>
        </p:txBody>
      </p:sp>
      <p:cxnSp>
        <p:nvCxnSpPr>
          <p:cNvPr id="36" name="Straight Connector 35"/>
          <p:cNvCxnSpPr/>
          <p:nvPr/>
        </p:nvCxnSpPr>
        <p:spPr>
          <a:xfrm>
            <a:off x="5688874" y="2411735"/>
            <a:ext cx="1900646" cy="782133"/>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48141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4"/>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9"/>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6"/>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1" grpId="0"/>
      <p:bldP spid="18" grpId="0"/>
      <p:bldP spid="19" grpId="0"/>
      <p:bldP spid="20" grpId="0"/>
      <p:bldP spid="21" grpId="0"/>
      <p:bldP spid="3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F47671-239A-C349-8EE7-C83D2AD72F2E}"/>
              </a:ext>
            </a:extLst>
          </p:cNvPr>
          <p:cNvSpPr>
            <a:spLocks noGrp="1"/>
          </p:cNvSpPr>
          <p:nvPr>
            <p:ph type="title"/>
          </p:nvPr>
        </p:nvSpPr>
        <p:spPr/>
        <p:txBody>
          <a:bodyPr/>
          <a:lstStyle/>
          <a:p>
            <a:r>
              <a:rPr lang="en-US" i="1" dirty="0"/>
              <a:t>S</a:t>
            </a:r>
            <a:r>
              <a:rPr lang="en-US" dirty="0"/>
              <a:t>elf-supervised pipeline evaluation</a:t>
            </a:r>
          </a:p>
        </p:txBody>
      </p:sp>
      <p:sp>
        <p:nvSpPr>
          <p:cNvPr id="3" name="Text Placeholder 2">
            <a:extLst>
              <a:ext uri="{FF2B5EF4-FFF2-40B4-BE49-F238E27FC236}">
                <a16:creationId xmlns:a16="http://schemas.microsoft.com/office/drawing/2014/main" id="{0EA2A52A-841F-CD43-88C8-249D7292CB8A}"/>
              </a:ext>
            </a:extLst>
          </p:cNvPr>
          <p:cNvSpPr>
            <a:spLocks noGrp="1"/>
          </p:cNvSpPr>
          <p:nvPr>
            <p:ph type="body" idx="1"/>
          </p:nvPr>
        </p:nvSpPr>
        <p:spPr>
          <a:xfrm>
            <a:off x="7289075" y="1369219"/>
            <a:ext cx="1371600" cy="3263504"/>
          </a:xfrm>
        </p:spPr>
        <p:txBody>
          <a:bodyPr/>
          <a:lstStyle/>
          <a:p>
            <a:pPr marL="0" indent="0">
              <a:buNone/>
            </a:pPr>
            <a:endParaRPr lang="en-US" dirty="0"/>
          </a:p>
          <a:p>
            <a:pPr marL="0" indent="0">
              <a:buNone/>
            </a:pPr>
            <a:r>
              <a:rPr lang="en-US" dirty="0"/>
              <a:t>(1) Self-supervised training</a:t>
            </a:r>
          </a:p>
          <a:p>
            <a:pPr marL="0" indent="0">
              <a:buNone/>
            </a:pPr>
            <a:endParaRPr lang="en-US" dirty="0"/>
          </a:p>
          <a:p>
            <a:pPr marL="0" indent="0">
              <a:buNone/>
            </a:pPr>
            <a:endParaRPr lang="en-US" dirty="0"/>
          </a:p>
          <a:p>
            <a:pPr marL="0" indent="0">
              <a:buNone/>
            </a:pPr>
            <a:r>
              <a:rPr lang="en-US" dirty="0"/>
              <a:t>(2) Transfer to target task</a:t>
            </a:r>
          </a:p>
        </p:txBody>
      </p:sp>
      <p:pic>
        <p:nvPicPr>
          <p:cNvPr id="4" name="Picture 2" descr="http://blog.christianperone.com/wp-content/uploads/2015/08/neural_net2.jpeg">
            <a:extLst>
              <a:ext uri="{FF2B5EF4-FFF2-40B4-BE49-F238E27FC236}">
                <a16:creationId xmlns:a16="http://schemas.microsoft.com/office/drawing/2014/main" id="{76B4A4D0-1A29-0E42-BFF9-87CB0CD0712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2278"/>
          <a:stretch/>
        </p:blipFill>
        <p:spPr bwMode="auto">
          <a:xfrm>
            <a:off x="1133917" y="1268016"/>
            <a:ext cx="3696892" cy="159074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http://blog.christianperone.com/wp-content/uploads/2015/08/neural_net2.jpeg">
            <a:extLst>
              <a:ext uri="{FF2B5EF4-FFF2-40B4-BE49-F238E27FC236}">
                <a16:creationId xmlns:a16="http://schemas.microsoft.com/office/drawing/2014/main" id="{E2D90915-2E6A-6A41-A39E-E4BA22D9E64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1033" t="87961" r="20799" b="-780"/>
          <a:stretch/>
        </p:blipFill>
        <p:spPr bwMode="auto">
          <a:xfrm>
            <a:off x="1924603" y="1139126"/>
            <a:ext cx="2150390" cy="232475"/>
          </a:xfrm>
          <a:prstGeom prst="rect">
            <a:avLst/>
          </a:prstGeom>
          <a:noFill/>
          <a:ln>
            <a:noFill/>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pic>
      <p:sp>
        <p:nvSpPr>
          <p:cNvPr id="6" name="TextBox 5">
            <a:extLst>
              <a:ext uri="{FF2B5EF4-FFF2-40B4-BE49-F238E27FC236}">
                <a16:creationId xmlns:a16="http://schemas.microsoft.com/office/drawing/2014/main" id="{BD1165E7-1AD9-5041-9301-47D3EA8AB6BC}"/>
              </a:ext>
            </a:extLst>
          </p:cNvPr>
          <p:cNvSpPr txBox="1"/>
          <p:nvPr/>
        </p:nvSpPr>
        <p:spPr>
          <a:xfrm>
            <a:off x="5053260" y="1924889"/>
            <a:ext cx="1393260" cy="923330"/>
          </a:xfrm>
          <a:prstGeom prst="rect">
            <a:avLst/>
          </a:prstGeom>
          <a:noFill/>
        </p:spPr>
        <p:txBody>
          <a:bodyPr wrap="square" rtlCol="0">
            <a:spAutoFit/>
          </a:bodyPr>
          <a:lstStyle/>
          <a:p>
            <a:pPr defTabSz="685800">
              <a:buClrTx/>
              <a:defRPr/>
            </a:pPr>
            <a:r>
              <a:rPr lang="en-US" sz="1350" kern="1200" dirty="0">
                <a:solidFill>
                  <a:prstClr val="black"/>
                </a:solidFill>
                <a:latin typeface="Calibri" panose="020F0502020204030204"/>
                <a:ea typeface="+mn-ea"/>
                <a:cs typeface="+mn-cs"/>
              </a:rPr>
              <a:t>Self supervised, or “pretext” classification task</a:t>
            </a:r>
          </a:p>
        </p:txBody>
      </p:sp>
      <p:pic>
        <p:nvPicPr>
          <p:cNvPr id="7" name="Picture 2" descr="http://blog.christianperone.com/wp-content/uploads/2015/08/neural_net2.jpeg">
            <a:extLst>
              <a:ext uri="{FF2B5EF4-FFF2-40B4-BE49-F238E27FC236}">
                <a16:creationId xmlns:a16="http://schemas.microsoft.com/office/drawing/2014/main" id="{2E9505CB-EFFF-F242-A3A1-40D379CFC9F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30793" b="12278"/>
          <a:stretch/>
        </p:blipFill>
        <p:spPr bwMode="auto">
          <a:xfrm>
            <a:off x="1151352" y="3041978"/>
            <a:ext cx="2558500" cy="1590745"/>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BBA0A02C-70A8-8E4C-96A2-4BB1D69AC60D}"/>
              </a:ext>
            </a:extLst>
          </p:cNvPr>
          <p:cNvSpPr txBox="1"/>
          <p:nvPr/>
        </p:nvSpPr>
        <p:spPr>
          <a:xfrm>
            <a:off x="5165742" y="3292561"/>
            <a:ext cx="1326499" cy="923330"/>
          </a:xfrm>
          <a:prstGeom prst="rect">
            <a:avLst/>
          </a:prstGeom>
          <a:noFill/>
        </p:spPr>
        <p:txBody>
          <a:bodyPr wrap="square" rtlCol="0">
            <a:spAutoFit/>
          </a:bodyPr>
          <a:lstStyle/>
          <a:p>
            <a:pPr defTabSz="685800">
              <a:buClrTx/>
              <a:defRPr/>
            </a:pPr>
            <a:r>
              <a:rPr lang="en-US" sz="1350" kern="1200" dirty="0">
                <a:solidFill>
                  <a:prstClr val="black"/>
                </a:solidFill>
                <a:latin typeface="Calibri" panose="020F0502020204030204"/>
                <a:ea typeface="+mn-ea"/>
                <a:cs typeface="+mn-cs"/>
              </a:rPr>
              <a:t>Train linear model using z, to predict target task </a:t>
            </a:r>
          </a:p>
        </p:txBody>
      </p:sp>
      <p:sp>
        <p:nvSpPr>
          <p:cNvPr id="9" name="TextBox 8">
            <a:extLst>
              <a:ext uri="{FF2B5EF4-FFF2-40B4-BE49-F238E27FC236}">
                <a16:creationId xmlns:a16="http://schemas.microsoft.com/office/drawing/2014/main" id="{9AA3038F-0812-134D-89E4-FEF2C43F73E8}"/>
              </a:ext>
            </a:extLst>
          </p:cNvPr>
          <p:cNvSpPr txBox="1"/>
          <p:nvPr/>
        </p:nvSpPr>
        <p:spPr>
          <a:xfrm>
            <a:off x="3402875" y="4632722"/>
            <a:ext cx="253596" cy="300082"/>
          </a:xfrm>
          <a:prstGeom prst="rect">
            <a:avLst/>
          </a:prstGeom>
          <a:noFill/>
        </p:spPr>
        <p:txBody>
          <a:bodyPr wrap="none" rtlCol="0">
            <a:spAutoFit/>
          </a:bodyPr>
          <a:lstStyle/>
          <a:p>
            <a:pPr defTabSz="685800">
              <a:buClrTx/>
              <a:defRPr/>
            </a:pPr>
            <a:r>
              <a:rPr lang="en-US" sz="1350" i="1" kern="1200" dirty="0">
                <a:solidFill>
                  <a:prstClr val="black"/>
                </a:solidFill>
                <a:latin typeface="Calibri" panose="020F0502020204030204"/>
                <a:ea typeface="+mn-ea"/>
                <a:cs typeface="+mn-cs"/>
              </a:rPr>
              <a:t>z</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CF46530-94BB-2F47-9953-636498862C9F}"/>
                  </a:ext>
                </a:extLst>
              </p:cNvPr>
              <p:cNvSpPr txBox="1"/>
              <p:nvPr/>
            </p:nvSpPr>
            <p:spPr>
              <a:xfrm>
                <a:off x="3840427" y="3604185"/>
                <a:ext cx="1148456" cy="300082"/>
              </a:xfrm>
              <a:prstGeom prst="rect">
                <a:avLst/>
              </a:prstGeom>
              <a:noFill/>
            </p:spPr>
            <p:txBody>
              <a:bodyPr wrap="none" rtlCol="0">
                <a:spAutoFit/>
              </a:bodyPr>
              <a:lstStyle/>
              <a:p>
                <a:pPr defTabSz="685800">
                  <a:buClrTx/>
                  <a:defRPr/>
                </a:pPr>
                <a14:m>
                  <m:oMathPara xmlns:m="http://schemas.openxmlformats.org/officeDocument/2006/math">
                    <m:oMathParaPr>
                      <m:jc m:val="centerGroup"/>
                    </m:oMathParaPr>
                    <m:oMath xmlns:m="http://schemas.openxmlformats.org/officeDocument/2006/math">
                      <m:acc>
                        <m:accPr>
                          <m:chr m:val="̂"/>
                          <m:ctrlPr>
                            <a:rPr lang="en-US" sz="1350" i="1" kern="1200" dirty="0">
                              <a:solidFill>
                                <a:prstClr val="black"/>
                              </a:solidFill>
                              <a:latin typeface="Cambria Math" panose="02040503050406030204" pitchFamily="18" charset="0"/>
                              <a:ea typeface="+mn-ea"/>
                              <a:cs typeface="+mn-cs"/>
                            </a:rPr>
                          </m:ctrlPr>
                        </m:accPr>
                        <m:e>
                          <m:r>
                            <a:rPr lang="en-US" sz="1350" i="1" kern="1200" dirty="0">
                              <a:solidFill>
                                <a:prstClr val="black"/>
                              </a:solidFill>
                              <a:latin typeface="Cambria Math" panose="02040503050406030204" pitchFamily="18" charset="0"/>
                              <a:ea typeface="+mn-ea"/>
                              <a:cs typeface="+mn-cs"/>
                            </a:rPr>
                            <m:t>𝑦</m:t>
                          </m:r>
                        </m:e>
                      </m:acc>
                      <m:r>
                        <a:rPr lang="en-US" sz="1350" i="1" kern="1200" dirty="0">
                          <a:solidFill>
                            <a:prstClr val="black"/>
                          </a:solidFill>
                          <a:latin typeface="Cambria Math" panose="02040503050406030204" pitchFamily="18" charset="0"/>
                          <a:ea typeface="+mn-ea"/>
                          <a:cs typeface="+mn-cs"/>
                        </a:rPr>
                        <m:t>=</m:t>
                      </m:r>
                      <m:r>
                        <a:rPr lang="en-US" sz="1350" i="1" kern="1200" dirty="0">
                          <a:solidFill>
                            <a:prstClr val="black"/>
                          </a:solidFill>
                          <a:latin typeface="Cambria Math" panose="02040503050406030204" pitchFamily="18" charset="0"/>
                          <a:ea typeface="+mn-ea"/>
                          <a:cs typeface="+mn-cs"/>
                        </a:rPr>
                        <m:t>𝑊</m:t>
                      </m:r>
                      <m:r>
                        <a:rPr lang="en-US" sz="1350" i="1" kern="1200" dirty="0">
                          <a:solidFill>
                            <a:prstClr val="black"/>
                          </a:solidFill>
                          <a:latin typeface="Cambria Math" panose="02040503050406030204" pitchFamily="18" charset="0"/>
                          <a:ea typeface="+mn-ea"/>
                          <a:cs typeface="+mn-cs"/>
                        </a:rPr>
                        <m:t> </m:t>
                      </m:r>
                      <m:r>
                        <a:rPr lang="en-US" sz="1350" i="1" kern="1200" dirty="0">
                          <a:solidFill>
                            <a:prstClr val="black"/>
                          </a:solidFill>
                          <a:latin typeface="Cambria Math" panose="02040503050406030204" pitchFamily="18" charset="0"/>
                          <a:ea typeface="+mn-ea"/>
                          <a:cs typeface="+mn-cs"/>
                        </a:rPr>
                        <m:t>𝑧</m:t>
                      </m:r>
                      <m:r>
                        <a:rPr lang="en-US" sz="1350" i="1" kern="1200" dirty="0">
                          <a:solidFill>
                            <a:prstClr val="black"/>
                          </a:solidFill>
                          <a:latin typeface="Cambria Math" panose="02040503050406030204" pitchFamily="18" charset="0"/>
                          <a:ea typeface="+mn-ea"/>
                          <a:cs typeface="+mn-cs"/>
                        </a:rPr>
                        <m:t>+</m:t>
                      </m:r>
                      <m:r>
                        <a:rPr lang="en-US" sz="1350" i="1" kern="1200" dirty="0">
                          <a:solidFill>
                            <a:prstClr val="black"/>
                          </a:solidFill>
                          <a:latin typeface="Cambria Math" panose="02040503050406030204" pitchFamily="18" charset="0"/>
                          <a:ea typeface="+mn-ea"/>
                          <a:cs typeface="+mn-cs"/>
                        </a:rPr>
                        <m:t>𝑏</m:t>
                      </m:r>
                    </m:oMath>
                  </m:oMathPara>
                </a14:m>
                <a:endParaRPr lang="en-US" sz="1350" i="1" kern="1200" dirty="0">
                  <a:solidFill>
                    <a:prstClr val="black"/>
                  </a:solidFill>
                  <a:latin typeface="Calibri" panose="020F0502020204030204"/>
                  <a:ea typeface="+mn-ea"/>
                  <a:cs typeface="+mn-cs"/>
                </a:endParaRPr>
              </a:p>
            </p:txBody>
          </p:sp>
        </mc:Choice>
        <mc:Fallback xmlns="">
          <p:sp>
            <p:nvSpPr>
              <p:cNvPr id="10" name="TextBox 9">
                <a:extLst>
                  <a:ext uri="{FF2B5EF4-FFF2-40B4-BE49-F238E27FC236}">
                    <a16:creationId xmlns:a16="http://schemas.microsoft.com/office/drawing/2014/main" id="{3CF46530-94BB-2F47-9953-636498862C9F}"/>
                  </a:ext>
                </a:extLst>
              </p:cNvPr>
              <p:cNvSpPr txBox="1">
                <a:spLocks noRot="1" noChangeAspect="1" noMove="1" noResize="1" noEditPoints="1" noAdjustHandles="1" noChangeArrowheads="1" noChangeShapeType="1" noTextEdit="1"/>
              </p:cNvSpPr>
              <p:nvPr/>
            </p:nvSpPr>
            <p:spPr>
              <a:xfrm>
                <a:off x="3840427" y="3604185"/>
                <a:ext cx="1148456" cy="300082"/>
              </a:xfrm>
              <a:prstGeom prst="rect">
                <a:avLst/>
              </a:prstGeom>
              <a:blipFill>
                <a:blip r:embed="rId3"/>
                <a:stretch>
                  <a:fillRect b="-12000"/>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2A80A652-1223-B419-0C14-AA9AAA530B35}"/>
              </a:ext>
            </a:extLst>
          </p:cNvPr>
          <p:cNvSpPr txBox="1"/>
          <p:nvPr/>
        </p:nvSpPr>
        <p:spPr>
          <a:xfrm>
            <a:off x="3947361" y="4728002"/>
            <a:ext cx="3921266" cy="415498"/>
          </a:xfrm>
          <a:prstGeom prst="rect">
            <a:avLst/>
          </a:prstGeom>
          <a:noFill/>
        </p:spPr>
        <p:txBody>
          <a:bodyPr wrap="none" rtlCol="0">
            <a:spAutoFit/>
          </a:bodyPr>
          <a:lstStyle/>
          <a:p>
            <a:r>
              <a:rPr lang="en-US" sz="1050" i="1" dirty="0"/>
              <a:t>This is how self-supervised methods are evaluated in literature</a:t>
            </a:r>
          </a:p>
          <a:p>
            <a:r>
              <a:rPr lang="en-US" sz="1050" i="1" dirty="0"/>
              <a:t>And this is how we’ll do HW 1</a:t>
            </a:r>
          </a:p>
        </p:txBody>
      </p:sp>
    </p:spTree>
    <p:extLst>
      <p:ext uri="{BB962C8B-B14F-4D97-AF65-F5344CB8AC3E}">
        <p14:creationId xmlns:p14="http://schemas.microsoft.com/office/powerpoint/2010/main" val="3321706162"/>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DF582EC-6FC4-EA13-B5F4-36EF9B788EF4}"/>
              </a:ext>
            </a:extLst>
          </p:cNvPr>
          <p:cNvSpPr>
            <a:spLocks noGrp="1"/>
          </p:cNvSpPr>
          <p:nvPr>
            <p:ph type="title"/>
          </p:nvPr>
        </p:nvSpPr>
        <p:spPr/>
        <p:txBody>
          <a:bodyPr/>
          <a:lstStyle/>
          <a:p>
            <a:r>
              <a:rPr lang="en-US" dirty="0"/>
              <a:t>Wednesday: Finish HW 1 background, NLP basics</a:t>
            </a:r>
          </a:p>
        </p:txBody>
      </p:sp>
      <p:sp>
        <p:nvSpPr>
          <p:cNvPr id="3" name="Text Placeholder 2">
            <a:extLst>
              <a:ext uri="{FF2B5EF4-FFF2-40B4-BE49-F238E27FC236}">
                <a16:creationId xmlns:a16="http://schemas.microsoft.com/office/drawing/2014/main" id="{4A24F9EA-2F6E-611B-E414-2B7B44CC0D5E}"/>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092048579"/>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3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6533</TotalTime>
  <Words>953</Words>
  <Application>Microsoft Office PowerPoint</Application>
  <PresentationFormat>On-screen Show (16:9)</PresentationFormat>
  <Paragraphs>131</Paragraphs>
  <Slides>24</Slides>
  <Notes>4</Notes>
  <HiddenSlides>0</HiddenSlides>
  <MMClips>0</MMClips>
  <ScaleCrop>false</ScaleCrop>
  <HeadingPairs>
    <vt:vector size="4" baseType="variant">
      <vt:variant>
        <vt:lpstr>Theme</vt:lpstr>
      </vt:variant>
      <vt:variant>
        <vt:i4>3</vt:i4>
      </vt:variant>
      <vt:variant>
        <vt:lpstr>Slide Titles</vt:lpstr>
      </vt:variant>
      <vt:variant>
        <vt:i4>24</vt:i4>
      </vt:variant>
    </vt:vector>
  </HeadingPairs>
  <TitlesOfParts>
    <vt:vector size="27" baseType="lpstr">
      <vt:lpstr>Simple Light</vt:lpstr>
      <vt:lpstr>3_Office Theme</vt:lpstr>
      <vt:lpstr>1_Office Theme</vt:lpstr>
      <vt:lpstr>CS-224 Week 2</vt:lpstr>
      <vt:lpstr>Overfitting on training data?</vt:lpstr>
      <vt:lpstr>Error on “held out” validation/test data?</vt:lpstr>
      <vt:lpstr>Regularization</vt:lpstr>
      <vt:lpstr>Complexity penalty? “Occam’s Razor” prefer the simplest models</vt:lpstr>
      <vt:lpstr>L2 regularization for nonlinear regression</vt:lpstr>
      <vt:lpstr>L2 regularization for nonlinear regression</vt:lpstr>
      <vt:lpstr>Linear regression can overfit!</vt:lpstr>
      <vt:lpstr>Linear regression with L2 regularization</vt:lpstr>
      <vt:lpstr>PowerPoint Presentation</vt:lpstr>
      <vt:lpstr>Analytic solution</vt:lpstr>
      <vt:lpstr>PowerPoint Presentation</vt:lpstr>
      <vt:lpstr>Transfer learning – the number one most useful thing to do if it’s possible</vt:lpstr>
      <vt:lpstr>PowerPoint Presentation</vt:lpstr>
      <vt:lpstr>Self-supervised learning</vt:lpstr>
      <vt:lpstr>The Supervised Learning Cake</vt:lpstr>
      <vt:lpstr>Unsupervised: no  frosting?</vt:lpstr>
      <vt:lpstr>Self-supervised: it’s all frosting</vt:lpstr>
      <vt:lpstr>”Unsupervised” vs “Self-supervised”</vt:lpstr>
      <vt:lpstr>PowerPoint Presentation</vt:lpstr>
      <vt:lpstr>Self-supervision in Natural Language Processing (NLP)</vt:lpstr>
      <vt:lpstr>Option 2: self-supervision to learn “useful” embeddings</vt:lpstr>
      <vt:lpstr>Self-supervised pipeline evaluation</vt:lpstr>
      <vt:lpstr>Wednesday: Finish HW 1 background, NLP basics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Probability and Information Theory (part 1)</dc:title>
  <cp:lastModifiedBy>Greg VS</cp:lastModifiedBy>
  <cp:revision>265</cp:revision>
  <dcterms:modified xsi:type="dcterms:W3CDTF">2026-01-13T03:27:21Z</dcterms:modified>
</cp:coreProperties>
</file>